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62" r:id="rId3"/>
    <p:sldId id="259" r:id="rId4"/>
    <p:sldId id="261" r:id="rId5"/>
    <p:sldId id="276" r:id="rId6"/>
    <p:sldId id="291" r:id="rId7"/>
    <p:sldId id="266" r:id="rId8"/>
    <p:sldId id="270" r:id="rId9"/>
    <p:sldId id="281" r:id="rId10"/>
    <p:sldId id="263" r:id="rId11"/>
    <p:sldId id="258" r:id="rId12"/>
    <p:sldId id="274" r:id="rId13"/>
    <p:sldId id="293" r:id="rId14"/>
    <p:sldId id="294" r:id="rId15"/>
    <p:sldId id="295" r:id="rId16"/>
    <p:sldId id="260" r:id="rId17"/>
    <p:sldId id="297" r:id="rId18"/>
    <p:sldId id="298" r:id="rId19"/>
    <p:sldId id="275" r:id="rId20"/>
  </p:sldIdLst>
  <p:sldSz cx="9144000" cy="5143500" type="screen16x9"/>
  <p:notesSz cx="6858000" cy="9144000"/>
  <p:embeddedFontLst>
    <p:embeddedFont>
      <p:font typeface="Roboto" panose="020B0604020202020204" charset="0"/>
      <p:regular r:id="rId22"/>
      <p:bold r:id="rId23"/>
      <p:italic r:id="rId24"/>
      <p:boldItalic r:id="rId25"/>
    </p:embeddedFont>
    <p:embeddedFont>
      <p:font typeface="Fira Sans Extra Condensed SemiBold" panose="020B0604020202020204" charset="0"/>
      <p:regular r:id="rId26"/>
      <p:bold r:id="rId27"/>
      <p:italic r:id="rId28"/>
      <p:boldItalic r:id="rId29"/>
    </p:embeddedFont>
    <p:embeddedFont>
      <p:font typeface="Baskerville Old Face" panose="02020602080505020303" pitchFamily="18" charset="0"/>
      <p:regular r:id="rId30"/>
    </p:embeddedFont>
    <p:embeddedFont>
      <p:font typeface="Georgia" panose="02040502050405020303" pitchFamily="18" charset="0"/>
      <p:regular r:id="rId31"/>
      <p:bold r:id="rId32"/>
      <p:italic r:id="rId33"/>
      <p:boldItalic r:id="rId34"/>
    </p:embeddedFont>
    <p:embeddedFont>
      <p:font typeface="Segoe Script" panose="030B0504020000000003" pitchFamily="66" charset="0"/>
      <p:regular r:id="rId35"/>
      <p:bold r:id="rId36"/>
    </p:embeddedFont>
    <p:embeddedFont>
      <p:font typeface="Fira Sans Extra Condensed" panose="020B0604020202020204" charset="0"/>
      <p:regular r:id="rId37"/>
      <p:bold r:id="rId38"/>
      <p:italic r:id="rId39"/>
      <p:boldItalic r:id="rId40"/>
    </p:embeddedFont>
    <p:embeddedFont>
      <p:font typeface="Freestyle Script" panose="030804020302050B0404" pitchFamily="66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EA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178864-EDEF-434E-98AB-0A50D9BCFAB6}">
  <a:tblStyle styleId="{80178864-EDEF-434E-98AB-0A50D9BCFA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76745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6025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e96fd5876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e96fd5876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432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9566a474a_0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9566a474a_0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6907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e96fd5876e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e96fd5876e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691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e96fd5876e_0_3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e96fd5876e_0_3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8196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e96fd5876e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e96fd5876e_0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384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e96fd5876e_0_1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e96fd5876e_0_1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418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e96fd5876e_0_4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" name="Google Shape;2058;ge96fd5876e_0_4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847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96fd5876e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96fd5876e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1175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891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e96fd5876e_0_2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e96fd5876e_0_2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8426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092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6692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2596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e9566a474a_0_1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e9566a474a_0_1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910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2319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997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e96fd5876e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e96fd5876e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80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159501326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20950451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4839483" y="585216"/>
            <a:ext cx="3847167" cy="29777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 smtClean="0"/>
              <a:t>An Approach to Recognize Sanskrit </a:t>
            </a:r>
            <a:r>
              <a:rPr lang="en-US" sz="3600" dirty="0"/>
              <a:t>Symbol to English </a:t>
            </a:r>
            <a:r>
              <a:rPr lang="en-US" sz="3600" dirty="0" smtClean="0"/>
              <a:t>using Deep Learning</a:t>
            </a:r>
            <a:endParaRPr sz="3600"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6105525" y="3562950"/>
            <a:ext cx="2581200" cy="98710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Baskerville Old Face" panose="02020602080505020303" pitchFamily="18" charset="0"/>
              </a:rPr>
              <a:t>Submitted by: </a:t>
            </a:r>
            <a:br>
              <a:rPr lang="en" b="1" dirty="0" smtClean="0">
                <a:latin typeface="Baskerville Old Face" panose="02020602080505020303" pitchFamily="18" charset="0"/>
              </a:rPr>
            </a:br>
            <a:r>
              <a:rPr lang="en" b="1" dirty="0" smtClean="0">
                <a:latin typeface="Baskerville Old Face" panose="02020602080505020303" pitchFamily="18" charset="0"/>
              </a:rPr>
              <a:t>Pranta Chowdhury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>
                <a:latin typeface="Baskerville Old Face" panose="02020602080505020303" pitchFamily="18" charset="0"/>
              </a:rPr>
              <a:t>I</a:t>
            </a:r>
            <a:r>
              <a:rPr lang="en" b="1" dirty="0" smtClean="0">
                <a:latin typeface="Baskerville Old Face" panose="02020602080505020303" pitchFamily="18" charset="0"/>
              </a:rPr>
              <a:t>d: 2104010202176</a:t>
            </a:r>
            <a:endParaRPr b="1" dirty="0">
              <a:latin typeface="Baskerville Old Face" panose="02020602080505020303" pitchFamily="18" charset="0"/>
            </a:endParaRPr>
          </a:p>
        </p:txBody>
      </p:sp>
      <p:grpSp>
        <p:nvGrpSpPr>
          <p:cNvPr id="48" name="Google Shape;48;p15"/>
          <p:cNvGrpSpPr/>
          <p:nvPr/>
        </p:nvGrpSpPr>
        <p:grpSpPr>
          <a:xfrm>
            <a:off x="457194" y="484627"/>
            <a:ext cx="4385617" cy="4733627"/>
            <a:chOff x="457194" y="411475"/>
            <a:chExt cx="4385617" cy="4733627"/>
          </a:xfrm>
        </p:grpSpPr>
        <p:sp>
          <p:nvSpPr>
            <p:cNvPr id="49" name="Google Shape;49;p15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15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51" name="Google Shape;51;p15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6" h="28156" extrusionOk="0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5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16267" fill="none" extrusionOk="0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5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8780" fill="none" extrusionOk="0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avLst/>
                <a:gdLst/>
                <a:ahLst/>
                <a:cxnLst/>
                <a:rect l="l" t="t" r="r" b="b"/>
                <a:pathLst>
                  <a:path w="1" h="2588" fill="none" extrusionOk="0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avLst/>
                <a:gdLst/>
                <a:ahLst/>
                <a:cxnLst/>
                <a:rect l="l" t="t" r="r" b="b"/>
                <a:pathLst>
                  <a:path w="1" h="6418" fill="none" extrusionOk="0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avLst/>
                <a:gdLst/>
                <a:ahLst/>
                <a:cxnLst/>
                <a:rect l="l" t="t" r="r" b="b"/>
                <a:pathLst>
                  <a:path w="2214" h="24675" fill="none" extrusionOk="0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04" extrusionOk="0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790" extrusionOk="0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28" extrusionOk="0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816" extrusionOk="0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816" extrusionOk="0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790" extrusionOk="0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04" extrusionOk="0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28" extrusionOk="0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7" h="28156" extrusionOk="0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avLst/>
                <a:gdLst/>
                <a:ahLst/>
                <a:cxnLst/>
                <a:rect l="l" t="t" r="r" b="b"/>
                <a:pathLst>
                  <a:path w="164780" h="67380" extrusionOk="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avLst/>
                <a:gdLst/>
                <a:ahLst/>
                <a:cxnLst/>
                <a:rect l="l" t="t" r="r" b="b"/>
                <a:pathLst>
                  <a:path w="67380" h="95436" extrusionOk="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43" h="20820" extrusionOk="0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68" h="20820" extrusionOk="0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avLst/>
                <a:gdLst/>
                <a:ahLst/>
                <a:cxnLst/>
                <a:rect l="l" t="t" r="r" b="b"/>
                <a:pathLst>
                  <a:path w="45965" h="22511" extrusionOk="0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avLst/>
                <a:gdLst/>
                <a:ahLst/>
                <a:cxnLst/>
                <a:rect l="l" t="t" r="r" b="b"/>
                <a:pathLst>
                  <a:path w="51512" h="35843" extrusionOk="0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1" h="22361" extrusionOk="0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18656" extrusionOk="0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179" h="18656" extrusionOk="0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2" h="22361" extrusionOk="0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15024" fill="none" extrusionOk="0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61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528" fill="none" extrusionOk="0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6" fill="none" extrusionOk="0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36" fill="none" extrusionOk="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21068" fill="none" extrusionOk="0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6267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528" fill="none" extrusionOk="0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avLst/>
                <a:gdLst/>
                <a:ahLst/>
                <a:cxnLst/>
                <a:rect l="l" t="t" r="r" b="b"/>
                <a:pathLst>
                  <a:path w="5026" h="17114" fill="none" extrusionOk="0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avLst/>
                <a:gdLst/>
                <a:ahLst/>
                <a:cxnLst/>
                <a:rect l="l" t="t" r="r" b="b"/>
                <a:pathLst>
                  <a:path w="21067" h="21043" extrusionOk="0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avLst/>
                <a:gdLst/>
                <a:ahLst/>
                <a:cxnLst/>
                <a:rect l="l" t="t" r="r" b="b"/>
                <a:pathLst>
                  <a:path w="4751" h="5548" extrusionOk="0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5299" extrusionOk="0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5424" extrusionOk="0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5622" fill="none" extrusionOk="0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avLst/>
                <a:gdLst/>
                <a:ahLst/>
                <a:cxnLst/>
                <a:rect l="l" t="t" r="r" b="b"/>
                <a:pathLst>
                  <a:path w="24550" h="24003" extrusionOk="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avLst/>
                <a:gdLst/>
                <a:ahLst/>
                <a:cxnLst/>
                <a:rect l="l" t="t" r="r" b="b"/>
                <a:pathLst>
                  <a:path w="19054" h="18630" extrusionOk="0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avLst/>
                <a:gdLst/>
                <a:ahLst/>
                <a:cxnLst/>
                <a:rect l="l" t="t" r="r" b="b"/>
                <a:pathLst>
                  <a:path w="33678" h="33654" extrusionOk="0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avLst/>
                <a:gdLst/>
                <a:ahLst/>
                <a:cxnLst/>
                <a:rect l="l" t="t" r="r" b="b"/>
                <a:pathLst>
                  <a:path w="22809" h="22834" extrusionOk="0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1" fill="none" extrusionOk="0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23505" fill="none" extrusionOk="0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5894" fill="none" extrusionOk="0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8" fill="none" extrusionOk="0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15024" fill="none" extrusionOk="0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35" fill="none" extrusionOk="0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rgbClr val="B1B2B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avLst/>
                <a:gdLst/>
                <a:ahLst/>
                <a:cxnLst/>
                <a:rect l="l" t="t" r="r" b="b"/>
                <a:pathLst>
                  <a:path w="996" h="27261" fill="none" extrusionOk="0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avLst/>
                <a:gdLst/>
                <a:ahLst/>
                <a:cxnLst/>
                <a:rect l="l" t="t" r="r" b="b"/>
                <a:pathLst>
                  <a:path w="523" h="9228" fill="none" extrusionOk="0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" h="2538" fill="none" extrusionOk="0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41837" extrusionOk="0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622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74" extrusionOk="0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6741" extrusionOk="0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15173" extrusionOk="0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6990" extrusionOk="0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11691" h="11044" extrusionOk="0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1021" extrusionOk="0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avLst/>
                <a:gdLst/>
                <a:ahLst/>
                <a:cxnLst/>
                <a:rect l="l" t="t" r="r" b="b"/>
                <a:pathLst>
                  <a:path w="60291" h="40269" extrusionOk="0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2236" extrusionOk="0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035" extrusionOk="0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822" extrusionOk="0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797" extrusionOk="0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4228" extrusionOk="0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9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23" extrusionOk="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48" extrusionOk="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avLst/>
                <a:gdLst/>
                <a:ahLst/>
                <a:cxnLst/>
                <a:rect l="l" t="t" r="r" b="b"/>
                <a:pathLst>
                  <a:path w="19899" h="12462" extrusionOk="0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7462" extrusionOk="0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avLst/>
                <a:gdLst/>
                <a:ahLst/>
                <a:cxnLst/>
                <a:rect l="l" t="t" r="r" b="b"/>
                <a:pathLst>
                  <a:path w="23207" h="14526" extrusionOk="0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avLst/>
                <a:gdLst/>
                <a:ahLst/>
                <a:cxnLst/>
                <a:rect l="l" t="t" r="r" b="b"/>
                <a:pathLst>
                  <a:path w="6866" h="8706" extrusionOk="0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6" extrusionOk="0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3035" fill="none" extrusionOk="0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5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avLst/>
                <a:gdLst/>
                <a:ahLst/>
                <a:cxnLst/>
                <a:rect l="l" t="t" r="r" b="b"/>
                <a:pathLst>
                  <a:path w="1" h="7637" fill="none" extrusionOk="0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5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avLst/>
                <a:gdLst/>
                <a:ahLst/>
                <a:cxnLst/>
                <a:rect l="l" t="t" r="r" b="b"/>
                <a:pathLst>
                  <a:path w="1" h="2663" fill="none" extrusionOk="0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" name="Google Shape;225;p15"/>
            <p:cNvSpPr/>
            <p:nvPr/>
          </p:nvSpPr>
          <p:spPr>
            <a:xfrm>
              <a:off x="2897110" y="1017082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4107158" y="1563464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4739527" y="2628883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3998124" y="4018260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1"/>
          <p:cNvSpPr/>
          <p:nvPr/>
        </p:nvSpPr>
        <p:spPr>
          <a:xfrm>
            <a:off x="7032502" y="1344788"/>
            <a:ext cx="604500" cy="60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3" name="Google Shape;593;p2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MOTIVATION</a:t>
            </a:r>
            <a:endParaRPr dirty="0"/>
          </a:p>
        </p:txBody>
      </p:sp>
      <p:grpSp>
        <p:nvGrpSpPr>
          <p:cNvPr id="594" name="Google Shape;594;p21"/>
          <p:cNvGrpSpPr/>
          <p:nvPr/>
        </p:nvGrpSpPr>
        <p:grpSpPr>
          <a:xfrm>
            <a:off x="6705578" y="1030908"/>
            <a:ext cx="1981191" cy="3701042"/>
            <a:chOff x="4572000" y="1208850"/>
            <a:chExt cx="1885951" cy="3523124"/>
          </a:xfrm>
        </p:grpSpPr>
        <p:sp>
          <p:nvSpPr>
            <p:cNvPr id="595" name="Google Shape;595;p21"/>
            <p:cNvSpPr/>
            <p:nvPr/>
          </p:nvSpPr>
          <p:spPr>
            <a:xfrm>
              <a:off x="5987719" y="3093832"/>
              <a:ext cx="119074" cy="819540"/>
            </a:xfrm>
            <a:custGeom>
              <a:avLst/>
              <a:gdLst/>
              <a:ahLst/>
              <a:cxnLst/>
              <a:rect l="l" t="t" r="r" b="b"/>
              <a:pathLst>
                <a:path w="3672" h="25273" extrusionOk="0">
                  <a:moveTo>
                    <a:pt x="313" y="0"/>
                  </a:moveTo>
                  <a:lnTo>
                    <a:pt x="0" y="25230"/>
                  </a:lnTo>
                  <a:lnTo>
                    <a:pt x="3344" y="25273"/>
                  </a:lnTo>
                  <a:lnTo>
                    <a:pt x="3672" y="43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5803596" y="3038900"/>
              <a:ext cx="120014" cy="872170"/>
            </a:xfrm>
            <a:custGeom>
              <a:avLst/>
              <a:gdLst/>
              <a:ahLst/>
              <a:cxnLst/>
              <a:rect l="l" t="t" r="r" b="b"/>
              <a:pathLst>
                <a:path w="3701" h="26896" extrusionOk="0">
                  <a:moveTo>
                    <a:pt x="342" y="1"/>
                  </a:moveTo>
                  <a:lnTo>
                    <a:pt x="1" y="26853"/>
                  </a:lnTo>
                  <a:lnTo>
                    <a:pt x="3359" y="26895"/>
                  </a:lnTo>
                  <a:lnTo>
                    <a:pt x="3700" y="44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5669768" y="2404422"/>
              <a:ext cx="257053" cy="311045"/>
            </a:xfrm>
            <a:custGeom>
              <a:avLst/>
              <a:gdLst/>
              <a:ahLst/>
              <a:cxnLst/>
              <a:rect l="l" t="t" r="r" b="b"/>
              <a:pathLst>
                <a:path w="7927" h="9592" extrusionOk="0">
                  <a:moveTo>
                    <a:pt x="2804" y="1"/>
                  </a:moveTo>
                  <a:lnTo>
                    <a:pt x="1" y="1851"/>
                  </a:lnTo>
                  <a:lnTo>
                    <a:pt x="5124" y="9592"/>
                  </a:lnTo>
                  <a:lnTo>
                    <a:pt x="7927" y="7742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5505976" y="2490258"/>
              <a:ext cx="267203" cy="326739"/>
            </a:xfrm>
            <a:custGeom>
              <a:avLst/>
              <a:gdLst/>
              <a:ahLst/>
              <a:cxnLst/>
              <a:rect l="l" t="t" r="r" b="b"/>
              <a:pathLst>
                <a:path w="8240" h="10076" extrusionOk="0">
                  <a:moveTo>
                    <a:pt x="2789" y="1"/>
                  </a:moveTo>
                  <a:lnTo>
                    <a:pt x="0" y="1850"/>
                  </a:lnTo>
                  <a:lnTo>
                    <a:pt x="5436" y="10075"/>
                  </a:lnTo>
                  <a:lnTo>
                    <a:pt x="8239" y="8225"/>
                  </a:lnTo>
                  <a:lnTo>
                    <a:pt x="2789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5247562" y="2038055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510" y="0"/>
                  </a:moveTo>
                  <a:lnTo>
                    <a:pt x="8097" y="14"/>
                  </a:lnTo>
                  <a:lnTo>
                    <a:pt x="7699" y="29"/>
                  </a:lnTo>
                  <a:lnTo>
                    <a:pt x="7286" y="86"/>
                  </a:lnTo>
                  <a:lnTo>
                    <a:pt x="6888" y="142"/>
                  </a:lnTo>
                  <a:lnTo>
                    <a:pt x="6489" y="228"/>
                  </a:lnTo>
                  <a:lnTo>
                    <a:pt x="6091" y="327"/>
                  </a:lnTo>
                  <a:lnTo>
                    <a:pt x="5692" y="456"/>
                  </a:lnTo>
                  <a:lnTo>
                    <a:pt x="5294" y="612"/>
                  </a:lnTo>
                  <a:lnTo>
                    <a:pt x="4910" y="769"/>
                  </a:lnTo>
                  <a:lnTo>
                    <a:pt x="4526" y="968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89"/>
                  </a:lnTo>
                  <a:lnTo>
                    <a:pt x="1907" y="3102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8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8"/>
                  </a:lnTo>
                  <a:lnTo>
                    <a:pt x="370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0" y="8353"/>
                  </a:lnTo>
                  <a:lnTo>
                    <a:pt x="15" y="8766"/>
                  </a:lnTo>
                  <a:lnTo>
                    <a:pt x="43" y="9164"/>
                  </a:lnTo>
                  <a:lnTo>
                    <a:pt x="86" y="9577"/>
                  </a:lnTo>
                  <a:lnTo>
                    <a:pt x="143" y="9975"/>
                  </a:lnTo>
                  <a:lnTo>
                    <a:pt x="228" y="10374"/>
                  </a:lnTo>
                  <a:lnTo>
                    <a:pt x="342" y="10786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3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102"/>
                  </a:lnTo>
                  <a:lnTo>
                    <a:pt x="2491" y="14401"/>
                  </a:lnTo>
                  <a:lnTo>
                    <a:pt x="2790" y="14685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7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22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2"/>
                  </a:lnTo>
                  <a:lnTo>
                    <a:pt x="6745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8"/>
                  </a:lnTo>
                  <a:lnTo>
                    <a:pt x="8353" y="16863"/>
                  </a:lnTo>
                  <a:lnTo>
                    <a:pt x="8766" y="16848"/>
                  </a:lnTo>
                  <a:lnTo>
                    <a:pt x="9179" y="16834"/>
                  </a:lnTo>
                  <a:lnTo>
                    <a:pt x="9577" y="16777"/>
                  </a:lnTo>
                  <a:lnTo>
                    <a:pt x="9976" y="16720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407"/>
                  </a:lnTo>
                  <a:lnTo>
                    <a:pt x="11569" y="16251"/>
                  </a:lnTo>
                  <a:lnTo>
                    <a:pt x="11954" y="16094"/>
                  </a:lnTo>
                  <a:lnTo>
                    <a:pt x="12338" y="15895"/>
                  </a:lnTo>
                  <a:lnTo>
                    <a:pt x="12722" y="15696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56"/>
                  </a:lnTo>
                  <a:lnTo>
                    <a:pt x="14102" y="14671"/>
                  </a:lnTo>
                  <a:lnTo>
                    <a:pt x="14401" y="14387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4"/>
                  </a:lnTo>
                  <a:lnTo>
                    <a:pt x="16052" y="12039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0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21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4" y="7699"/>
                  </a:lnTo>
                  <a:lnTo>
                    <a:pt x="16792" y="7286"/>
                  </a:lnTo>
                  <a:lnTo>
                    <a:pt x="16721" y="6887"/>
                  </a:lnTo>
                  <a:lnTo>
                    <a:pt x="16635" y="6475"/>
                  </a:lnTo>
                  <a:lnTo>
                    <a:pt x="16536" y="6076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4" y="4910"/>
                  </a:lnTo>
                  <a:lnTo>
                    <a:pt x="15910" y="4525"/>
                  </a:lnTo>
                  <a:lnTo>
                    <a:pt x="15696" y="4155"/>
                  </a:lnTo>
                  <a:lnTo>
                    <a:pt x="15468" y="3785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77"/>
                  </a:lnTo>
                  <a:lnTo>
                    <a:pt x="13761" y="1907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0" y="1196"/>
                  </a:lnTo>
                  <a:lnTo>
                    <a:pt x="12395" y="996"/>
                  </a:lnTo>
                  <a:lnTo>
                    <a:pt x="12039" y="811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6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4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5653165" y="2630539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097" y="0"/>
                  </a:moveTo>
                  <a:lnTo>
                    <a:pt x="7699" y="29"/>
                  </a:lnTo>
                  <a:lnTo>
                    <a:pt x="7286" y="72"/>
                  </a:lnTo>
                  <a:lnTo>
                    <a:pt x="6888" y="143"/>
                  </a:lnTo>
                  <a:lnTo>
                    <a:pt x="6489" y="228"/>
                  </a:lnTo>
                  <a:lnTo>
                    <a:pt x="6091" y="328"/>
                  </a:lnTo>
                  <a:lnTo>
                    <a:pt x="5693" y="456"/>
                  </a:lnTo>
                  <a:lnTo>
                    <a:pt x="5294" y="598"/>
                  </a:lnTo>
                  <a:lnTo>
                    <a:pt x="4910" y="769"/>
                  </a:lnTo>
                  <a:lnTo>
                    <a:pt x="4526" y="954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75"/>
                  </a:lnTo>
                  <a:lnTo>
                    <a:pt x="1907" y="3103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9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9"/>
                  </a:lnTo>
                  <a:lnTo>
                    <a:pt x="371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1" y="8353"/>
                  </a:lnTo>
                  <a:lnTo>
                    <a:pt x="15" y="8766"/>
                  </a:lnTo>
                  <a:lnTo>
                    <a:pt x="43" y="9165"/>
                  </a:lnTo>
                  <a:lnTo>
                    <a:pt x="86" y="9577"/>
                  </a:lnTo>
                  <a:lnTo>
                    <a:pt x="143" y="9976"/>
                  </a:lnTo>
                  <a:lnTo>
                    <a:pt x="228" y="10374"/>
                  </a:lnTo>
                  <a:lnTo>
                    <a:pt x="342" y="10772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4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088"/>
                  </a:lnTo>
                  <a:lnTo>
                    <a:pt x="2491" y="14401"/>
                  </a:lnTo>
                  <a:lnTo>
                    <a:pt x="2790" y="14686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8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08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3"/>
                  </a:lnTo>
                  <a:lnTo>
                    <a:pt x="6746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9"/>
                  </a:lnTo>
                  <a:lnTo>
                    <a:pt x="8354" y="16863"/>
                  </a:lnTo>
                  <a:lnTo>
                    <a:pt x="8766" y="16849"/>
                  </a:lnTo>
                  <a:lnTo>
                    <a:pt x="9179" y="16820"/>
                  </a:lnTo>
                  <a:lnTo>
                    <a:pt x="9577" y="16778"/>
                  </a:lnTo>
                  <a:lnTo>
                    <a:pt x="9976" y="16721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393"/>
                  </a:lnTo>
                  <a:lnTo>
                    <a:pt x="11569" y="16251"/>
                  </a:lnTo>
                  <a:lnTo>
                    <a:pt x="11954" y="16080"/>
                  </a:lnTo>
                  <a:lnTo>
                    <a:pt x="12338" y="15895"/>
                  </a:lnTo>
                  <a:lnTo>
                    <a:pt x="12722" y="15682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42"/>
                  </a:lnTo>
                  <a:lnTo>
                    <a:pt x="14102" y="14671"/>
                  </a:lnTo>
                  <a:lnTo>
                    <a:pt x="14401" y="14373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5"/>
                  </a:lnTo>
                  <a:lnTo>
                    <a:pt x="16052" y="12025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1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07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5" y="7685"/>
                  </a:lnTo>
                  <a:lnTo>
                    <a:pt x="16792" y="7286"/>
                  </a:lnTo>
                  <a:lnTo>
                    <a:pt x="16721" y="6888"/>
                  </a:lnTo>
                  <a:lnTo>
                    <a:pt x="16635" y="6475"/>
                  </a:lnTo>
                  <a:lnTo>
                    <a:pt x="16536" y="6077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5" y="4910"/>
                  </a:lnTo>
                  <a:lnTo>
                    <a:pt x="15910" y="4526"/>
                  </a:lnTo>
                  <a:lnTo>
                    <a:pt x="15696" y="4141"/>
                  </a:lnTo>
                  <a:lnTo>
                    <a:pt x="15468" y="3786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63"/>
                  </a:lnTo>
                  <a:lnTo>
                    <a:pt x="13761" y="1893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1" y="1196"/>
                  </a:lnTo>
                  <a:lnTo>
                    <a:pt x="12395" y="997"/>
                  </a:lnTo>
                  <a:lnTo>
                    <a:pt x="12039" y="812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7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5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4572000" y="1208850"/>
              <a:ext cx="1126888" cy="1125461"/>
            </a:xfrm>
            <a:custGeom>
              <a:avLst/>
              <a:gdLst/>
              <a:ahLst/>
              <a:cxnLst/>
              <a:rect l="l" t="t" r="r" b="b"/>
              <a:pathLst>
                <a:path w="34751" h="34707" extrusionOk="0">
                  <a:moveTo>
                    <a:pt x="18201" y="0"/>
                  </a:moveTo>
                  <a:lnTo>
                    <a:pt x="17931" y="28"/>
                  </a:lnTo>
                  <a:lnTo>
                    <a:pt x="17660" y="71"/>
                  </a:lnTo>
                  <a:lnTo>
                    <a:pt x="17404" y="157"/>
                  </a:lnTo>
                  <a:lnTo>
                    <a:pt x="17148" y="256"/>
                  </a:lnTo>
                  <a:lnTo>
                    <a:pt x="16920" y="370"/>
                  </a:lnTo>
                  <a:lnTo>
                    <a:pt x="16693" y="527"/>
                  </a:lnTo>
                  <a:lnTo>
                    <a:pt x="16493" y="683"/>
                  </a:lnTo>
                  <a:lnTo>
                    <a:pt x="16294" y="868"/>
                  </a:lnTo>
                  <a:lnTo>
                    <a:pt x="16123" y="1067"/>
                  </a:lnTo>
                  <a:lnTo>
                    <a:pt x="15967" y="1295"/>
                  </a:lnTo>
                  <a:lnTo>
                    <a:pt x="15839" y="1523"/>
                  </a:lnTo>
                  <a:lnTo>
                    <a:pt x="15725" y="1765"/>
                  </a:lnTo>
                  <a:lnTo>
                    <a:pt x="15640" y="2035"/>
                  </a:lnTo>
                  <a:lnTo>
                    <a:pt x="15583" y="2305"/>
                  </a:lnTo>
                  <a:lnTo>
                    <a:pt x="15554" y="2590"/>
                  </a:lnTo>
                  <a:lnTo>
                    <a:pt x="15554" y="2860"/>
                  </a:lnTo>
                  <a:lnTo>
                    <a:pt x="15568" y="3145"/>
                  </a:lnTo>
                  <a:lnTo>
                    <a:pt x="15625" y="3415"/>
                  </a:lnTo>
                  <a:lnTo>
                    <a:pt x="15696" y="3671"/>
                  </a:lnTo>
                  <a:lnTo>
                    <a:pt x="15796" y="3913"/>
                  </a:lnTo>
                  <a:lnTo>
                    <a:pt x="15924" y="4155"/>
                  </a:lnTo>
                  <a:lnTo>
                    <a:pt x="16066" y="4383"/>
                  </a:lnTo>
                  <a:lnTo>
                    <a:pt x="16237" y="4582"/>
                  </a:lnTo>
                  <a:lnTo>
                    <a:pt x="16422" y="4781"/>
                  </a:lnTo>
                  <a:lnTo>
                    <a:pt x="16621" y="4952"/>
                  </a:lnTo>
                  <a:lnTo>
                    <a:pt x="16835" y="5094"/>
                  </a:lnTo>
                  <a:lnTo>
                    <a:pt x="17077" y="5237"/>
                  </a:lnTo>
                  <a:lnTo>
                    <a:pt x="17319" y="5336"/>
                  </a:lnTo>
                  <a:lnTo>
                    <a:pt x="17575" y="5422"/>
                  </a:lnTo>
                  <a:lnTo>
                    <a:pt x="17845" y="5493"/>
                  </a:lnTo>
                  <a:lnTo>
                    <a:pt x="18130" y="5521"/>
                  </a:lnTo>
                  <a:lnTo>
                    <a:pt x="18486" y="5550"/>
                  </a:lnTo>
                  <a:lnTo>
                    <a:pt x="18827" y="5578"/>
                  </a:lnTo>
                  <a:lnTo>
                    <a:pt x="19169" y="5635"/>
                  </a:lnTo>
                  <a:lnTo>
                    <a:pt x="19510" y="5692"/>
                  </a:lnTo>
                  <a:lnTo>
                    <a:pt x="19852" y="5749"/>
                  </a:lnTo>
                  <a:lnTo>
                    <a:pt x="20193" y="5834"/>
                  </a:lnTo>
                  <a:lnTo>
                    <a:pt x="20520" y="5920"/>
                  </a:lnTo>
                  <a:lnTo>
                    <a:pt x="20848" y="6005"/>
                  </a:lnTo>
                  <a:lnTo>
                    <a:pt x="21175" y="6105"/>
                  </a:lnTo>
                  <a:lnTo>
                    <a:pt x="21488" y="6218"/>
                  </a:lnTo>
                  <a:lnTo>
                    <a:pt x="21801" y="6347"/>
                  </a:lnTo>
                  <a:lnTo>
                    <a:pt x="22114" y="6475"/>
                  </a:lnTo>
                  <a:lnTo>
                    <a:pt x="22427" y="6617"/>
                  </a:lnTo>
                  <a:lnTo>
                    <a:pt x="22726" y="6759"/>
                  </a:lnTo>
                  <a:lnTo>
                    <a:pt x="23025" y="6916"/>
                  </a:lnTo>
                  <a:lnTo>
                    <a:pt x="23324" y="7087"/>
                  </a:lnTo>
                  <a:lnTo>
                    <a:pt x="23608" y="7257"/>
                  </a:lnTo>
                  <a:lnTo>
                    <a:pt x="23893" y="7442"/>
                  </a:lnTo>
                  <a:lnTo>
                    <a:pt x="24178" y="7627"/>
                  </a:lnTo>
                  <a:lnTo>
                    <a:pt x="24448" y="7826"/>
                  </a:lnTo>
                  <a:lnTo>
                    <a:pt x="24718" y="8026"/>
                  </a:lnTo>
                  <a:lnTo>
                    <a:pt x="24989" y="8253"/>
                  </a:lnTo>
                  <a:lnTo>
                    <a:pt x="25245" y="8467"/>
                  </a:lnTo>
                  <a:lnTo>
                    <a:pt x="25487" y="8694"/>
                  </a:lnTo>
                  <a:lnTo>
                    <a:pt x="25729" y="8936"/>
                  </a:lnTo>
                  <a:lnTo>
                    <a:pt x="25970" y="9178"/>
                  </a:lnTo>
                  <a:lnTo>
                    <a:pt x="26198" y="9434"/>
                  </a:lnTo>
                  <a:lnTo>
                    <a:pt x="26426" y="9691"/>
                  </a:lnTo>
                  <a:lnTo>
                    <a:pt x="26654" y="9961"/>
                  </a:lnTo>
                  <a:lnTo>
                    <a:pt x="26853" y="10231"/>
                  </a:lnTo>
                  <a:lnTo>
                    <a:pt x="27066" y="10516"/>
                  </a:lnTo>
                  <a:lnTo>
                    <a:pt x="27265" y="10801"/>
                  </a:lnTo>
                  <a:lnTo>
                    <a:pt x="27578" y="11327"/>
                  </a:lnTo>
                  <a:lnTo>
                    <a:pt x="27877" y="11854"/>
                  </a:lnTo>
                  <a:lnTo>
                    <a:pt x="28133" y="12380"/>
                  </a:lnTo>
                  <a:lnTo>
                    <a:pt x="28375" y="12935"/>
                  </a:lnTo>
                  <a:lnTo>
                    <a:pt x="28575" y="13476"/>
                  </a:lnTo>
                  <a:lnTo>
                    <a:pt x="28760" y="14031"/>
                  </a:lnTo>
                  <a:lnTo>
                    <a:pt x="28902" y="14600"/>
                  </a:lnTo>
                  <a:lnTo>
                    <a:pt x="29030" y="15169"/>
                  </a:lnTo>
                  <a:lnTo>
                    <a:pt x="29115" y="15738"/>
                  </a:lnTo>
                  <a:lnTo>
                    <a:pt x="29172" y="16308"/>
                  </a:lnTo>
                  <a:lnTo>
                    <a:pt x="29215" y="16877"/>
                  </a:lnTo>
                  <a:lnTo>
                    <a:pt x="29215" y="17446"/>
                  </a:lnTo>
                  <a:lnTo>
                    <a:pt x="29201" y="18015"/>
                  </a:lnTo>
                  <a:lnTo>
                    <a:pt x="29158" y="18584"/>
                  </a:lnTo>
                  <a:lnTo>
                    <a:pt x="29087" y="19139"/>
                  </a:lnTo>
                  <a:lnTo>
                    <a:pt x="28987" y="19708"/>
                  </a:lnTo>
                  <a:lnTo>
                    <a:pt x="28859" y="20263"/>
                  </a:lnTo>
                  <a:lnTo>
                    <a:pt x="28703" y="20804"/>
                  </a:lnTo>
                  <a:lnTo>
                    <a:pt x="28518" y="21345"/>
                  </a:lnTo>
                  <a:lnTo>
                    <a:pt x="28318" y="21886"/>
                  </a:lnTo>
                  <a:lnTo>
                    <a:pt x="28091" y="22398"/>
                  </a:lnTo>
                  <a:lnTo>
                    <a:pt x="27835" y="22910"/>
                  </a:lnTo>
                  <a:lnTo>
                    <a:pt x="27550" y="23408"/>
                  </a:lnTo>
                  <a:lnTo>
                    <a:pt x="27237" y="23906"/>
                  </a:lnTo>
                  <a:lnTo>
                    <a:pt x="26910" y="24376"/>
                  </a:lnTo>
                  <a:lnTo>
                    <a:pt x="26554" y="24831"/>
                  </a:lnTo>
                  <a:lnTo>
                    <a:pt x="26170" y="25272"/>
                  </a:lnTo>
                  <a:lnTo>
                    <a:pt x="25771" y="25699"/>
                  </a:lnTo>
                  <a:lnTo>
                    <a:pt x="25344" y="26112"/>
                  </a:lnTo>
                  <a:lnTo>
                    <a:pt x="24889" y="26496"/>
                  </a:lnTo>
                  <a:lnTo>
                    <a:pt x="24419" y="26866"/>
                  </a:lnTo>
                  <a:lnTo>
                    <a:pt x="23921" y="27222"/>
                  </a:lnTo>
                  <a:lnTo>
                    <a:pt x="23395" y="27549"/>
                  </a:lnTo>
                  <a:lnTo>
                    <a:pt x="22868" y="27834"/>
                  </a:lnTo>
                  <a:lnTo>
                    <a:pt x="22342" y="28104"/>
                  </a:lnTo>
                  <a:lnTo>
                    <a:pt x="21787" y="28332"/>
                  </a:lnTo>
                  <a:lnTo>
                    <a:pt x="21246" y="28545"/>
                  </a:lnTo>
                  <a:lnTo>
                    <a:pt x="20691" y="28716"/>
                  </a:lnTo>
                  <a:lnTo>
                    <a:pt x="20122" y="28858"/>
                  </a:lnTo>
                  <a:lnTo>
                    <a:pt x="19553" y="28986"/>
                  </a:lnTo>
                  <a:lnTo>
                    <a:pt x="18984" y="29072"/>
                  </a:lnTo>
                  <a:lnTo>
                    <a:pt x="18414" y="29143"/>
                  </a:lnTo>
                  <a:lnTo>
                    <a:pt x="17845" y="29171"/>
                  </a:lnTo>
                  <a:lnTo>
                    <a:pt x="17276" y="29186"/>
                  </a:lnTo>
                  <a:lnTo>
                    <a:pt x="16707" y="29157"/>
                  </a:lnTo>
                  <a:lnTo>
                    <a:pt x="16138" y="29114"/>
                  </a:lnTo>
                  <a:lnTo>
                    <a:pt x="15583" y="29043"/>
                  </a:lnTo>
                  <a:lnTo>
                    <a:pt x="15013" y="28944"/>
                  </a:lnTo>
                  <a:lnTo>
                    <a:pt x="14458" y="28816"/>
                  </a:lnTo>
                  <a:lnTo>
                    <a:pt x="13918" y="28659"/>
                  </a:lnTo>
                  <a:lnTo>
                    <a:pt x="13377" y="28488"/>
                  </a:lnTo>
                  <a:lnTo>
                    <a:pt x="12836" y="28275"/>
                  </a:lnTo>
                  <a:lnTo>
                    <a:pt x="12324" y="28047"/>
                  </a:lnTo>
                  <a:lnTo>
                    <a:pt x="11812" y="27791"/>
                  </a:lnTo>
                  <a:lnTo>
                    <a:pt x="11314" y="27506"/>
                  </a:lnTo>
                  <a:lnTo>
                    <a:pt x="10816" y="27208"/>
                  </a:lnTo>
                  <a:lnTo>
                    <a:pt x="10346" y="26866"/>
                  </a:lnTo>
                  <a:lnTo>
                    <a:pt x="9891" y="26510"/>
                  </a:lnTo>
                  <a:lnTo>
                    <a:pt x="9450" y="26140"/>
                  </a:lnTo>
                  <a:lnTo>
                    <a:pt x="9023" y="25728"/>
                  </a:lnTo>
                  <a:lnTo>
                    <a:pt x="8610" y="25301"/>
                  </a:lnTo>
                  <a:lnTo>
                    <a:pt x="8226" y="24845"/>
                  </a:lnTo>
                  <a:lnTo>
                    <a:pt x="7856" y="24376"/>
                  </a:lnTo>
                  <a:lnTo>
                    <a:pt x="7500" y="23878"/>
                  </a:lnTo>
                  <a:lnTo>
                    <a:pt x="7301" y="23565"/>
                  </a:lnTo>
                  <a:lnTo>
                    <a:pt x="7116" y="23252"/>
                  </a:lnTo>
                  <a:lnTo>
                    <a:pt x="6931" y="22924"/>
                  </a:lnTo>
                  <a:lnTo>
                    <a:pt x="6774" y="22597"/>
                  </a:lnTo>
                  <a:lnTo>
                    <a:pt x="6618" y="22270"/>
                  </a:lnTo>
                  <a:lnTo>
                    <a:pt x="6461" y="21943"/>
                  </a:lnTo>
                  <a:lnTo>
                    <a:pt x="6333" y="21615"/>
                  </a:lnTo>
                  <a:lnTo>
                    <a:pt x="6205" y="21274"/>
                  </a:lnTo>
                  <a:lnTo>
                    <a:pt x="6091" y="20932"/>
                  </a:lnTo>
                  <a:lnTo>
                    <a:pt x="5992" y="20576"/>
                  </a:lnTo>
                  <a:lnTo>
                    <a:pt x="5892" y="20235"/>
                  </a:lnTo>
                  <a:lnTo>
                    <a:pt x="5807" y="19893"/>
                  </a:lnTo>
                  <a:lnTo>
                    <a:pt x="5736" y="19538"/>
                  </a:lnTo>
                  <a:lnTo>
                    <a:pt x="5679" y="19182"/>
                  </a:lnTo>
                  <a:lnTo>
                    <a:pt x="5636" y="18826"/>
                  </a:lnTo>
                  <a:lnTo>
                    <a:pt x="5593" y="18470"/>
                  </a:lnTo>
                  <a:lnTo>
                    <a:pt x="5565" y="18115"/>
                  </a:lnTo>
                  <a:lnTo>
                    <a:pt x="5536" y="17759"/>
                  </a:lnTo>
                  <a:lnTo>
                    <a:pt x="5536" y="17403"/>
                  </a:lnTo>
                  <a:lnTo>
                    <a:pt x="5536" y="17033"/>
                  </a:lnTo>
                  <a:lnTo>
                    <a:pt x="5551" y="16677"/>
                  </a:lnTo>
                  <a:lnTo>
                    <a:pt x="5579" y="16322"/>
                  </a:lnTo>
                  <a:lnTo>
                    <a:pt x="5622" y="15966"/>
                  </a:lnTo>
                  <a:lnTo>
                    <a:pt x="5664" y="15610"/>
                  </a:lnTo>
                  <a:lnTo>
                    <a:pt x="5721" y="15254"/>
                  </a:lnTo>
                  <a:lnTo>
                    <a:pt x="5792" y="14899"/>
                  </a:lnTo>
                  <a:lnTo>
                    <a:pt x="5878" y="14543"/>
                  </a:lnTo>
                  <a:lnTo>
                    <a:pt x="5963" y="14187"/>
                  </a:lnTo>
                  <a:lnTo>
                    <a:pt x="6063" y="13831"/>
                  </a:lnTo>
                  <a:lnTo>
                    <a:pt x="6177" y="13490"/>
                  </a:lnTo>
                  <a:lnTo>
                    <a:pt x="6305" y="13148"/>
                  </a:lnTo>
                  <a:lnTo>
                    <a:pt x="6447" y="12793"/>
                  </a:lnTo>
                  <a:lnTo>
                    <a:pt x="6532" y="12537"/>
                  </a:lnTo>
                  <a:lnTo>
                    <a:pt x="6604" y="12266"/>
                  </a:lnTo>
                  <a:lnTo>
                    <a:pt x="6646" y="11996"/>
                  </a:lnTo>
                  <a:lnTo>
                    <a:pt x="6646" y="11725"/>
                  </a:lnTo>
                  <a:lnTo>
                    <a:pt x="6632" y="11455"/>
                  </a:lnTo>
                  <a:lnTo>
                    <a:pt x="6589" y="11185"/>
                  </a:lnTo>
                  <a:lnTo>
                    <a:pt x="6532" y="10929"/>
                  </a:lnTo>
                  <a:lnTo>
                    <a:pt x="6433" y="10687"/>
                  </a:lnTo>
                  <a:lnTo>
                    <a:pt x="6333" y="10445"/>
                  </a:lnTo>
                  <a:lnTo>
                    <a:pt x="6191" y="10217"/>
                  </a:lnTo>
                  <a:lnTo>
                    <a:pt x="6034" y="10004"/>
                  </a:lnTo>
                  <a:lnTo>
                    <a:pt x="5849" y="9804"/>
                  </a:lnTo>
                  <a:lnTo>
                    <a:pt x="5650" y="9619"/>
                  </a:lnTo>
                  <a:lnTo>
                    <a:pt x="5437" y="9449"/>
                  </a:lnTo>
                  <a:lnTo>
                    <a:pt x="5195" y="9306"/>
                  </a:lnTo>
                  <a:lnTo>
                    <a:pt x="4939" y="9193"/>
                  </a:lnTo>
                  <a:lnTo>
                    <a:pt x="4683" y="9093"/>
                  </a:lnTo>
                  <a:lnTo>
                    <a:pt x="4412" y="9022"/>
                  </a:lnTo>
                  <a:lnTo>
                    <a:pt x="4142" y="8993"/>
                  </a:lnTo>
                  <a:lnTo>
                    <a:pt x="3871" y="8979"/>
                  </a:lnTo>
                  <a:lnTo>
                    <a:pt x="3601" y="8993"/>
                  </a:lnTo>
                  <a:lnTo>
                    <a:pt x="3331" y="9036"/>
                  </a:lnTo>
                  <a:lnTo>
                    <a:pt x="3075" y="9093"/>
                  </a:lnTo>
                  <a:lnTo>
                    <a:pt x="2833" y="9193"/>
                  </a:lnTo>
                  <a:lnTo>
                    <a:pt x="2591" y="9306"/>
                  </a:lnTo>
                  <a:lnTo>
                    <a:pt x="2363" y="9434"/>
                  </a:lnTo>
                  <a:lnTo>
                    <a:pt x="2150" y="9591"/>
                  </a:lnTo>
                  <a:lnTo>
                    <a:pt x="1950" y="9776"/>
                  </a:lnTo>
                  <a:lnTo>
                    <a:pt x="1765" y="9975"/>
                  </a:lnTo>
                  <a:lnTo>
                    <a:pt x="1595" y="10189"/>
                  </a:lnTo>
                  <a:lnTo>
                    <a:pt x="1452" y="10431"/>
                  </a:lnTo>
                  <a:lnTo>
                    <a:pt x="1339" y="10687"/>
                  </a:lnTo>
                  <a:lnTo>
                    <a:pt x="1139" y="11185"/>
                  </a:lnTo>
                  <a:lnTo>
                    <a:pt x="954" y="11697"/>
                  </a:lnTo>
                  <a:lnTo>
                    <a:pt x="784" y="12209"/>
                  </a:lnTo>
                  <a:lnTo>
                    <a:pt x="627" y="12722"/>
                  </a:lnTo>
                  <a:lnTo>
                    <a:pt x="499" y="13234"/>
                  </a:lnTo>
                  <a:lnTo>
                    <a:pt x="385" y="13760"/>
                  </a:lnTo>
                  <a:lnTo>
                    <a:pt x="286" y="14273"/>
                  </a:lnTo>
                  <a:lnTo>
                    <a:pt x="200" y="14799"/>
                  </a:lnTo>
                  <a:lnTo>
                    <a:pt x="129" y="15326"/>
                  </a:lnTo>
                  <a:lnTo>
                    <a:pt x="72" y="15852"/>
                  </a:lnTo>
                  <a:lnTo>
                    <a:pt x="29" y="16379"/>
                  </a:lnTo>
                  <a:lnTo>
                    <a:pt x="15" y="16905"/>
                  </a:lnTo>
                  <a:lnTo>
                    <a:pt x="1" y="17432"/>
                  </a:lnTo>
                  <a:lnTo>
                    <a:pt x="15" y="17958"/>
                  </a:lnTo>
                  <a:lnTo>
                    <a:pt x="44" y="18485"/>
                  </a:lnTo>
                  <a:lnTo>
                    <a:pt x="86" y="18997"/>
                  </a:lnTo>
                  <a:lnTo>
                    <a:pt x="143" y="19523"/>
                  </a:lnTo>
                  <a:lnTo>
                    <a:pt x="214" y="20050"/>
                  </a:lnTo>
                  <a:lnTo>
                    <a:pt x="314" y="20562"/>
                  </a:lnTo>
                  <a:lnTo>
                    <a:pt x="414" y="21075"/>
                  </a:lnTo>
                  <a:lnTo>
                    <a:pt x="542" y="21587"/>
                  </a:lnTo>
                  <a:lnTo>
                    <a:pt x="670" y="22099"/>
                  </a:lnTo>
                  <a:lnTo>
                    <a:pt x="826" y="22597"/>
                  </a:lnTo>
                  <a:lnTo>
                    <a:pt x="997" y="23109"/>
                  </a:lnTo>
                  <a:lnTo>
                    <a:pt x="1182" y="23607"/>
                  </a:lnTo>
                  <a:lnTo>
                    <a:pt x="1381" y="24091"/>
                  </a:lnTo>
                  <a:lnTo>
                    <a:pt x="1595" y="24575"/>
                  </a:lnTo>
                  <a:lnTo>
                    <a:pt x="1822" y="25059"/>
                  </a:lnTo>
                  <a:lnTo>
                    <a:pt x="2064" y="25543"/>
                  </a:lnTo>
                  <a:lnTo>
                    <a:pt x="2320" y="25998"/>
                  </a:lnTo>
                  <a:lnTo>
                    <a:pt x="2605" y="26468"/>
                  </a:lnTo>
                  <a:lnTo>
                    <a:pt x="2890" y="26923"/>
                  </a:lnTo>
                  <a:lnTo>
                    <a:pt x="3146" y="27293"/>
                  </a:lnTo>
                  <a:lnTo>
                    <a:pt x="3402" y="27649"/>
                  </a:lnTo>
                  <a:lnTo>
                    <a:pt x="3672" y="28005"/>
                  </a:lnTo>
                  <a:lnTo>
                    <a:pt x="3943" y="28346"/>
                  </a:lnTo>
                  <a:lnTo>
                    <a:pt x="4227" y="28688"/>
                  </a:lnTo>
                  <a:lnTo>
                    <a:pt x="4512" y="29015"/>
                  </a:lnTo>
                  <a:lnTo>
                    <a:pt x="4811" y="29328"/>
                  </a:lnTo>
                  <a:lnTo>
                    <a:pt x="5109" y="29641"/>
                  </a:lnTo>
                  <a:lnTo>
                    <a:pt x="5423" y="29940"/>
                  </a:lnTo>
                  <a:lnTo>
                    <a:pt x="5736" y="30239"/>
                  </a:lnTo>
                  <a:lnTo>
                    <a:pt x="6063" y="30523"/>
                  </a:lnTo>
                  <a:lnTo>
                    <a:pt x="6390" y="30794"/>
                  </a:lnTo>
                  <a:lnTo>
                    <a:pt x="6717" y="31064"/>
                  </a:lnTo>
                  <a:lnTo>
                    <a:pt x="7059" y="31320"/>
                  </a:lnTo>
                  <a:lnTo>
                    <a:pt x="7415" y="31562"/>
                  </a:lnTo>
                  <a:lnTo>
                    <a:pt x="7756" y="31804"/>
                  </a:lnTo>
                  <a:lnTo>
                    <a:pt x="8112" y="32032"/>
                  </a:lnTo>
                  <a:lnTo>
                    <a:pt x="8468" y="32259"/>
                  </a:lnTo>
                  <a:lnTo>
                    <a:pt x="8838" y="32458"/>
                  </a:lnTo>
                  <a:lnTo>
                    <a:pt x="9208" y="32672"/>
                  </a:lnTo>
                  <a:lnTo>
                    <a:pt x="9578" y="32857"/>
                  </a:lnTo>
                  <a:lnTo>
                    <a:pt x="9962" y="33042"/>
                  </a:lnTo>
                  <a:lnTo>
                    <a:pt x="10332" y="33213"/>
                  </a:lnTo>
                  <a:lnTo>
                    <a:pt x="10730" y="33383"/>
                  </a:lnTo>
                  <a:lnTo>
                    <a:pt x="11114" y="33540"/>
                  </a:lnTo>
                  <a:lnTo>
                    <a:pt x="11499" y="33682"/>
                  </a:lnTo>
                  <a:lnTo>
                    <a:pt x="11897" y="33810"/>
                  </a:lnTo>
                  <a:lnTo>
                    <a:pt x="12296" y="33938"/>
                  </a:lnTo>
                  <a:lnTo>
                    <a:pt x="12694" y="34066"/>
                  </a:lnTo>
                  <a:lnTo>
                    <a:pt x="13107" y="34166"/>
                  </a:lnTo>
                  <a:lnTo>
                    <a:pt x="13505" y="34266"/>
                  </a:lnTo>
                  <a:lnTo>
                    <a:pt x="13918" y="34351"/>
                  </a:lnTo>
                  <a:lnTo>
                    <a:pt x="14316" y="34436"/>
                  </a:lnTo>
                  <a:lnTo>
                    <a:pt x="14729" y="34508"/>
                  </a:lnTo>
                  <a:lnTo>
                    <a:pt x="15142" y="34565"/>
                  </a:lnTo>
                  <a:lnTo>
                    <a:pt x="15568" y="34607"/>
                  </a:lnTo>
                  <a:lnTo>
                    <a:pt x="15981" y="34650"/>
                  </a:lnTo>
                  <a:lnTo>
                    <a:pt x="16394" y="34678"/>
                  </a:lnTo>
                  <a:lnTo>
                    <a:pt x="16806" y="34693"/>
                  </a:lnTo>
                  <a:lnTo>
                    <a:pt x="17233" y="34707"/>
                  </a:lnTo>
                  <a:lnTo>
                    <a:pt x="17646" y="34707"/>
                  </a:lnTo>
                  <a:lnTo>
                    <a:pt x="18073" y="34693"/>
                  </a:lnTo>
                  <a:lnTo>
                    <a:pt x="18486" y="34678"/>
                  </a:lnTo>
                  <a:lnTo>
                    <a:pt x="18898" y="34636"/>
                  </a:lnTo>
                  <a:lnTo>
                    <a:pt x="19325" y="34607"/>
                  </a:lnTo>
                  <a:lnTo>
                    <a:pt x="19738" y="34550"/>
                  </a:lnTo>
                  <a:lnTo>
                    <a:pt x="20165" y="34493"/>
                  </a:lnTo>
                  <a:lnTo>
                    <a:pt x="20577" y="34422"/>
                  </a:lnTo>
                  <a:lnTo>
                    <a:pt x="20990" y="34337"/>
                  </a:lnTo>
                  <a:lnTo>
                    <a:pt x="21403" y="34237"/>
                  </a:lnTo>
                  <a:lnTo>
                    <a:pt x="21815" y="34138"/>
                  </a:lnTo>
                  <a:lnTo>
                    <a:pt x="22228" y="34024"/>
                  </a:lnTo>
                  <a:lnTo>
                    <a:pt x="22641" y="33896"/>
                  </a:lnTo>
                  <a:lnTo>
                    <a:pt x="23039" y="33768"/>
                  </a:lnTo>
                  <a:lnTo>
                    <a:pt x="23452" y="33625"/>
                  </a:lnTo>
                  <a:lnTo>
                    <a:pt x="23850" y="33469"/>
                  </a:lnTo>
                  <a:lnTo>
                    <a:pt x="24249" y="33298"/>
                  </a:lnTo>
                  <a:lnTo>
                    <a:pt x="24647" y="33127"/>
                  </a:lnTo>
                  <a:lnTo>
                    <a:pt x="25046" y="32928"/>
                  </a:lnTo>
                  <a:lnTo>
                    <a:pt x="25430" y="32729"/>
                  </a:lnTo>
                  <a:lnTo>
                    <a:pt x="25828" y="32530"/>
                  </a:lnTo>
                  <a:lnTo>
                    <a:pt x="26212" y="32302"/>
                  </a:lnTo>
                  <a:lnTo>
                    <a:pt x="26582" y="32074"/>
                  </a:lnTo>
                  <a:lnTo>
                    <a:pt x="26967" y="31832"/>
                  </a:lnTo>
                  <a:lnTo>
                    <a:pt x="27337" y="31576"/>
                  </a:lnTo>
                  <a:lnTo>
                    <a:pt x="27692" y="31320"/>
                  </a:lnTo>
                  <a:lnTo>
                    <a:pt x="28048" y="31050"/>
                  </a:lnTo>
                  <a:lnTo>
                    <a:pt x="28390" y="30779"/>
                  </a:lnTo>
                  <a:lnTo>
                    <a:pt x="28731" y="30495"/>
                  </a:lnTo>
                  <a:lnTo>
                    <a:pt x="29058" y="30210"/>
                  </a:lnTo>
                  <a:lnTo>
                    <a:pt x="29371" y="29911"/>
                  </a:lnTo>
                  <a:lnTo>
                    <a:pt x="29684" y="29612"/>
                  </a:lnTo>
                  <a:lnTo>
                    <a:pt x="29983" y="29299"/>
                  </a:lnTo>
                  <a:lnTo>
                    <a:pt x="30282" y="28986"/>
                  </a:lnTo>
                  <a:lnTo>
                    <a:pt x="30567" y="28659"/>
                  </a:lnTo>
                  <a:lnTo>
                    <a:pt x="30837" y="28332"/>
                  </a:lnTo>
                  <a:lnTo>
                    <a:pt x="31107" y="27990"/>
                  </a:lnTo>
                  <a:lnTo>
                    <a:pt x="31364" y="27663"/>
                  </a:lnTo>
                  <a:lnTo>
                    <a:pt x="31606" y="27307"/>
                  </a:lnTo>
                  <a:lnTo>
                    <a:pt x="31847" y="26966"/>
                  </a:lnTo>
                  <a:lnTo>
                    <a:pt x="32075" y="26610"/>
                  </a:lnTo>
                  <a:lnTo>
                    <a:pt x="32289" y="26254"/>
                  </a:lnTo>
                  <a:lnTo>
                    <a:pt x="32502" y="25884"/>
                  </a:lnTo>
                  <a:lnTo>
                    <a:pt x="32701" y="25514"/>
                  </a:lnTo>
                  <a:lnTo>
                    <a:pt x="32900" y="25144"/>
                  </a:lnTo>
                  <a:lnTo>
                    <a:pt x="33085" y="24760"/>
                  </a:lnTo>
                  <a:lnTo>
                    <a:pt x="33256" y="24376"/>
                  </a:lnTo>
                  <a:lnTo>
                    <a:pt x="33427" y="23992"/>
                  </a:lnTo>
                  <a:lnTo>
                    <a:pt x="33569" y="23607"/>
                  </a:lnTo>
                  <a:lnTo>
                    <a:pt x="33726" y="23223"/>
                  </a:lnTo>
                  <a:lnTo>
                    <a:pt x="33854" y="22825"/>
                  </a:lnTo>
                  <a:lnTo>
                    <a:pt x="33982" y="22426"/>
                  </a:lnTo>
                  <a:lnTo>
                    <a:pt x="34096" y="22028"/>
                  </a:lnTo>
                  <a:lnTo>
                    <a:pt x="34210" y="21615"/>
                  </a:lnTo>
                  <a:lnTo>
                    <a:pt x="34309" y="21217"/>
                  </a:lnTo>
                  <a:lnTo>
                    <a:pt x="34395" y="20804"/>
                  </a:lnTo>
                  <a:lnTo>
                    <a:pt x="34480" y="20406"/>
                  </a:lnTo>
                  <a:lnTo>
                    <a:pt x="34537" y="19993"/>
                  </a:lnTo>
                  <a:lnTo>
                    <a:pt x="34608" y="19580"/>
                  </a:lnTo>
                  <a:lnTo>
                    <a:pt x="34651" y="19153"/>
                  </a:lnTo>
                  <a:lnTo>
                    <a:pt x="34693" y="18741"/>
                  </a:lnTo>
                  <a:lnTo>
                    <a:pt x="34722" y="18328"/>
                  </a:lnTo>
                  <a:lnTo>
                    <a:pt x="34736" y="17915"/>
                  </a:lnTo>
                  <a:lnTo>
                    <a:pt x="34750" y="17489"/>
                  </a:lnTo>
                  <a:lnTo>
                    <a:pt x="34750" y="17076"/>
                  </a:lnTo>
                  <a:lnTo>
                    <a:pt x="34736" y="16649"/>
                  </a:lnTo>
                  <a:lnTo>
                    <a:pt x="34708" y="16236"/>
                  </a:lnTo>
                  <a:lnTo>
                    <a:pt x="34679" y="15824"/>
                  </a:lnTo>
                  <a:lnTo>
                    <a:pt x="34636" y="15397"/>
                  </a:lnTo>
                  <a:lnTo>
                    <a:pt x="34594" y="14984"/>
                  </a:lnTo>
                  <a:lnTo>
                    <a:pt x="34523" y="14557"/>
                  </a:lnTo>
                  <a:lnTo>
                    <a:pt x="34451" y="14145"/>
                  </a:lnTo>
                  <a:lnTo>
                    <a:pt x="34380" y="13732"/>
                  </a:lnTo>
                  <a:lnTo>
                    <a:pt x="34281" y="13319"/>
                  </a:lnTo>
                  <a:lnTo>
                    <a:pt x="34181" y="12907"/>
                  </a:lnTo>
                  <a:lnTo>
                    <a:pt x="34067" y="12494"/>
                  </a:lnTo>
                  <a:lnTo>
                    <a:pt x="33939" y="12081"/>
                  </a:lnTo>
                  <a:lnTo>
                    <a:pt x="33811" y="11683"/>
                  </a:lnTo>
                  <a:lnTo>
                    <a:pt x="33655" y="11270"/>
                  </a:lnTo>
                  <a:lnTo>
                    <a:pt x="33498" y="10872"/>
                  </a:lnTo>
                  <a:lnTo>
                    <a:pt x="33342" y="10473"/>
                  </a:lnTo>
                  <a:lnTo>
                    <a:pt x="33157" y="10075"/>
                  </a:lnTo>
                  <a:lnTo>
                    <a:pt x="32972" y="9676"/>
                  </a:lnTo>
                  <a:lnTo>
                    <a:pt x="32772" y="9292"/>
                  </a:lnTo>
                  <a:lnTo>
                    <a:pt x="32559" y="8894"/>
                  </a:lnTo>
                  <a:lnTo>
                    <a:pt x="32345" y="8510"/>
                  </a:lnTo>
                  <a:lnTo>
                    <a:pt x="32118" y="8140"/>
                  </a:lnTo>
                  <a:lnTo>
                    <a:pt x="31876" y="7755"/>
                  </a:lnTo>
                  <a:lnTo>
                    <a:pt x="31577" y="7328"/>
                  </a:lnTo>
                  <a:lnTo>
                    <a:pt x="31278" y="6916"/>
                  </a:lnTo>
                  <a:lnTo>
                    <a:pt x="30965" y="6517"/>
                  </a:lnTo>
                  <a:lnTo>
                    <a:pt x="30652" y="6119"/>
                  </a:lnTo>
                  <a:lnTo>
                    <a:pt x="30325" y="5749"/>
                  </a:lnTo>
                  <a:lnTo>
                    <a:pt x="29983" y="5379"/>
                  </a:lnTo>
                  <a:lnTo>
                    <a:pt x="29628" y="5009"/>
                  </a:lnTo>
                  <a:lnTo>
                    <a:pt x="29272" y="4667"/>
                  </a:lnTo>
                  <a:lnTo>
                    <a:pt x="28902" y="4326"/>
                  </a:lnTo>
                  <a:lnTo>
                    <a:pt x="28532" y="3999"/>
                  </a:lnTo>
                  <a:lnTo>
                    <a:pt x="28148" y="3686"/>
                  </a:lnTo>
                  <a:lnTo>
                    <a:pt x="27749" y="3387"/>
                  </a:lnTo>
                  <a:lnTo>
                    <a:pt x="27351" y="3102"/>
                  </a:lnTo>
                  <a:lnTo>
                    <a:pt x="26938" y="2818"/>
                  </a:lnTo>
                  <a:lnTo>
                    <a:pt x="26525" y="2547"/>
                  </a:lnTo>
                  <a:lnTo>
                    <a:pt x="26099" y="2291"/>
                  </a:lnTo>
                  <a:lnTo>
                    <a:pt x="25672" y="2049"/>
                  </a:lnTo>
                  <a:lnTo>
                    <a:pt x="25231" y="1821"/>
                  </a:lnTo>
                  <a:lnTo>
                    <a:pt x="24789" y="1608"/>
                  </a:lnTo>
                  <a:lnTo>
                    <a:pt x="24334" y="1409"/>
                  </a:lnTo>
                  <a:lnTo>
                    <a:pt x="23879" y="1210"/>
                  </a:lnTo>
                  <a:lnTo>
                    <a:pt x="23409" y="1039"/>
                  </a:lnTo>
                  <a:lnTo>
                    <a:pt x="22940" y="868"/>
                  </a:lnTo>
                  <a:lnTo>
                    <a:pt x="22470" y="726"/>
                  </a:lnTo>
                  <a:lnTo>
                    <a:pt x="21986" y="583"/>
                  </a:lnTo>
                  <a:lnTo>
                    <a:pt x="21502" y="455"/>
                  </a:lnTo>
                  <a:lnTo>
                    <a:pt x="21004" y="342"/>
                  </a:lnTo>
                  <a:lnTo>
                    <a:pt x="20506" y="256"/>
                  </a:lnTo>
                  <a:lnTo>
                    <a:pt x="20008" y="171"/>
                  </a:lnTo>
                  <a:lnTo>
                    <a:pt x="19510" y="100"/>
                  </a:lnTo>
                  <a:lnTo>
                    <a:pt x="18998" y="43"/>
                  </a:lnTo>
                  <a:lnTo>
                    <a:pt x="184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1"/>
            <p:cNvSpPr/>
            <p:nvPr/>
          </p:nvSpPr>
          <p:spPr>
            <a:xfrm>
              <a:off x="4625084" y="1394790"/>
              <a:ext cx="1099163" cy="964913"/>
            </a:xfrm>
            <a:custGeom>
              <a:avLst/>
              <a:gdLst/>
              <a:ahLst/>
              <a:cxnLst/>
              <a:rect l="l" t="t" r="r" b="b"/>
              <a:pathLst>
                <a:path w="33896" h="29756" extrusionOk="0">
                  <a:moveTo>
                    <a:pt x="27962" y="1"/>
                  </a:moveTo>
                  <a:lnTo>
                    <a:pt x="27621" y="15"/>
                  </a:lnTo>
                  <a:lnTo>
                    <a:pt x="27279" y="58"/>
                  </a:lnTo>
                  <a:lnTo>
                    <a:pt x="27108" y="86"/>
                  </a:lnTo>
                  <a:lnTo>
                    <a:pt x="26938" y="129"/>
                  </a:lnTo>
                  <a:lnTo>
                    <a:pt x="26767" y="186"/>
                  </a:lnTo>
                  <a:lnTo>
                    <a:pt x="26610" y="243"/>
                  </a:lnTo>
                  <a:lnTo>
                    <a:pt x="26440" y="314"/>
                  </a:lnTo>
                  <a:lnTo>
                    <a:pt x="26283" y="399"/>
                  </a:lnTo>
                  <a:lnTo>
                    <a:pt x="26126" y="484"/>
                  </a:lnTo>
                  <a:lnTo>
                    <a:pt x="25970" y="584"/>
                  </a:lnTo>
                  <a:lnTo>
                    <a:pt x="25813" y="684"/>
                  </a:lnTo>
                  <a:lnTo>
                    <a:pt x="25671" y="798"/>
                  </a:lnTo>
                  <a:lnTo>
                    <a:pt x="25543" y="911"/>
                  </a:lnTo>
                  <a:lnTo>
                    <a:pt x="25415" y="1039"/>
                  </a:lnTo>
                  <a:lnTo>
                    <a:pt x="25287" y="1168"/>
                  </a:lnTo>
                  <a:lnTo>
                    <a:pt x="25173" y="1296"/>
                  </a:lnTo>
                  <a:lnTo>
                    <a:pt x="25073" y="1438"/>
                  </a:lnTo>
                  <a:lnTo>
                    <a:pt x="24974" y="1580"/>
                  </a:lnTo>
                  <a:lnTo>
                    <a:pt x="24789" y="1879"/>
                  </a:lnTo>
                  <a:lnTo>
                    <a:pt x="24647" y="2192"/>
                  </a:lnTo>
                  <a:lnTo>
                    <a:pt x="24533" y="2505"/>
                  </a:lnTo>
                  <a:lnTo>
                    <a:pt x="24447" y="2832"/>
                  </a:lnTo>
                  <a:lnTo>
                    <a:pt x="24390" y="3174"/>
                  </a:lnTo>
                  <a:lnTo>
                    <a:pt x="24376" y="3515"/>
                  </a:lnTo>
                  <a:lnTo>
                    <a:pt x="24390" y="3857"/>
                  </a:lnTo>
                  <a:lnTo>
                    <a:pt x="24433" y="4198"/>
                  </a:lnTo>
                  <a:lnTo>
                    <a:pt x="24476" y="4369"/>
                  </a:lnTo>
                  <a:lnTo>
                    <a:pt x="24518" y="4540"/>
                  </a:lnTo>
                  <a:lnTo>
                    <a:pt x="24575" y="4711"/>
                  </a:lnTo>
                  <a:lnTo>
                    <a:pt x="24632" y="4867"/>
                  </a:lnTo>
                  <a:lnTo>
                    <a:pt x="24703" y="5038"/>
                  </a:lnTo>
                  <a:lnTo>
                    <a:pt x="24775" y="5195"/>
                  </a:lnTo>
                  <a:lnTo>
                    <a:pt x="24874" y="5351"/>
                  </a:lnTo>
                  <a:lnTo>
                    <a:pt x="24960" y="5508"/>
                  </a:lnTo>
                  <a:lnTo>
                    <a:pt x="25273" y="5991"/>
                  </a:lnTo>
                  <a:lnTo>
                    <a:pt x="25543" y="6475"/>
                  </a:lnTo>
                  <a:lnTo>
                    <a:pt x="25785" y="6988"/>
                  </a:lnTo>
                  <a:lnTo>
                    <a:pt x="25998" y="7486"/>
                  </a:lnTo>
                  <a:lnTo>
                    <a:pt x="26198" y="7998"/>
                  </a:lnTo>
                  <a:lnTo>
                    <a:pt x="26354" y="8524"/>
                  </a:lnTo>
                  <a:lnTo>
                    <a:pt x="26496" y="9051"/>
                  </a:lnTo>
                  <a:lnTo>
                    <a:pt x="26610" y="9577"/>
                  </a:lnTo>
                  <a:lnTo>
                    <a:pt x="26696" y="10104"/>
                  </a:lnTo>
                  <a:lnTo>
                    <a:pt x="26753" y="10630"/>
                  </a:lnTo>
                  <a:lnTo>
                    <a:pt x="26781" y="11171"/>
                  </a:lnTo>
                  <a:lnTo>
                    <a:pt x="26795" y="11698"/>
                  </a:lnTo>
                  <a:lnTo>
                    <a:pt x="26781" y="12238"/>
                  </a:lnTo>
                  <a:lnTo>
                    <a:pt x="26738" y="12765"/>
                  </a:lnTo>
                  <a:lnTo>
                    <a:pt x="26667" y="13291"/>
                  </a:lnTo>
                  <a:lnTo>
                    <a:pt x="26568" y="13818"/>
                  </a:lnTo>
                  <a:lnTo>
                    <a:pt x="26454" y="14330"/>
                  </a:lnTo>
                  <a:lnTo>
                    <a:pt x="26311" y="14842"/>
                  </a:lnTo>
                  <a:lnTo>
                    <a:pt x="26141" y="15341"/>
                  </a:lnTo>
                  <a:lnTo>
                    <a:pt x="25956" y="15839"/>
                  </a:lnTo>
                  <a:lnTo>
                    <a:pt x="25742" y="16337"/>
                  </a:lnTo>
                  <a:lnTo>
                    <a:pt x="25500" y="16806"/>
                  </a:lnTo>
                  <a:lnTo>
                    <a:pt x="25230" y="17276"/>
                  </a:lnTo>
                  <a:lnTo>
                    <a:pt x="24945" y="17731"/>
                  </a:lnTo>
                  <a:lnTo>
                    <a:pt x="24632" y="18172"/>
                  </a:lnTo>
                  <a:lnTo>
                    <a:pt x="24305" y="18599"/>
                  </a:lnTo>
                  <a:lnTo>
                    <a:pt x="23949" y="19012"/>
                  </a:lnTo>
                  <a:lnTo>
                    <a:pt x="23579" y="19410"/>
                  </a:lnTo>
                  <a:lnTo>
                    <a:pt x="23181" y="19795"/>
                  </a:lnTo>
                  <a:lnTo>
                    <a:pt x="22754" y="20150"/>
                  </a:lnTo>
                  <a:lnTo>
                    <a:pt x="22313" y="20506"/>
                  </a:lnTo>
                  <a:lnTo>
                    <a:pt x="21843" y="20833"/>
                  </a:lnTo>
                  <a:lnTo>
                    <a:pt x="21359" y="21132"/>
                  </a:lnTo>
                  <a:lnTo>
                    <a:pt x="20876" y="21402"/>
                  </a:lnTo>
                  <a:lnTo>
                    <a:pt x="20363" y="21644"/>
                  </a:lnTo>
                  <a:lnTo>
                    <a:pt x="19865" y="21872"/>
                  </a:lnTo>
                  <a:lnTo>
                    <a:pt x="19353" y="22057"/>
                  </a:lnTo>
                  <a:lnTo>
                    <a:pt x="18827" y="22228"/>
                  </a:lnTo>
                  <a:lnTo>
                    <a:pt x="18300" y="22356"/>
                  </a:lnTo>
                  <a:lnTo>
                    <a:pt x="17773" y="22470"/>
                  </a:lnTo>
                  <a:lnTo>
                    <a:pt x="17247" y="22555"/>
                  </a:lnTo>
                  <a:lnTo>
                    <a:pt x="16720" y="22612"/>
                  </a:lnTo>
                  <a:lnTo>
                    <a:pt x="16180" y="22655"/>
                  </a:lnTo>
                  <a:lnTo>
                    <a:pt x="15653" y="22655"/>
                  </a:lnTo>
                  <a:lnTo>
                    <a:pt x="15113" y="22640"/>
                  </a:lnTo>
                  <a:lnTo>
                    <a:pt x="14586" y="22598"/>
                  </a:lnTo>
                  <a:lnTo>
                    <a:pt x="14059" y="22527"/>
                  </a:lnTo>
                  <a:lnTo>
                    <a:pt x="13533" y="22427"/>
                  </a:lnTo>
                  <a:lnTo>
                    <a:pt x="13021" y="22313"/>
                  </a:lnTo>
                  <a:lnTo>
                    <a:pt x="12508" y="22171"/>
                  </a:lnTo>
                  <a:lnTo>
                    <a:pt x="12010" y="22000"/>
                  </a:lnTo>
                  <a:lnTo>
                    <a:pt x="11512" y="21815"/>
                  </a:lnTo>
                  <a:lnTo>
                    <a:pt x="11014" y="21602"/>
                  </a:lnTo>
                  <a:lnTo>
                    <a:pt x="10545" y="21360"/>
                  </a:lnTo>
                  <a:lnTo>
                    <a:pt x="10075" y="21089"/>
                  </a:lnTo>
                  <a:lnTo>
                    <a:pt x="9620" y="20805"/>
                  </a:lnTo>
                  <a:lnTo>
                    <a:pt x="9179" y="20506"/>
                  </a:lnTo>
                  <a:lnTo>
                    <a:pt x="8752" y="20164"/>
                  </a:lnTo>
                  <a:lnTo>
                    <a:pt x="8339" y="19809"/>
                  </a:lnTo>
                  <a:lnTo>
                    <a:pt x="7941" y="19439"/>
                  </a:lnTo>
                  <a:lnTo>
                    <a:pt x="7556" y="19040"/>
                  </a:lnTo>
                  <a:lnTo>
                    <a:pt x="7201" y="18613"/>
                  </a:lnTo>
                  <a:lnTo>
                    <a:pt x="6845" y="18172"/>
                  </a:lnTo>
                  <a:lnTo>
                    <a:pt x="6518" y="17703"/>
                  </a:lnTo>
                  <a:lnTo>
                    <a:pt x="6418" y="17560"/>
                  </a:lnTo>
                  <a:lnTo>
                    <a:pt x="6304" y="17418"/>
                  </a:lnTo>
                  <a:lnTo>
                    <a:pt x="6190" y="17276"/>
                  </a:lnTo>
                  <a:lnTo>
                    <a:pt x="6062" y="17148"/>
                  </a:lnTo>
                  <a:lnTo>
                    <a:pt x="5934" y="17020"/>
                  </a:lnTo>
                  <a:lnTo>
                    <a:pt x="5806" y="16906"/>
                  </a:lnTo>
                  <a:lnTo>
                    <a:pt x="5664" y="16806"/>
                  </a:lnTo>
                  <a:lnTo>
                    <a:pt x="5522" y="16707"/>
                  </a:lnTo>
                  <a:lnTo>
                    <a:pt x="5237" y="16522"/>
                  </a:lnTo>
                  <a:lnTo>
                    <a:pt x="4924" y="16379"/>
                  </a:lnTo>
                  <a:lnTo>
                    <a:pt x="4597" y="16265"/>
                  </a:lnTo>
                  <a:lnTo>
                    <a:pt x="4269" y="16180"/>
                  </a:lnTo>
                  <a:lnTo>
                    <a:pt x="3928" y="16137"/>
                  </a:lnTo>
                  <a:lnTo>
                    <a:pt x="3586" y="16109"/>
                  </a:lnTo>
                  <a:lnTo>
                    <a:pt x="3245" y="16123"/>
                  </a:lnTo>
                  <a:lnTo>
                    <a:pt x="2903" y="16166"/>
                  </a:lnTo>
                  <a:lnTo>
                    <a:pt x="2733" y="16209"/>
                  </a:lnTo>
                  <a:lnTo>
                    <a:pt x="2576" y="16251"/>
                  </a:lnTo>
                  <a:lnTo>
                    <a:pt x="2405" y="16308"/>
                  </a:lnTo>
                  <a:lnTo>
                    <a:pt x="2234" y="16365"/>
                  </a:lnTo>
                  <a:lnTo>
                    <a:pt x="2078" y="16436"/>
                  </a:lnTo>
                  <a:lnTo>
                    <a:pt x="1907" y="16522"/>
                  </a:lnTo>
                  <a:lnTo>
                    <a:pt x="1751" y="16607"/>
                  </a:lnTo>
                  <a:lnTo>
                    <a:pt x="1594" y="16707"/>
                  </a:lnTo>
                  <a:lnTo>
                    <a:pt x="1452" y="16806"/>
                  </a:lnTo>
                  <a:lnTo>
                    <a:pt x="1310" y="16920"/>
                  </a:lnTo>
                  <a:lnTo>
                    <a:pt x="1167" y="17034"/>
                  </a:lnTo>
                  <a:lnTo>
                    <a:pt x="1039" y="17162"/>
                  </a:lnTo>
                  <a:lnTo>
                    <a:pt x="925" y="17290"/>
                  </a:lnTo>
                  <a:lnTo>
                    <a:pt x="811" y="17418"/>
                  </a:lnTo>
                  <a:lnTo>
                    <a:pt x="698" y="17560"/>
                  </a:lnTo>
                  <a:lnTo>
                    <a:pt x="598" y="17703"/>
                  </a:lnTo>
                  <a:lnTo>
                    <a:pt x="427" y="17987"/>
                  </a:lnTo>
                  <a:lnTo>
                    <a:pt x="271" y="18300"/>
                  </a:lnTo>
                  <a:lnTo>
                    <a:pt x="157" y="18628"/>
                  </a:lnTo>
                  <a:lnTo>
                    <a:pt x="72" y="18955"/>
                  </a:lnTo>
                  <a:lnTo>
                    <a:pt x="29" y="19296"/>
                  </a:lnTo>
                  <a:lnTo>
                    <a:pt x="0" y="19638"/>
                  </a:lnTo>
                  <a:lnTo>
                    <a:pt x="15" y="19979"/>
                  </a:lnTo>
                  <a:lnTo>
                    <a:pt x="72" y="20321"/>
                  </a:lnTo>
                  <a:lnTo>
                    <a:pt x="100" y="20492"/>
                  </a:lnTo>
                  <a:lnTo>
                    <a:pt x="143" y="20648"/>
                  </a:lnTo>
                  <a:lnTo>
                    <a:pt x="200" y="20819"/>
                  </a:lnTo>
                  <a:lnTo>
                    <a:pt x="256" y="20990"/>
                  </a:lnTo>
                  <a:lnTo>
                    <a:pt x="328" y="21146"/>
                  </a:lnTo>
                  <a:lnTo>
                    <a:pt x="413" y="21317"/>
                  </a:lnTo>
                  <a:lnTo>
                    <a:pt x="498" y="21474"/>
                  </a:lnTo>
                  <a:lnTo>
                    <a:pt x="598" y="21630"/>
                  </a:lnTo>
                  <a:lnTo>
                    <a:pt x="854" y="22014"/>
                  </a:lnTo>
                  <a:lnTo>
                    <a:pt x="1125" y="22384"/>
                  </a:lnTo>
                  <a:lnTo>
                    <a:pt x="1409" y="22754"/>
                  </a:lnTo>
                  <a:lnTo>
                    <a:pt x="1694" y="23124"/>
                  </a:lnTo>
                  <a:lnTo>
                    <a:pt x="1993" y="23466"/>
                  </a:lnTo>
                  <a:lnTo>
                    <a:pt x="2291" y="23807"/>
                  </a:lnTo>
                  <a:lnTo>
                    <a:pt x="2604" y="24149"/>
                  </a:lnTo>
                  <a:lnTo>
                    <a:pt x="2917" y="24476"/>
                  </a:lnTo>
                  <a:lnTo>
                    <a:pt x="3245" y="24789"/>
                  </a:lnTo>
                  <a:lnTo>
                    <a:pt x="3572" y="25088"/>
                  </a:lnTo>
                  <a:lnTo>
                    <a:pt x="3914" y="25387"/>
                  </a:lnTo>
                  <a:lnTo>
                    <a:pt x="4255" y="25671"/>
                  </a:lnTo>
                  <a:lnTo>
                    <a:pt x="4597" y="25956"/>
                  </a:lnTo>
                  <a:lnTo>
                    <a:pt x="4952" y="26212"/>
                  </a:lnTo>
                  <a:lnTo>
                    <a:pt x="5322" y="26483"/>
                  </a:lnTo>
                  <a:lnTo>
                    <a:pt x="5678" y="26724"/>
                  </a:lnTo>
                  <a:lnTo>
                    <a:pt x="6062" y="26966"/>
                  </a:lnTo>
                  <a:lnTo>
                    <a:pt x="6432" y="27194"/>
                  </a:lnTo>
                  <a:lnTo>
                    <a:pt x="6816" y="27422"/>
                  </a:lnTo>
                  <a:lnTo>
                    <a:pt x="7201" y="27635"/>
                  </a:lnTo>
                  <a:lnTo>
                    <a:pt x="7585" y="27834"/>
                  </a:lnTo>
                  <a:lnTo>
                    <a:pt x="7983" y="28019"/>
                  </a:lnTo>
                  <a:lnTo>
                    <a:pt x="8382" y="28204"/>
                  </a:lnTo>
                  <a:lnTo>
                    <a:pt x="8780" y="28375"/>
                  </a:lnTo>
                  <a:lnTo>
                    <a:pt x="9193" y="28532"/>
                  </a:lnTo>
                  <a:lnTo>
                    <a:pt x="9606" y="28688"/>
                  </a:lnTo>
                  <a:lnTo>
                    <a:pt x="10018" y="28831"/>
                  </a:lnTo>
                  <a:lnTo>
                    <a:pt x="10431" y="28959"/>
                  </a:lnTo>
                  <a:lnTo>
                    <a:pt x="10844" y="29087"/>
                  </a:lnTo>
                  <a:lnTo>
                    <a:pt x="11270" y="29200"/>
                  </a:lnTo>
                  <a:lnTo>
                    <a:pt x="11697" y="29300"/>
                  </a:lnTo>
                  <a:lnTo>
                    <a:pt x="12124" y="29400"/>
                  </a:lnTo>
                  <a:lnTo>
                    <a:pt x="12551" y="29471"/>
                  </a:lnTo>
                  <a:lnTo>
                    <a:pt x="12978" y="29542"/>
                  </a:lnTo>
                  <a:lnTo>
                    <a:pt x="13405" y="29613"/>
                  </a:lnTo>
                  <a:lnTo>
                    <a:pt x="13846" y="29656"/>
                  </a:lnTo>
                  <a:lnTo>
                    <a:pt x="14273" y="29699"/>
                  </a:lnTo>
                  <a:lnTo>
                    <a:pt x="14714" y="29727"/>
                  </a:lnTo>
                  <a:lnTo>
                    <a:pt x="15155" y="29755"/>
                  </a:lnTo>
                  <a:lnTo>
                    <a:pt x="16464" y="29755"/>
                  </a:lnTo>
                  <a:lnTo>
                    <a:pt x="16905" y="29727"/>
                  </a:lnTo>
                  <a:lnTo>
                    <a:pt x="17332" y="29699"/>
                  </a:lnTo>
                  <a:lnTo>
                    <a:pt x="17773" y="29656"/>
                  </a:lnTo>
                  <a:lnTo>
                    <a:pt x="18215" y="29599"/>
                  </a:lnTo>
                  <a:lnTo>
                    <a:pt x="18642" y="29528"/>
                  </a:lnTo>
                  <a:lnTo>
                    <a:pt x="19083" y="29457"/>
                  </a:lnTo>
                  <a:lnTo>
                    <a:pt x="19524" y="29371"/>
                  </a:lnTo>
                  <a:lnTo>
                    <a:pt x="19951" y="29272"/>
                  </a:lnTo>
                  <a:lnTo>
                    <a:pt x="20378" y="29172"/>
                  </a:lnTo>
                  <a:lnTo>
                    <a:pt x="20819" y="29044"/>
                  </a:lnTo>
                  <a:lnTo>
                    <a:pt x="21246" y="28916"/>
                  </a:lnTo>
                  <a:lnTo>
                    <a:pt x="21658" y="28774"/>
                  </a:lnTo>
                  <a:lnTo>
                    <a:pt x="22085" y="28631"/>
                  </a:lnTo>
                  <a:lnTo>
                    <a:pt x="22512" y="28461"/>
                  </a:lnTo>
                  <a:lnTo>
                    <a:pt x="22925" y="28290"/>
                  </a:lnTo>
                  <a:lnTo>
                    <a:pt x="23337" y="28105"/>
                  </a:lnTo>
                  <a:lnTo>
                    <a:pt x="23750" y="27906"/>
                  </a:lnTo>
                  <a:lnTo>
                    <a:pt x="24163" y="27692"/>
                  </a:lnTo>
                  <a:lnTo>
                    <a:pt x="24575" y="27479"/>
                  </a:lnTo>
                  <a:lnTo>
                    <a:pt x="24974" y="27251"/>
                  </a:lnTo>
                  <a:lnTo>
                    <a:pt x="25372" y="27009"/>
                  </a:lnTo>
                  <a:lnTo>
                    <a:pt x="25756" y="26753"/>
                  </a:lnTo>
                  <a:lnTo>
                    <a:pt x="26155" y="26497"/>
                  </a:lnTo>
                  <a:lnTo>
                    <a:pt x="26525" y="26226"/>
                  </a:lnTo>
                  <a:lnTo>
                    <a:pt x="26895" y="25942"/>
                  </a:lnTo>
                  <a:lnTo>
                    <a:pt x="27251" y="25657"/>
                  </a:lnTo>
                  <a:lnTo>
                    <a:pt x="27606" y="25358"/>
                  </a:lnTo>
                  <a:lnTo>
                    <a:pt x="27948" y="25060"/>
                  </a:lnTo>
                  <a:lnTo>
                    <a:pt x="28289" y="24747"/>
                  </a:lnTo>
                  <a:lnTo>
                    <a:pt x="28602" y="24433"/>
                  </a:lnTo>
                  <a:lnTo>
                    <a:pt x="28916" y="24106"/>
                  </a:lnTo>
                  <a:lnTo>
                    <a:pt x="29229" y="23779"/>
                  </a:lnTo>
                  <a:lnTo>
                    <a:pt x="29527" y="23437"/>
                  </a:lnTo>
                  <a:lnTo>
                    <a:pt x="29812" y="23096"/>
                  </a:lnTo>
                  <a:lnTo>
                    <a:pt x="30082" y="22754"/>
                  </a:lnTo>
                  <a:lnTo>
                    <a:pt x="30353" y="22399"/>
                  </a:lnTo>
                  <a:lnTo>
                    <a:pt x="30609" y="22029"/>
                  </a:lnTo>
                  <a:lnTo>
                    <a:pt x="30865" y="21673"/>
                  </a:lnTo>
                  <a:lnTo>
                    <a:pt x="31107" y="21289"/>
                  </a:lnTo>
                  <a:lnTo>
                    <a:pt x="31335" y="20919"/>
                  </a:lnTo>
                  <a:lnTo>
                    <a:pt x="31562" y="20534"/>
                  </a:lnTo>
                  <a:lnTo>
                    <a:pt x="31761" y="20150"/>
                  </a:lnTo>
                  <a:lnTo>
                    <a:pt x="31961" y="19766"/>
                  </a:lnTo>
                  <a:lnTo>
                    <a:pt x="32160" y="19368"/>
                  </a:lnTo>
                  <a:lnTo>
                    <a:pt x="32345" y="18969"/>
                  </a:lnTo>
                  <a:lnTo>
                    <a:pt x="32516" y="18571"/>
                  </a:lnTo>
                  <a:lnTo>
                    <a:pt x="32672" y="18158"/>
                  </a:lnTo>
                  <a:lnTo>
                    <a:pt x="32829" y="17745"/>
                  </a:lnTo>
                  <a:lnTo>
                    <a:pt x="32971" y="17333"/>
                  </a:lnTo>
                  <a:lnTo>
                    <a:pt x="33099" y="16920"/>
                  </a:lnTo>
                  <a:lnTo>
                    <a:pt x="33227" y="16507"/>
                  </a:lnTo>
                  <a:lnTo>
                    <a:pt x="33341" y="16080"/>
                  </a:lnTo>
                  <a:lnTo>
                    <a:pt x="33441" y="15654"/>
                  </a:lnTo>
                  <a:lnTo>
                    <a:pt x="33526" y="15227"/>
                  </a:lnTo>
                  <a:lnTo>
                    <a:pt x="33611" y="14800"/>
                  </a:lnTo>
                  <a:lnTo>
                    <a:pt x="33683" y="14373"/>
                  </a:lnTo>
                  <a:lnTo>
                    <a:pt x="33754" y="13946"/>
                  </a:lnTo>
                  <a:lnTo>
                    <a:pt x="33796" y="13505"/>
                  </a:lnTo>
                  <a:lnTo>
                    <a:pt x="33839" y="13078"/>
                  </a:lnTo>
                  <a:lnTo>
                    <a:pt x="33868" y="12637"/>
                  </a:lnTo>
                  <a:lnTo>
                    <a:pt x="33896" y="12196"/>
                  </a:lnTo>
                  <a:lnTo>
                    <a:pt x="33896" y="11769"/>
                  </a:lnTo>
                  <a:lnTo>
                    <a:pt x="33896" y="11328"/>
                  </a:lnTo>
                  <a:lnTo>
                    <a:pt x="33882" y="10887"/>
                  </a:lnTo>
                  <a:lnTo>
                    <a:pt x="33868" y="10445"/>
                  </a:lnTo>
                  <a:lnTo>
                    <a:pt x="33839" y="10019"/>
                  </a:lnTo>
                  <a:lnTo>
                    <a:pt x="33796" y="9577"/>
                  </a:lnTo>
                  <a:lnTo>
                    <a:pt x="33739" y="9136"/>
                  </a:lnTo>
                  <a:lnTo>
                    <a:pt x="33668" y="8709"/>
                  </a:lnTo>
                  <a:lnTo>
                    <a:pt x="33597" y="8268"/>
                  </a:lnTo>
                  <a:lnTo>
                    <a:pt x="33512" y="7827"/>
                  </a:lnTo>
                  <a:lnTo>
                    <a:pt x="33412" y="7400"/>
                  </a:lnTo>
                  <a:lnTo>
                    <a:pt x="33298" y="6973"/>
                  </a:lnTo>
                  <a:lnTo>
                    <a:pt x="33184" y="6532"/>
                  </a:lnTo>
                  <a:lnTo>
                    <a:pt x="33056" y="6105"/>
                  </a:lnTo>
                  <a:lnTo>
                    <a:pt x="32914" y="5678"/>
                  </a:lnTo>
                  <a:lnTo>
                    <a:pt x="32758" y="5266"/>
                  </a:lnTo>
                  <a:lnTo>
                    <a:pt x="32601" y="4839"/>
                  </a:lnTo>
                  <a:lnTo>
                    <a:pt x="32430" y="4426"/>
                  </a:lnTo>
                  <a:lnTo>
                    <a:pt x="32245" y="4014"/>
                  </a:lnTo>
                  <a:lnTo>
                    <a:pt x="32046" y="3601"/>
                  </a:lnTo>
                  <a:lnTo>
                    <a:pt x="31833" y="3188"/>
                  </a:lnTo>
                  <a:lnTo>
                    <a:pt x="31619" y="2776"/>
                  </a:lnTo>
                  <a:lnTo>
                    <a:pt x="31392" y="2377"/>
                  </a:lnTo>
                  <a:lnTo>
                    <a:pt x="31150" y="1979"/>
                  </a:lnTo>
                  <a:lnTo>
                    <a:pt x="30893" y="1594"/>
                  </a:lnTo>
                  <a:lnTo>
                    <a:pt x="30794" y="1438"/>
                  </a:lnTo>
                  <a:lnTo>
                    <a:pt x="30680" y="1296"/>
                  </a:lnTo>
                  <a:lnTo>
                    <a:pt x="30566" y="1153"/>
                  </a:lnTo>
                  <a:lnTo>
                    <a:pt x="30438" y="1025"/>
                  </a:lnTo>
                  <a:lnTo>
                    <a:pt x="30310" y="911"/>
                  </a:lnTo>
                  <a:lnTo>
                    <a:pt x="30182" y="798"/>
                  </a:lnTo>
                  <a:lnTo>
                    <a:pt x="30040" y="684"/>
                  </a:lnTo>
                  <a:lnTo>
                    <a:pt x="29897" y="584"/>
                  </a:lnTo>
                  <a:lnTo>
                    <a:pt x="29599" y="413"/>
                  </a:lnTo>
                  <a:lnTo>
                    <a:pt x="29285" y="271"/>
                  </a:lnTo>
                  <a:lnTo>
                    <a:pt x="28972" y="157"/>
                  </a:lnTo>
                  <a:lnTo>
                    <a:pt x="28645" y="72"/>
                  </a:lnTo>
                  <a:lnTo>
                    <a:pt x="28304" y="15"/>
                  </a:lnTo>
                  <a:lnTo>
                    <a:pt x="279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5651770" y="3750004"/>
              <a:ext cx="606362" cy="981970"/>
            </a:xfrm>
            <a:custGeom>
              <a:avLst/>
              <a:gdLst/>
              <a:ahLst/>
              <a:cxnLst/>
              <a:rect l="l" t="t" r="r" b="b"/>
              <a:pathLst>
                <a:path w="18699" h="30282" extrusionOk="0">
                  <a:moveTo>
                    <a:pt x="8880" y="0"/>
                  </a:moveTo>
                  <a:lnTo>
                    <a:pt x="8397" y="43"/>
                  </a:lnTo>
                  <a:lnTo>
                    <a:pt x="7927" y="100"/>
                  </a:lnTo>
                  <a:lnTo>
                    <a:pt x="7472" y="185"/>
                  </a:lnTo>
                  <a:lnTo>
                    <a:pt x="7016" y="285"/>
                  </a:lnTo>
                  <a:lnTo>
                    <a:pt x="6575" y="413"/>
                  </a:lnTo>
                  <a:lnTo>
                    <a:pt x="6148" y="569"/>
                  </a:lnTo>
                  <a:lnTo>
                    <a:pt x="5721" y="726"/>
                  </a:lnTo>
                  <a:lnTo>
                    <a:pt x="5309" y="911"/>
                  </a:lnTo>
                  <a:lnTo>
                    <a:pt x="4896" y="1124"/>
                  </a:lnTo>
                  <a:lnTo>
                    <a:pt x="4512" y="1352"/>
                  </a:lnTo>
                  <a:lnTo>
                    <a:pt x="4128" y="1594"/>
                  </a:lnTo>
                  <a:lnTo>
                    <a:pt x="3758" y="1850"/>
                  </a:lnTo>
                  <a:lnTo>
                    <a:pt x="3416" y="2135"/>
                  </a:lnTo>
                  <a:lnTo>
                    <a:pt x="3075" y="2419"/>
                  </a:lnTo>
                  <a:lnTo>
                    <a:pt x="2747" y="2732"/>
                  </a:lnTo>
                  <a:lnTo>
                    <a:pt x="2434" y="3060"/>
                  </a:lnTo>
                  <a:lnTo>
                    <a:pt x="2135" y="3401"/>
                  </a:lnTo>
                  <a:lnTo>
                    <a:pt x="1865" y="3757"/>
                  </a:lnTo>
                  <a:lnTo>
                    <a:pt x="1609" y="4113"/>
                  </a:lnTo>
                  <a:lnTo>
                    <a:pt x="1367" y="4497"/>
                  </a:lnTo>
                  <a:lnTo>
                    <a:pt x="1139" y="4881"/>
                  </a:lnTo>
                  <a:lnTo>
                    <a:pt x="926" y="5294"/>
                  </a:lnTo>
                  <a:lnTo>
                    <a:pt x="741" y="5706"/>
                  </a:lnTo>
                  <a:lnTo>
                    <a:pt x="570" y="6133"/>
                  </a:lnTo>
                  <a:lnTo>
                    <a:pt x="428" y="6560"/>
                  </a:lnTo>
                  <a:lnTo>
                    <a:pt x="300" y="7001"/>
                  </a:lnTo>
                  <a:lnTo>
                    <a:pt x="200" y="7457"/>
                  </a:lnTo>
                  <a:lnTo>
                    <a:pt x="115" y="7926"/>
                  </a:lnTo>
                  <a:lnTo>
                    <a:pt x="58" y="8382"/>
                  </a:lnTo>
                  <a:lnTo>
                    <a:pt x="15" y="8865"/>
                  </a:lnTo>
                  <a:lnTo>
                    <a:pt x="1" y="9349"/>
                  </a:lnTo>
                  <a:lnTo>
                    <a:pt x="1" y="20932"/>
                  </a:lnTo>
                  <a:lnTo>
                    <a:pt x="15" y="21416"/>
                  </a:lnTo>
                  <a:lnTo>
                    <a:pt x="58" y="21900"/>
                  </a:lnTo>
                  <a:lnTo>
                    <a:pt x="115" y="22355"/>
                  </a:lnTo>
                  <a:lnTo>
                    <a:pt x="200" y="22825"/>
                  </a:lnTo>
                  <a:lnTo>
                    <a:pt x="300" y="23280"/>
                  </a:lnTo>
                  <a:lnTo>
                    <a:pt x="428" y="23722"/>
                  </a:lnTo>
                  <a:lnTo>
                    <a:pt x="570" y="24148"/>
                  </a:lnTo>
                  <a:lnTo>
                    <a:pt x="741" y="24575"/>
                  </a:lnTo>
                  <a:lnTo>
                    <a:pt x="926" y="24988"/>
                  </a:lnTo>
                  <a:lnTo>
                    <a:pt x="1139" y="25386"/>
                  </a:lnTo>
                  <a:lnTo>
                    <a:pt x="1367" y="25785"/>
                  </a:lnTo>
                  <a:lnTo>
                    <a:pt x="1609" y="26169"/>
                  </a:lnTo>
                  <a:lnTo>
                    <a:pt x="1865" y="26525"/>
                  </a:lnTo>
                  <a:lnTo>
                    <a:pt x="2135" y="26881"/>
                  </a:lnTo>
                  <a:lnTo>
                    <a:pt x="2434" y="27222"/>
                  </a:lnTo>
                  <a:lnTo>
                    <a:pt x="2747" y="27549"/>
                  </a:lnTo>
                  <a:lnTo>
                    <a:pt x="3075" y="27862"/>
                  </a:lnTo>
                  <a:lnTo>
                    <a:pt x="3416" y="28147"/>
                  </a:lnTo>
                  <a:lnTo>
                    <a:pt x="3758" y="28432"/>
                  </a:lnTo>
                  <a:lnTo>
                    <a:pt x="4128" y="28688"/>
                  </a:lnTo>
                  <a:lnTo>
                    <a:pt x="4512" y="28930"/>
                  </a:lnTo>
                  <a:lnTo>
                    <a:pt x="4896" y="29157"/>
                  </a:lnTo>
                  <a:lnTo>
                    <a:pt x="5309" y="29371"/>
                  </a:lnTo>
                  <a:lnTo>
                    <a:pt x="5721" y="29556"/>
                  </a:lnTo>
                  <a:lnTo>
                    <a:pt x="6148" y="29712"/>
                  </a:lnTo>
                  <a:lnTo>
                    <a:pt x="6575" y="29869"/>
                  </a:lnTo>
                  <a:lnTo>
                    <a:pt x="7016" y="29997"/>
                  </a:lnTo>
                  <a:lnTo>
                    <a:pt x="7472" y="30097"/>
                  </a:lnTo>
                  <a:lnTo>
                    <a:pt x="7927" y="30182"/>
                  </a:lnTo>
                  <a:lnTo>
                    <a:pt x="8397" y="30239"/>
                  </a:lnTo>
                  <a:lnTo>
                    <a:pt x="8880" y="30267"/>
                  </a:lnTo>
                  <a:lnTo>
                    <a:pt x="9350" y="30282"/>
                  </a:lnTo>
                  <a:lnTo>
                    <a:pt x="9834" y="30267"/>
                  </a:lnTo>
                  <a:lnTo>
                    <a:pt x="10318" y="30239"/>
                  </a:lnTo>
                  <a:lnTo>
                    <a:pt x="10773" y="30182"/>
                  </a:lnTo>
                  <a:lnTo>
                    <a:pt x="11242" y="30097"/>
                  </a:lnTo>
                  <a:lnTo>
                    <a:pt x="11698" y="29997"/>
                  </a:lnTo>
                  <a:lnTo>
                    <a:pt x="12139" y="29869"/>
                  </a:lnTo>
                  <a:lnTo>
                    <a:pt x="12566" y="29712"/>
                  </a:lnTo>
                  <a:lnTo>
                    <a:pt x="12993" y="29556"/>
                  </a:lnTo>
                  <a:lnTo>
                    <a:pt x="13405" y="29371"/>
                  </a:lnTo>
                  <a:lnTo>
                    <a:pt x="13818" y="29157"/>
                  </a:lnTo>
                  <a:lnTo>
                    <a:pt x="14202" y="28930"/>
                  </a:lnTo>
                  <a:lnTo>
                    <a:pt x="14587" y="28688"/>
                  </a:lnTo>
                  <a:lnTo>
                    <a:pt x="14942" y="28432"/>
                  </a:lnTo>
                  <a:lnTo>
                    <a:pt x="15298" y="28147"/>
                  </a:lnTo>
                  <a:lnTo>
                    <a:pt x="15640" y="27862"/>
                  </a:lnTo>
                  <a:lnTo>
                    <a:pt x="15967" y="27549"/>
                  </a:lnTo>
                  <a:lnTo>
                    <a:pt x="16280" y="27222"/>
                  </a:lnTo>
                  <a:lnTo>
                    <a:pt x="16564" y="26881"/>
                  </a:lnTo>
                  <a:lnTo>
                    <a:pt x="16849" y="26525"/>
                  </a:lnTo>
                  <a:lnTo>
                    <a:pt x="17105" y="26169"/>
                  </a:lnTo>
                  <a:lnTo>
                    <a:pt x="17347" y="25785"/>
                  </a:lnTo>
                  <a:lnTo>
                    <a:pt x="17575" y="25386"/>
                  </a:lnTo>
                  <a:lnTo>
                    <a:pt x="17788" y="24988"/>
                  </a:lnTo>
                  <a:lnTo>
                    <a:pt x="17973" y="24575"/>
                  </a:lnTo>
                  <a:lnTo>
                    <a:pt x="18144" y="24148"/>
                  </a:lnTo>
                  <a:lnTo>
                    <a:pt x="18286" y="23722"/>
                  </a:lnTo>
                  <a:lnTo>
                    <a:pt x="18414" y="23280"/>
                  </a:lnTo>
                  <a:lnTo>
                    <a:pt x="18514" y="22825"/>
                  </a:lnTo>
                  <a:lnTo>
                    <a:pt x="18599" y="22355"/>
                  </a:lnTo>
                  <a:lnTo>
                    <a:pt x="18656" y="21900"/>
                  </a:lnTo>
                  <a:lnTo>
                    <a:pt x="18699" y="21416"/>
                  </a:lnTo>
                  <a:lnTo>
                    <a:pt x="18699" y="20932"/>
                  </a:lnTo>
                  <a:lnTo>
                    <a:pt x="18699" y="9349"/>
                  </a:lnTo>
                  <a:lnTo>
                    <a:pt x="18699" y="8865"/>
                  </a:lnTo>
                  <a:lnTo>
                    <a:pt x="18656" y="8382"/>
                  </a:lnTo>
                  <a:lnTo>
                    <a:pt x="18599" y="7926"/>
                  </a:lnTo>
                  <a:lnTo>
                    <a:pt x="18514" y="7457"/>
                  </a:lnTo>
                  <a:lnTo>
                    <a:pt x="18414" y="7001"/>
                  </a:lnTo>
                  <a:lnTo>
                    <a:pt x="18286" y="6560"/>
                  </a:lnTo>
                  <a:lnTo>
                    <a:pt x="18144" y="6133"/>
                  </a:lnTo>
                  <a:lnTo>
                    <a:pt x="17973" y="5706"/>
                  </a:lnTo>
                  <a:lnTo>
                    <a:pt x="17788" y="5294"/>
                  </a:lnTo>
                  <a:lnTo>
                    <a:pt x="17575" y="4881"/>
                  </a:lnTo>
                  <a:lnTo>
                    <a:pt x="17347" y="4497"/>
                  </a:lnTo>
                  <a:lnTo>
                    <a:pt x="17105" y="4113"/>
                  </a:lnTo>
                  <a:lnTo>
                    <a:pt x="16849" y="3757"/>
                  </a:lnTo>
                  <a:lnTo>
                    <a:pt x="16564" y="3401"/>
                  </a:lnTo>
                  <a:lnTo>
                    <a:pt x="16280" y="3060"/>
                  </a:lnTo>
                  <a:lnTo>
                    <a:pt x="15967" y="2732"/>
                  </a:lnTo>
                  <a:lnTo>
                    <a:pt x="15640" y="2419"/>
                  </a:lnTo>
                  <a:lnTo>
                    <a:pt x="15298" y="2135"/>
                  </a:lnTo>
                  <a:lnTo>
                    <a:pt x="14942" y="1850"/>
                  </a:lnTo>
                  <a:lnTo>
                    <a:pt x="14587" y="1594"/>
                  </a:lnTo>
                  <a:lnTo>
                    <a:pt x="14202" y="1352"/>
                  </a:lnTo>
                  <a:lnTo>
                    <a:pt x="13818" y="1124"/>
                  </a:lnTo>
                  <a:lnTo>
                    <a:pt x="13405" y="911"/>
                  </a:lnTo>
                  <a:lnTo>
                    <a:pt x="12993" y="726"/>
                  </a:lnTo>
                  <a:lnTo>
                    <a:pt x="12566" y="569"/>
                  </a:lnTo>
                  <a:lnTo>
                    <a:pt x="12139" y="413"/>
                  </a:lnTo>
                  <a:lnTo>
                    <a:pt x="11698" y="285"/>
                  </a:lnTo>
                  <a:lnTo>
                    <a:pt x="11242" y="185"/>
                  </a:lnTo>
                  <a:lnTo>
                    <a:pt x="10773" y="100"/>
                  </a:lnTo>
                  <a:lnTo>
                    <a:pt x="10318" y="43"/>
                  </a:lnTo>
                  <a:lnTo>
                    <a:pt x="98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5388751" y="4322642"/>
              <a:ext cx="1069200" cy="409332"/>
            </a:xfrm>
            <a:custGeom>
              <a:avLst/>
              <a:gdLst/>
              <a:ahLst/>
              <a:cxnLst/>
              <a:rect l="l" t="t" r="r" b="b"/>
              <a:pathLst>
                <a:path w="32972" h="12623" extrusionOk="0">
                  <a:moveTo>
                    <a:pt x="12637" y="1"/>
                  </a:moveTo>
                  <a:lnTo>
                    <a:pt x="11982" y="15"/>
                  </a:lnTo>
                  <a:lnTo>
                    <a:pt x="11342" y="58"/>
                  </a:lnTo>
                  <a:lnTo>
                    <a:pt x="10702" y="143"/>
                  </a:lnTo>
                  <a:lnTo>
                    <a:pt x="10090" y="257"/>
                  </a:lnTo>
                  <a:lnTo>
                    <a:pt x="9478" y="385"/>
                  </a:lnTo>
                  <a:lnTo>
                    <a:pt x="8880" y="556"/>
                  </a:lnTo>
                  <a:lnTo>
                    <a:pt x="8283" y="755"/>
                  </a:lnTo>
                  <a:lnTo>
                    <a:pt x="7713" y="982"/>
                  </a:lnTo>
                  <a:lnTo>
                    <a:pt x="7158" y="1239"/>
                  </a:lnTo>
                  <a:lnTo>
                    <a:pt x="6604" y="1523"/>
                  </a:lnTo>
                  <a:lnTo>
                    <a:pt x="6077" y="1822"/>
                  </a:lnTo>
                  <a:lnTo>
                    <a:pt x="5565" y="2149"/>
                  </a:lnTo>
                  <a:lnTo>
                    <a:pt x="5067" y="2505"/>
                  </a:lnTo>
                  <a:lnTo>
                    <a:pt x="4597" y="2875"/>
                  </a:lnTo>
                  <a:lnTo>
                    <a:pt x="4142" y="3273"/>
                  </a:lnTo>
                  <a:lnTo>
                    <a:pt x="3701" y="3700"/>
                  </a:lnTo>
                  <a:lnTo>
                    <a:pt x="3274" y="4127"/>
                  </a:lnTo>
                  <a:lnTo>
                    <a:pt x="2890" y="4597"/>
                  </a:lnTo>
                  <a:lnTo>
                    <a:pt x="2505" y="5066"/>
                  </a:lnTo>
                  <a:lnTo>
                    <a:pt x="2150" y="5564"/>
                  </a:lnTo>
                  <a:lnTo>
                    <a:pt x="1822" y="6077"/>
                  </a:lnTo>
                  <a:lnTo>
                    <a:pt x="1523" y="6603"/>
                  </a:lnTo>
                  <a:lnTo>
                    <a:pt x="1239" y="7144"/>
                  </a:lnTo>
                  <a:lnTo>
                    <a:pt x="997" y="7713"/>
                  </a:lnTo>
                  <a:lnTo>
                    <a:pt x="769" y="8282"/>
                  </a:lnTo>
                  <a:lnTo>
                    <a:pt x="570" y="8866"/>
                  </a:lnTo>
                  <a:lnTo>
                    <a:pt x="399" y="9464"/>
                  </a:lnTo>
                  <a:lnTo>
                    <a:pt x="257" y="10075"/>
                  </a:lnTo>
                  <a:lnTo>
                    <a:pt x="143" y="10702"/>
                  </a:lnTo>
                  <a:lnTo>
                    <a:pt x="58" y="11342"/>
                  </a:lnTo>
                  <a:lnTo>
                    <a:pt x="15" y="11982"/>
                  </a:lnTo>
                  <a:lnTo>
                    <a:pt x="1" y="12623"/>
                  </a:lnTo>
                  <a:lnTo>
                    <a:pt x="32972" y="12623"/>
                  </a:lnTo>
                  <a:lnTo>
                    <a:pt x="32957" y="11982"/>
                  </a:lnTo>
                  <a:lnTo>
                    <a:pt x="32915" y="11342"/>
                  </a:lnTo>
                  <a:lnTo>
                    <a:pt x="32829" y="10702"/>
                  </a:lnTo>
                  <a:lnTo>
                    <a:pt x="32715" y="10075"/>
                  </a:lnTo>
                  <a:lnTo>
                    <a:pt x="32573" y="9464"/>
                  </a:lnTo>
                  <a:lnTo>
                    <a:pt x="32402" y="8866"/>
                  </a:lnTo>
                  <a:lnTo>
                    <a:pt x="32203" y="8282"/>
                  </a:lnTo>
                  <a:lnTo>
                    <a:pt x="31990" y="7713"/>
                  </a:lnTo>
                  <a:lnTo>
                    <a:pt x="31734" y="7144"/>
                  </a:lnTo>
                  <a:lnTo>
                    <a:pt x="31449" y="6603"/>
                  </a:lnTo>
                  <a:lnTo>
                    <a:pt x="31150" y="6077"/>
                  </a:lnTo>
                  <a:lnTo>
                    <a:pt x="30823" y="5564"/>
                  </a:lnTo>
                  <a:lnTo>
                    <a:pt x="30467" y="5066"/>
                  </a:lnTo>
                  <a:lnTo>
                    <a:pt x="30097" y="4597"/>
                  </a:lnTo>
                  <a:lnTo>
                    <a:pt x="29699" y="4127"/>
                  </a:lnTo>
                  <a:lnTo>
                    <a:pt x="29272" y="3700"/>
                  </a:lnTo>
                  <a:lnTo>
                    <a:pt x="28831" y="3273"/>
                  </a:lnTo>
                  <a:lnTo>
                    <a:pt x="28375" y="2875"/>
                  </a:lnTo>
                  <a:lnTo>
                    <a:pt x="27906" y="2505"/>
                  </a:lnTo>
                  <a:lnTo>
                    <a:pt x="27408" y="2149"/>
                  </a:lnTo>
                  <a:lnTo>
                    <a:pt x="26895" y="1822"/>
                  </a:lnTo>
                  <a:lnTo>
                    <a:pt x="26369" y="1523"/>
                  </a:lnTo>
                  <a:lnTo>
                    <a:pt x="25814" y="1239"/>
                  </a:lnTo>
                  <a:lnTo>
                    <a:pt x="25259" y="982"/>
                  </a:lnTo>
                  <a:lnTo>
                    <a:pt x="24690" y="755"/>
                  </a:lnTo>
                  <a:lnTo>
                    <a:pt x="24106" y="556"/>
                  </a:lnTo>
                  <a:lnTo>
                    <a:pt x="23494" y="385"/>
                  </a:lnTo>
                  <a:lnTo>
                    <a:pt x="22883" y="257"/>
                  </a:lnTo>
                  <a:lnTo>
                    <a:pt x="22271" y="143"/>
                  </a:lnTo>
                  <a:lnTo>
                    <a:pt x="21630" y="58"/>
                  </a:lnTo>
                  <a:lnTo>
                    <a:pt x="20990" y="15"/>
                  </a:lnTo>
                  <a:lnTo>
                    <a:pt x="20350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5485190" y="2057414"/>
              <a:ext cx="650204" cy="2351999"/>
            </a:xfrm>
            <a:custGeom>
              <a:avLst/>
              <a:gdLst/>
              <a:ahLst/>
              <a:cxnLst/>
              <a:rect l="l" t="t" r="r" b="b"/>
              <a:pathLst>
                <a:path w="20051" h="72531" extrusionOk="0">
                  <a:moveTo>
                    <a:pt x="5081" y="1"/>
                  </a:moveTo>
                  <a:lnTo>
                    <a:pt x="6006" y="1111"/>
                  </a:lnTo>
                  <a:lnTo>
                    <a:pt x="6575" y="1125"/>
                  </a:lnTo>
                  <a:lnTo>
                    <a:pt x="6988" y="1139"/>
                  </a:lnTo>
                  <a:lnTo>
                    <a:pt x="7500" y="1168"/>
                  </a:lnTo>
                  <a:lnTo>
                    <a:pt x="8083" y="1225"/>
                  </a:lnTo>
                  <a:lnTo>
                    <a:pt x="8724" y="1310"/>
                  </a:lnTo>
                  <a:lnTo>
                    <a:pt x="9421" y="1438"/>
                  </a:lnTo>
                  <a:lnTo>
                    <a:pt x="9791" y="1523"/>
                  </a:lnTo>
                  <a:lnTo>
                    <a:pt x="10175" y="1623"/>
                  </a:lnTo>
                  <a:lnTo>
                    <a:pt x="10559" y="1723"/>
                  </a:lnTo>
                  <a:lnTo>
                    <a:pt x="10958" y="1837"/>
                  </a:lnTo>
                  <a:lnTo>
                    <a:pt x="11356" y="1979"/>
                  </a:lnTo>
                  <a:lnTo>
                    <a:pt x="11769" y="2121"/>
                  </a:lnTo>
                  <a:lnTo>
                    <a:pt x="12196" y="2292"/>
                  </a:lnTo>
                  <a:lnTo>
                    <a:pt x="12609" y="2477"/>
                  </a:lnTo>
                  <a:lnTo>
                    <a:pt x="13035" y="2676"/>
                  </a:lnTo>
                  <a:lnTo>
                    <a:pt x="13462" y="2890"/>
                  </a:lnTo>
                  <a:lnTo>
                    <a:pt x="13889" y="3131"/>
                  </a:lnTo>
                  <a:lnTo>
                    <a:pt x="14302" y="3402"/>
                  </a:lnTo>
                  <a:lnTo>
                    <a:pt x="14729" y="3672"/>
                  </a:lnTo>
                  <a:lnTo>
                    <a:pt x="15156" y="3985"/>
                  </a:lnTo>
                  <a:lnTo>
                    <a:pt x="15568" y="4313"/>
                  </a:lnTo>
                  <a:lnTo>
                    <a:pt x="15981" y="4654"/>
                  </a:lnTo>
                  <a:lnTo>
                    <a:pt x="16394" y="5038"/>
                  </a:lnTo>
                  <a:lnTo>
                    <a:pt x="16792" y="5437"/>
                  </a:lnTo>
                  <a:lnTo>
                    <a:pt x="16977" y="5650"/>
                  </a:lnTo>
                  <a:lnTo>
                    <a:pt x="17162" y="5864"/>
                  </a:lnTo>
                  <a:lnTo>
                    <a:pt x="17333" y="6091"/>
                  </a:lnTo>
                  <a:lnTo>
                    <a:pt x="17504" y="6319"/>
                  </a:lnTo>
                  <a:lnTo>
                    <a:pt x="17660" y="6561"/>
                  </a:lnTo>
                  <a:lnTo>
                    <a:pt x="17802" y="6803"/>
                  </a:lnTo>
                  <a:lnTo>
                    <a:pt x="17945" y="7045"/>
                  </a:lnTo>
                  <a:lnTo>
                    <a:pt x="18073" y="7301"/>
                  </a:lnTo>
                  <a:lnTo>
                    <a:pt x="18187" y="7557"/>
                  </a:lnTo>
                  <a:lnTo>
                    <a:pt x="18301" y="7827"/>
                  </a:lnTo>
                  <a:lnTo>
                    <a:pt x="18400" y="8098"/>
                  </a:lnTo>
                  <a:lnTo>
                    <a:pt x="18500" y="8382"/>
                  </a:lnTo>
                  <a:lnTo>
                    <a:pt x="18585" y="8653"/>
                  </a:lnTo>
                  <a:lnTo>
                    <a:pt x="18656" y="8951"/>
                  </a:lnTo>
                  <a:lnTo>
                    <a:pt x="18727" y="9236"/>
                  </a:lnTo>
                  <a:lnTo>
                    <a:pt x="18784" y="9535"/>
                  </a:lnTo>
                  <a:lnTo>
                    <a:pt x="18827" y="9848"/>
                  </a:lnTo>
                  <a:lnTo>
                    <a:pt x="18870" y="10147"/>
                  </a:lnTo>
                  <a:lnTo>
                    <a:pt x="18912" y="10474"/>
                  </a:lnTo>
                  <a:lnTo>
                    <a:pt x="18927" y="10787"/>
                  </a:lnTo>
                  <a:lnTo>
                    <a:pt x="18955" y="11442"/>
                  </a:lnTo>
                  <a:lnTo>
                    <a:pt x="18955" y="12111"/>
                  </a:lnTo>
                  <a:lnTo>
                    <a:pt x="18912" y="12808"/>
                  </a:lnTo>
                  <a:lnTo>
                    <a:pt x="18841" y="13505"/>
                  </a:lnTo>
                  <a:lnTo>
                    <a:pt x="18756" y="14231"/>
                  </a:lnTo>
                  <a:lnTo>
                    <a:pt x="18628" y="14971"/>
                  </a:lnTo>
                  <a:lnTo>
                    <a:pt x="18500" y="15568"/>
                  </a:lnTo>
                  <a:lnTo>
                    <a:pt x="18357" y="16166"/>
                  </a:lnTo>
                  <a:lnTo>
                    <a:pt x="18215" y="16764"/>
                  </a:lnTo>
                  <a:lnTo>
                    <a:pt x="18044" y="17347"/>
                  </a:lnTo>
                  <a:lnTo>
                    <a:pt x="17859" y="17931"/>
                  </a:lnTo>
                  <a:lnTo>
                    <a:pt x="17660" y="18514"/>
                  </a:lnTo>
                  <a:lnTo>
                    <a:pt x="17461" y="19097"/>
                  </a:lnTo>
                  <a:lnTo>
                    <a:pt x="17233" y="19681"/>
                  </a:lnTo>
                  <a:lnTo>
                    <a:pt x="17006" y="20250"/>
                  </a:lnTo>
                  <a:lnTo>
                    <a:pt x="16764" y="20819"/>
                  </a:lnTo>
                  <a:lnTo>
                    <a:pt x="16508" y="21388"/>
                  </a:lnTo>
                  <a:lnTo>
                    <a:pt x="16237" y="21958"/>
                  </a:lnTo>
                  <a:lnTo>
                    <a:pt x="15967" y="22527"/>
                  </a:lnTo>
                  <a:lnTo>
                    <a:pt x="15682" y="23082"/>
                  </a:lnTo>
                  <a:lnTo>
                    <a:pt x="15085" y="24206"/>
                  </a:lnTo>
                  <a:lnTo>
                    <a:pt x="14458" y="25316"/>
                  </a:lnTo>
                  <a:lnTo>
                    <a:pt x="13818" y="26412"/>
                  </a:lnTo>
                  <a:lnTo>
                    <a:pt x="13135" y="27507"/>
                  </a:lnTo>
                  <a:lnTo>
                    <a:pt x="12452" y="28589"/>
                  </a:lnTo>
                  <a:lnTo>
                    <a:pt x="11741" y="29670"/>
                  </a:lnTo>
                  <a:lnTo>
                    <a:pt x="11029" y="30752"/>
                  </a:lnTo>
                  <a:lnTo>
                    <a:pt x="9592" y="32872"/>
                  </a:lnTo>
                  <a:lnTo>
                    <a:pt x="8638" y="34281"/>
                  </a:lnTo>
                  <a:lnTo>
                    <a:pt x="7685" y="35690"/>
                  </a:lnTo>
                  <a:lnTo>
                    <a:pt x="6760" y="37113"/>
                  </a:lnTo>
                  <a:lnTo>
                    <a:pt x="5849" y="38550"/>
                  </a:lnTo>
                  <a:lnTo>
                    <a:pt x="5408" y="39261"/>
                  </a:lnTo>
                  <a:lnTo>
                    <a:pt x="4981" y="39987"/>
                  </a:lnTo>
                  <a:lnTo>
                    <a:pt x="4554" y="40727"/>
                  </a:lnTo>
                  <a:lnTo>
                    <a:pt x="4142" y="41453"/>
                  </a:lnTo>
                  <a:lnTo>
                    <a:pt x="3743" y="42193"/>
                  </a:lnTo>
                  <a:lnTo>
                    <a:pt x="3359" y="42933"/>
                  </a:lnTo>
                  <a:lnTo>
                    <a:pt x="2989" y="43673"/>
                  </a:lnTo>
                  <a:lnTo>
                    <a:pt x="2633" y="44427"/>
                  </a:lnTo>
                  <a:lnTo>
                    <a:pt x="2292" y="45181"/>
                  </a:lnTo>
                  <a:lnTo>
                    <a:pt x="1979" y="45949"/>
                  </a:lnTo>
                  <a:lnTo>
                    <a:pt x="1680" y="46703"/>
                  </a:lnTo>
                  <a:lnTo>
                    <a:pt x="1395" y="47486"/>
                  </a:lnTo>
                  <a:lnTo>
                    <a:pt x="1139" y="48255"/>
                  </a:lnTo>
                  <a:lnTo>
                    <a:pt x="912" y="49051"/>
                  </a:lnTo>
                  <a:lnTo>
                    <a:pt x="698" y="49834"/>
                  </a:lnTo>
                  <a:lnTo>
                    <a:pt x="513" y="50631"/>
                  </a:lnTo>
                  <a:lnTo>
                    <a:pt x="357" y="51442"/>
                  </a:lnTo>
                  <a:lnTo>
                    <a:pt x="229" y="52253"/>
                  </a:lnTo>
                  <a:lnTo>
                    <a:pt x="129" y="53079"/>
                  </a:lnTo>
                  <a:lnTo>
                    <a:pt x="58" y="53904"/>
                  </a:lnTo>
                  <a:lnTo>
                    <a:pt x="15" y="54729"/>
                  </a:lnTo>
                  <a:lnTo>
                    <a:pt x="1" y="55583"/>
                  </a:lnTo>
                  <a:lnTo>
                    <a:pt x="29" y="56423"/>
                  </a:lnTo>
                  <a:lnTo>
                    <a:pt x="58" y="56864"/>
                  </a:lnTo>
                  <a:lnTo>
                    <a:pt x="86" y="57291"/>
                  </a:lnTo>
                  <a:lnTo>
                    <a:pt x="143" y="57817"/>
                  </a:lnTo>
                  <a:lnTo>
                    <a:pt x="200" y="58329"/>
                  </a:lnTo>
                  <a:lnTo>
                    <a:pt x="271" y="58842"/>
                  </a:lnTo>
                  <a:lnTo>
                    <a:pt x="342" y="59340"/>
                  </a:lnTo>
                  <a:lnTo>
                    <a:pt x="428" y="59823"/>
                  </a:lnTo>
                  <a:lnTo>
                    <a:pt x="527" y="60293"/>
                  </a:lnTo>
                  <a:lnTo>
                    <a:pt x="627" y="60763"/>
                  </a:lnTo>
                  <a:lnTo>
                    <a:pt x="727" y="61218"/>
                  </a:lnTo>
                  <a:lnTo>
                    <a:pt x="840" y="61659"/>
                  </a:lnTo>
                  <a:lnTo>
                    <a:pt x="969" y="62086"/>
                  </a:lnTo>
                  <a:lnTo>
                    <a:pt x="1082" y="62513"/>
                  </a:lnTo>
                  <a:lnTo>
                    <a:pt x="1225" y="62911"/>
                  </a:lnTo>
                  <a:lnTo>
                    <a:pt x="1495" y="63708"/>
                  </a:lnTo>
                  <a:lnTo>
                    <a:pt x="1794" y="64462"/>
                  </a:lnTo>
                  <a:lnTo>
                    <a:pt x="2121" y="65174"/>
                  </a:lnTo>
                  <a:lnTo>
                    <a:pt x="2448" y="65843"/>
                  </a:lnTo>
                  <a:lnTo>
                    <a:pt x="2790" y="66483"/>
                  </a:lnTo>
                  <a:lnTo>
                    <a:pt x="3146" y="67081"/>
                  </a:lnTo>
                  <a:lnTo>
                    <a:pt x="3516" y="67650"/>
                  </a:lnTo>
                  <a:lnTo>
                    <a:pt x="3886" y="68176"/>
                  </a:lnTo>
                  <a:lnTo>
                    <a:pt x="4256" y="68675"/>
                  </a:lnTo>
                  <a:lnTo>
                    <a:pt x="4626" y="69130"/>
                  </a:lnTo>
                  <a:lnTo>
                    <a:pt x="4996" y="69557"/>
                  </a:lnTo>
                  <a:lnTo>
                    <a:pt x="5351" y="69955"/>
                  </a:lnTo>
                  <a:lnTo>
                    <a:pt x="5707" y="70311"/>
                  </a:lnTo>
                  <a:lnTo>
                    <a:pt x="6063" y="70652"/>
                  </a:lnTo>
                  <a:lnTo>
                    <a:pt x="6390" y="70951"/>
                  </a:lnTo>
                  <a:lnTo>
                    <a:pt x="6717" y="71222"/>
                  </a:lnTo>
                  <a:lnTo>
                    <a:pt x="7030" y="71464"/>
                  </a:lnTo>
                  <a:lnTo>
                    <a:pt x="7315" y="71691"/>
                  </a:lnTo>
                  <a:lnTo>
                    <a:pt x="7813" y="72047"/>
                  </a:lnTo>
                  <a:lnTo>
                    <a:pt x="8226" y="72303"/>
                  </a:lnTo>
                  <a:lnTo>
                    <a:pt x="8496" y="72460"/>
                  </a:lnTo>
                  <a:lnTo>
                    <a:pt x="8638" y="72531"/>
                  </a:lnTo>
                  <a:lnTo>
                    <a:pt x="9122" y="71535"/>
                  </a:lnTo>
                  <a:lnTo>
                    <a:pt x="9037" y="71478"/>
                  </a:lnTo>
                  <a:lnTo>
                    <a:pt x="8809" y="71350"/>
                  </a:lnTo>
                  <a:lnTo>
                    <a:pt x="8453" y="71122"/>
                  </a:lnTo>
                  <a:lnTo>
                    <a:pt x="7984" y="70795"/>
                  </a:lnTo>
                  <a:lnTo>
                    <a:pt x="7728" y="70581"/>
                  </a:lnTo>
                  <a:lnTo>
                    <a:pt x="7443" y="70354"/>
                  </a:lnTo>
                  <a:lnTo>
                    <a:pt x="7144" y="70098"/>
                  </a:lnTo>
                  <a:lnTo>
                    <a:pt x="6831" y="69813"/>
                  </a:lnTo>
                  <a:lnTo>
                    <a:pt x="6504" y="69500"/>
                  </a:lnTo>
                  <a:lnTo>
                    <a:pt x="6177" y="69158"/>
                  </a:lnTo>
                  <a:lnTo>
                    <a:pt x="5835" y="68788"/>
                  </a:lnTo>
                  <a:lnTo>
                    <a:pt x="5494" y="68376"/>
                  </a:lnTo>
                  <a:lnTo>
                    <a:pt x="5138" y="67949"/>
                  </a:lnTo>
                  <a:lnTo>
                    <a:pt x="4796" y="67479"/>
                  </a:lnTo>
                  <a:lnTo>
                    <a:pt x="4441" y="66981"/>
                  </a:lnTo>
                  <a:lnTo>
                    <a:pt x="4099" y="66440"/>
                  </a:lnTo>
                  <a:lnTo>
                    <a:pt x="3758" y="65871"/>
                  </a:lnTo>
                  <a:lnTo>
                    <a:pt x="3430" y="65274"/>
                  </a:lnTo>
                  <a:lnTo>
                    <a:pt x="3117" y="64633"/>
                  </a:lnTo>
                  <a:lnTo>
                    <a:pt x="2818" y="63964"/>
                  </a:lnTo>
                  <a:lnTo>
                    <a:pt x="2534" y="63253"/>
                  </a:lnTo>
                  <a:lnTo>
                    <a:pt x="2263" y="62499"/>
                  </a:lnTo>
                  <a:lnTo>
                    <a:pt x="2022" y="61716"/>
                  </a:lnTo>
                  <a:lnTo>
                    <a:pt x="1908" y="61318"/>
                  </a:lnTo>
                  <a:lnTo>
                    <a:pt x="1808" y="60891"/>
                  </a:lnTo>
                  <a:lnTo>
                    <a:pt x="1694" y="60464"/>
                  </a:lnTo>
                  <a:lnTo>
                    <a:pt x="1609" y="60023"/>
                  </a:lnTo>
                  <a:lnTo>
                    <a:pt x="1523" y="59582"/>
                  </a:lnTo>
                  <a:lnTo>
                    <a:pt x="1438" y="59126"/>
                  </a:lnTo>
                  <a:lnTo>
                    <a:pt x="1367" y="58657"/>
                  </a:lnTo>
                  <a:lnTo>
                    <a:pt x="1296" y="58173"/>
                  </a:lnTo>
                  <a:lnTo>
                    <a:pt x="1239" y="57689"/>
                  </a:lnTo>
                  <a:lnTo>
                    <a:pt x="1196" y="57191"/>
                  </a:lnTo>
                  <a:lnTo>
                    <a:pt x="1139" y="56366"/>
                  </a:lnTo>
                  <a:lnTo>
                    <a:pt x="1111" y="55555"/>
                  </a:lnTo>
                  <a:lnTo>
                    <a:pt x="1125" y="54743"/>
                  </a:lnTo>
                  <a:lnTo>
                    <a:pt x="1168" y="53932"/>
                  </a:lnTo>
                  <a:lnTo>
                    <a:pt x="1239" y="53150"/>
                  </a:lnTo>
                  <a:lnTo>
                    <a:pt x="1338" y="52353"/>
                  </a:lnTo>
                  <a:lnTo>
                    <a:pt x="1467" y="51570"/>
                  </a:lnTo>
                  <a:lnTo>
                    <a:pt x="1623" y="50787"/>
                  </a:lnTo>
                  <a:lnTo>
                    <a:pt x="1808" y="50019"/>
                  </a:lnTo>
                  <a:lnTo>
                    <a:pt x="2007" y="49265"/>
                  </a:lnTo>
                  <a:lnTo>
                    <a:pt x="2235" y="48496"/>
                  </a:lnTo>
                  <a:lnTo>
                    <a:pt x="2491" y="47742"/>
                  </a:lnTo>
                  <a:lnTo>
                    <a:pt x="2761" y="47002"/>
                  </a:lnTo>
                  <a:lnTo>
                    <a:pt x="3060" y="46248"/>
                  </a:lnTo>
                  <a:lnTo>
                    <a:pt x="3373" y="45508"/>
                  </a:lnTo>
                  <a:lnTo>
                    <a:pt x="3701" y="44782"/>
                  </a:lnTo>
                  <a:lnTo>
                    <a:pt x="4042" y="44042"/>
                  </a:lnTo>
                  <a:lnTo>
                    <a:pt x="4412" y="43317"/>
                  </a:lnTo>
                  <a:lnTo>
                    <a:pt x="4782" y="42605"/>
                  </a:lnTo>
                  <a:lnTo>
                    <a:pt x="5181" y="41880"/>
                  </a:lnTo>
                  <a:lnTo>
                    <a:pt x="5579" y="41168"/>
                  </a:lnTo>
                  <a:lnTo>
                    <a:pt x="5992" y="40457"/>
                  </a:lnTo>
                  <a:lnTo>
                    <a:pt x="6419" y="39745"/>
                  </a:lnTo>
                  <a:lnTo>
                    <a:pt x="6845" y="39048"/>
                  </a:lnTo>
                  <a:lnTo>
                    <a:pt x="7742" y="37639"/>
                  </a:lnTo>
                  <a:lnTo>
                    <a:pt x="8653" y="36259"/>
                  </a:lnTo>
                  <a:lnTo>
                    <a:pt x="9578" y="34878"/>
                  </a:lnTo>
                  <a:lnTo>
                    <a:pt x="10503" y="33498"/>
                  </a:lnTo>
                  <a:lnTo>
                    <a:pt x="11968" y="31335"/>
                  </a:lnTo>
                  <a:lnTo>
                    <a:pt x="12694" y="30239"/>
                  </a:lnTo>
                  <a:lnTo>
                    <a:pt x="13420" y="29144"/>
                  </a:lnTo>
                  <a:lnTo>
                    <a:pt x="14117" y="28034"/>
                  </a:lnTo>
                  <a:lnTo>
                    <a:pt x="14800" y="26924"/>
                  </a:lnTo>
                  <a:lnTo>
                    <a:pt x="15469" y="25800"/>
                  </a:lnTo>
                  <a:lnTo>
                    <a:pt x="16109" y="24676"/>
                  </a:lnTo>
                  <a:lnTo>
                    <a:pt x="16408" y="24106"/>
                  </a:lnTo>
                  <a:lnTo>
                    <a:pt x="16707" y="23523"/>
                  </a:lnTo>
                  <a:lnTo>
                    <a:pt x="16991" y="22954"/>
                  </a:lnTo>
                  <a:lnTo>
                    <a:pt x="17276" y="22370"/>
                  </a:lnTo>
                  <a:lnTo>
                    <a:pt x="17546" y="21787"/>
                  </a:lnTo>
                  <a:lnTo>
                    <a:pt x="17802" y="21203"/>
                  </a:lnTo>
                  <a:lnTo>
                    <a:pt x="18059" y="20620"/>
                  </a:lnTo>
                  <a:lnTo>
                    <a:pt x="18286" y="20037"/>
                  </a:lnTo>
                  <a:lnTo>
                    <a:pt x="18514" y="19439"/>
                  </a:lnTo>
                  <a:lnTo>
                    <a:pt x="18727" y="18841"/>
                  </a:lnTo>
                  <a:lnTo>
                    <a:pt x="18927" y="18244"/>
                  </a:lnTo>
                  <a:lnTo>
                    <a:pt x="19112" y="17632"/>
                  </a:lnTo>
                  <a:lnTo>
                    <a:pt x="19282" y="17034"/>
                  </a:lnTo>
                  <a:lnTo>
                    <a:pt x="19439" y="16422"/>
                  </a:lnTo>
                  <a:lnTo>
                    <a:pt x="19581" y="15810"/>
                  </a:lnTo>
                  <a:lnTo>
                    <a:pt x="19709" y="15184"/>
                  </a:lnTo>
                  <a:lnTo>
                    <a:pt x="19852" y="14387"/>
                  </a:lnTo>
                  <a:lnTo>
                    <a:pt x="19951" y="13590"/>
                  </a:lnTo>
                  <a:lnTo>
                    <a:pt x="20022" y="12822"/>
                  </a:lnTo>
                  <a:lnTo>
                    <a:pt x="20037" y="12452"/>
                  </a:lnTo>
                  <a:lnTo>
                    <a:pt x="20051" y="12082"/>
                  </a:lnTo>
                  <a:lnTo>
                    <a:pt x="20051" y="11712"/>
                  </a:lnTo>
                  <a:lnTo>
                    <a:pt x="20037" y="11356"/>
                  </a:lnTo>
                  <a:lnTo>
                    <a:pt x="20022" y="11001"/>
                  </a:lnTo>
                  <a:lnTo>
                    <a:pt x="19994" y="10645"/>
                  </a:lnTo>
                  <a:lnTo>
                    <a:pt x="19965" y="10303"/>
                  </a:lnTo>
                  <a:lnTo>
                    <a:pt x="19923" y="9962"/>
                  </a:lnTo>
                  <a:lnTo>
                    <a:pt x="19866" y="9620"/>
                  </a:lnTo>
                  <a:lnTo>
                    <a:pt x="19809" y="9293"/>
                  </a:lnTo>
                  <a:lnTo>
                    <a:pt x="19738" y="8966"/>
                  </a:lnTo>
                  <a:lnTo>
                    <a:pt x="19667" y="8653"/>
                  </a:lnTo>
                  <a:lnTo>
                    <a:pt x="19581" y="8340"/>
                  </a:lnTo>
                  <a:lnTo>
                    <a:pt x="19482" y="8027"/>
                  </a:lnTo>
                  <a:lnTo>
                    <a:pt x="19368" y="7728"/>
                  </a:lnTo>
                  <a:lnTo>
                    <a:pt x="19254" y="7415"/>
                  </a:lnTo>
                  <a:lnTo>
                    <a:pt x="19140" y="7130"/>
                  </a:lnTo>
                  <a:lnTo>
                    <a:pt x="19012" y="6831"/>
                  </a:lnTo>
                  <a:lnTo>
                    <a:pt x="18870" y="6561"/>
                  </a:lnTo>
                  <a:lnTo>
                    <a:pt x="18713" y="6276"/>
                  </a:lnTo>
                  <a:lnTo>
                    <a:pt x="18557" y="6006"/>
                  </a:lnTo>
                  <a:lnTo>
                    <a:pt x="18386" y="5736"/>
                  </a:lnTo>
                  <a:lnTo>
                    <a:pt x="18215" y="5465"/>
                  </a:lnTo>
                  <a:lnTo>
                    <a:pt x="18030" y="5209"/>
                  </a:lnTo>
                  <a:lnTo>
                    <a:pt x="17831" y="4967"/>
                  </a:lnTo>
                  <a:lnTo>
                    <a:pt x="17632" y="4711"/>
                  </a:lnTo>
                  <a:lnTo>
                    <a:pt x="17433" y="4498"/>
                  </a:lnTo>
                  <a:lnTo>
                    <a:pt x="17233" y="4270"/>
                  </a:lnTo>
                  <a:lnTo>
                    <a:pt x="17034" y="4071"/>
                  </a:lnTo>
                  <a:lnTo>
                    <a:pt x="16821" y="3857"/>
                  </a:lnTo>
                  <a:lnTo>
                    <a:pt x="16379" y="3473"/>
                  </a:lnTo>
                  <a:lnTo>
                    <a:pt x="15924" y="3117"/>
                  </a:lnTo>
                  <a:lnTo>
                    <a:pt x="15455" y="2790"/>
                  </a:lnTo>
                  <a:lnTo>
                    <a:pt x="14971" y="2477"/>
                  </a:lnTo>
                  <a:lnTo>
                    <a:pt x="14487" y="2192"/>
                  </a:lnTo>
                  <a:lnTo>
                    <a:pt x="13975" y="1922"/>
                  </a:lnTo>
                  <a:lnTo>
                    <a:pt x="13477" y="1694"/>
                  </a:lnTo>
                  <a:lnTo>
                    <a:pt x="12964" y="1467"/>
                  </a:lnTo>
                  <a:lnTo>
                    <a:pt x="12452" y="1267"/>
                  </a:lnTo>
                  <a:lnTo>
                    <a:pt x="11940" y="1082"/>
                  </a:lnTo>
                  <a:lnTo>
                    <a:pt x="11427" y="926"/>
                  </a:lnTo>
                  <a:lnTo>
                    <a:pt x="10929" y="783"/>
                  </a:lnTo>
                  <a:lnTo>
                    <a:pt x="10431" y="641"/>
                  </a:lnTo>
                  <a:lnTo>
                    <a:pt x="9933" y="527"/>
                  </a:lnTo>
                  <a:lnTo>
                    <a:pt x="9464" y="428"/>
                  </a:lnTo>
                  <a:lnTo>
                    <a:pt x="8994" y="342"/>
                  </a:lnTo>
                  <a:lnTo>
                    <a:pt x="8553" y="271"/>
                  </a:lnTo>
                  <a:lnTo>
                    <a:pt x="8112" y="214"/>
                  </a:lnTo>
                  <a:lnTo>
                    <a:pt x="7315" y="115"/>
                  </a:lnTo>
                  <a:lnTo>
                    <a:pt x="6604" y="44"/>
                  </a:lnTo>
                  <a:lnTo>
                    <a:pt x="6020" y="15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1" name="Google Shape;611;p21"/>
          <p:cNvGrpSpPr/>
          <p:nvPr/>
        </p:nvGrpSpPr>
        <p:grpSpPr>
          <a:xfrm>
            <a:off x="2221199" y="2237083"/>
            <a:ext cx="3973259" cy="604500"/>
            <a:chOff x="2456141" y="2477850"/>
            <a:chExt cx="3973259" cy="604500"/>
          </a:xfrm>
        </p:grpSpPr>
        <p:sp>
          <p:nvSpPr>
            <p:cNvPr id="612" name="Google Shape;612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14" name="Google Shape;614;p21"/>
            <p:cNvSpPr txBox="1"/>
            <p:nvPr/>
          </p:nvSpPr>
          <p:spPr>
            <a:xfrm>
              <a:off x="2456141" y="2568625"/>
              <a:ext cx="3368759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Useful in OCR, language research, and educational tools.</a:t>
              </a:r>
            </a:p>
          </p:txBody>
        </p:sp>
      </p:grpSp>
      <p:grpSp>
        <p:nvGrpSpPr>
          <p:cNvPr id="616" name="Google Shape;616;p21"/>
          <p:cNvGrpSpPr/>
          <p:nvPr/>
        </p:nvGrpSpPr>
        <p:grpSpPr>
          <a:xfrm>
            <a:off x="1325551" y="3085463"/>
            <a:ext cx="3471916" cy="670267"/>
            <a:chOff x="2957484" y="2444462"/>
            <a:chExt cx="3471916" cy="670267"/>
          </a:xfrm>
        </p:grpSpPr>
        <p:sp>
          <p:nvSpPr>
            <p:cNvPr id="617" name="Google Shape;617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19" name="Google Shape;619;p21"/>
            <p:cNvSpPr txBox="1"/>
            <p:nvPr/>
          </p:nvSpPr>
          <p:spPr>
            <a:xfrm>
              <a:off x="2957484" y="2444462"/>
              <a:ext cx="2837370" cy="670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Automation aids preservation of ancient manuscripts.</a:t>
              </a:r>
            </a:p>
          </p:txBody>
        </p:sp>
      </p:grpSp>
      <p:grpSp>
        <p:nvGrpSpPr>
          <p:cNvPr id="621" name="Google Shape;621;p21"/>
          <p:cNvGrpSpPr/>
          <p:nvPr/>
        </p:nvGrpSpPr>
        <p:grpSpPr>
          <a:xfrm>
            <a:off x="223121" y="4076958"/>
            <a:ext cx="3177354" cy="619570"/>
            <a:chOff x="3252046" y="2466408"/>
            <a:chExt cx="3177354" cy="619570"/>
          </a:xfrm>
        </p:grpSpPr>
        <p:sp>
          <p:nvSpPr>
            <p:cNvPr id="622" name="Google Shape;622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24" name="Google Shape;624;p21"/>
            <p:cNvSpPr txBox="1"/>
            <p:nvPr/>
          </p:nvSpPr>
          <p:spPr>
            <a:xfrm>
              <a:off x="3252046" y="2466408"/>
              <a:ext cx="2658641" cy="619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sz="16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Digitizing handwritten Sanskrit texts is difficult.</a:t>
              </a:r>
            </a:p>
          </p:txBody>
        </p:sp>
      </p:grpSp>
      <p:cxnSp>
        <p:nvCxnSpPr>
          <p:cNvPr id="626" name="Google Shape;626;p21"/>
          <p:cNvCxnSpPr>
            <a:stCxn id="622" idx="6"/>
            <a:endCxn id="617" idx="4"/>
          </p:cNvCxnSpPr>
          <p:nvPr/>
        </p:nvCxnSpPr>
        <p:spPr>
          <a:xfrm flipV="1">
            <a:off x="3400475" y="3723351"/>
            <a:ext cx="1094742" cy="667299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21"/>
          <p:cNvCxnSpPr>
            <a:stCxn id="617" idx="6"/>
            <a:endCxn id="612" idx="4"/>
          </p:cNvCxnSpPr>
          <p:nvPr/>
        </p:nvCxnSpPr>
        <p:spPr>
          <a:xfrm flipV="1">
            <a:off x="4797467" y="2841583"/>
            <a:ext cx="1094741" cy="57951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21"/>
          <p:cNvCxnSpPr>
            <a:stCxn id="612" idx="6"/>
            <a:endCxn id="607" idx="4"/>
          </p:cNvCxnSpPr>
          <p:nvPr/>
        </p:nvCxnSpPr>
        <p:spPr>
          <a:xfrm rot="10800000" flipH="1">
            <a:off x="6194458" y="1915933"/>
            <a:ext cx="1094700" cy="62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32" name="Google Shape;632;p21"/>
          <p:cNvGrpSpPr/>
          <p:nvPr/>
        </p:nvGrpSpPr>
        <p:grpSpPr>
          <a:xfrm>
            <a:off x="7154815" y="1510894"/>
            <a:ext cx="367726" cy="307374"/>
            <a:chOff x="4794038" y="3489860"/>
            <a:chExt cx="367726" cy="307374"/>
          </a:xfrm>
        </p:grpSpPr>
        <p:sp>
          <p:nvSpPr>
            <p:cNvPr id="633" name="Google Shape;633;p21"/>
            <p:cNvSpPr/>
            <p:nvPr/>
          </p:nvSpPr>
          <p:spPr>
            <a:xfrm>
              <a:off x="4794038" y="3744242"/>
              <a:ext cx="367726" cy="52992"/>
            </a:xfrm>
            <a:custGeom>
              <a:avLst/>
              <a:gdLst/>
              <a:ahLst/>
              <a:cxnLst/>
              <a:rect l="l" t="t" r="r" b="b"/>
              <a:pathLst>
                <a:path w="10742" h="1548" extrusionOk="0">
                  <a:moveTo>
                    <a:pt x="191" y="0"/>
                  </a:moveTo>
                  <a:cubicBezTo>
                    <a:pt x="96" y="0"/>
                    <a:pt x="1" y="72"/>
                    <a:pt x="25" y="167"/>
                  </a:cubicBezTo>
                  <a:lnTo>
                    <a:pt x="25" y="857"/>
                  </a:lnTo>
                  <a:cubicBezTo>
                    <a:pt x="1" y="1238"/>
                    <a:pt x="311" y="1548"/>
                    <a:pt x="692" y="1548"/>
                  </a:cubicBezTo>
                  <a:lnTo>
                    <a:pt x="10051" y="1548"/>
                  </a:lnTo>
                  <a:cubicBezTo>
                    <a:pt x="10432" y="1548"/>
                    <a:pt x="10741" y="1238"/>
                    <a:pt x="10741" y="857"/>
                  </a:cubicBezTo>
                  <a:lnTo>
                    <a:pt x="10741" y="167"/>
                  </a:lnTo>
                  <a:cubicBezTo>
                    <a:pt x="10741" y="72"/>
                    <a:pt x="10646" y="0"/>
                    <a:pt x="10551" y="0"/>
                  </a:cubicBezTo>
                  <a:lnTo>
                    <a:pt x="6717" y="0"/>
                  </a:lnTo>
                  <a:lnTo>
                    <a:pt x="6574" y="357"/>
                  </a:lnTo>
                  <a:cubicBezTo>
                    <a:pt x="6526" y="429"/>
                    <a:pt x="6455" y="500"/>
                    <a:pt x="6359" y="500"/>
                  </a:cubicBezTo>
                  <a:lnTo>
                    <a:pt x="4407" y="500"/>
                  </a:lnTo>
                  <a:cubicBezTo>
                    <a:pt x="4311" y="500"/>
                    <a:pt x="4216" y="429"/>
                    <a:pt x="4192" y="357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4929393" y="3629289"/>
              <a:ext cx="97049" cy="27728"/>
            </a:xfrm>
            <a:custGeom>
              <a:avLst/>
              <a:gdLst/>
              <a:ahLst/>
              <a:cxnLst/>
              <a:rect l="l" t="t" r="r" b="b"/>
              <a:pathLst>
                <a:path w="2835" h="810" extrusionOk="0">
                  <a:moveTo>
                    <a:pt x="0" y="0"/>
                  </a:moveTo>
                  <a:lnTo>
                    <a:pt x="0" y="453"/>
                  </a:lnTo>
                  <a:cubicBezTo>
                    <a:pt x="441" y="691"/>
                    <a:pt x="929" y="810"/>
                    <a:pt x="1417" y="810"/>
                  </a:cubicBezTo>
                  <a:cubicBezTo>
                    <a:pt x="1905" y="810"/>
                    <a:pt x="2394" y="691"/>
                    <a:pt x="2834" y="453"/>
                  </a:cubicBezTo>
                  <a:lnTo>
                    <a:pt x="2834" y="0"/>
                  </a:lnTo>
                  <a:lnTo>
                    <a:pt x="1548" y="477"/>
                  </a:lnTo>
                  <a:cubicBezTo>
                    <a:pt x="1524" y="500"/>
                    <a:pt x="1477" y="500"/>
                    <a:pt x="1429" y="500"/>
                  </a:cubicBezTo>
                  <a:cubicBezTo>
                    <a:pt x="1405" y="500"/>
                    <a:pt x="1358" y="500"/>
                    <a:pt x="1334" y="4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1"/>
            <p:cNvSpPr/>
            <p:nvPr/>
          </p:nvSpPr>
          <p:spPr>
            <a:xfrm>
              <a:off x="4900843" y="3566507"/>
              <a:ext cx="155758" cy="57921"/>
            </a:xfrm>
            <a:custGeom>
              <a:avLst/>
              <a:gdLst/>
              <a:ahLst/>
              <a:cxnLst/>
              <a:rect l="l" t="t" r="r" b="b"/>
              <a:pathLst>
                <a:path w="4550" h="1692" extrusionOk="0">
                  <a:moveTo>
                    <a:pt x="2287" y="1"/>
                  </a:moveTo>
                  <a:lnTo>
                    <a:pt x="1" y="858"/>
                  </a:lnTo>
                  <a:lnTo>
                    <a:pt x="2287" y="1691"/>
                  </a:lnTo>
                  <a:lnTo>
                    <a:pt x="4549" y="858"/>
                  </a:lnTo>
                  <a:lnTo>
                    <a:pt x="22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4809545" y="3489860"/>
              <a:ext cx="337532" cy="249521"/>
            </a:xfrm>
            <a:custGeom>
              <a:avLst/>
              <a:gdLst/>
              <a:ahLst/>
              <a:cxnLst/>
              <a:rect l="l" t="t" r="r" b="b"/>
              <a:pathLst>
                <a:path w="9860" h="7289" extrusionOk="0">
                  <a:moveTo>
                    <a:pt x="4942" y="1585"/>
                  </a:moveTo>
                  <a:cubicBezTo>
                    <a:pt x="4978" y="1585"/>
                    <a:pt x="5013" y="1597"/>
                    <a:pt x="5049" y="1620"/>
                  </a:cubicBezTo>
                  <a:lnTo>
                    <a:pt x="8240" y="2787"/>
                  </a:lnTo>
                  <a:cubicBezTo>
                    <a:pt x="8359" y="2835"/>
                    <a:pt x="8455" y="2954"/>
                    <a:pt x="8455" y="3073"/>
                  </a:cubicBezTo>
                  <a:cubicBezTo>
                    <a:pt x="8455" y="3216"/>
                    <a:pt x="8359" y="3335"/>
                    <a:pt x="8240" y="3383"/>
                  </a:cubicBezTo>
                  <a:lnTo>
                    <a:pt x="6978" y="3835"/>
                  </a:lnTo>
                  <a:lnTo>
                    <a:pt x="6978" y="4692"/>
                  </a:lnTo>
                  <a:cubicBezTo>
                    <a:pt x="6954" y="4788"/>
                    <a:pt x="6907" y="4883"/>
                    <a:pt x="6835" y="4954"/>
                  </a:cubicBezTo>
                  <a:cubicBezTo>
                    <a:pt x="6252" y="5324"/>
                    <a:pt x="5591" y="5508"/>
                    <a:pt x="4930" y="5508"/>
                  </a:cubicBezTo>
                  <a:cubicBezTo>
                    <a:pt x="4269" y="5508"/>
                    <a:pt x="3608" y="5324"/>
                    <a:pt x="3025" y="4954"/>
                  </a:cubicBezTo>
                  <a:cubicBezTo>
                    <a:pt x="2930" y="4883"/>
                    <a:pt x="2882" y="4788"/>
                    <a:pt x="2882" y="4692"/>
                  </a:cubicBezTo>
                  <a:lnTo>
                    <a:pt x="2882" y="3835"/>
                  </a:lnTo>
                  <a:lnTo>
                    <a:pt x="2572" y="3716"/>
                  </a:lnTo>
                  <a:lnTo>
                    <a:pt x="2572" y="4669"/>
                  </a:lnTo>
                  <a:cubicBezTo>
                    <a:pt x="2549" y="4859"/>
                    <a:pt x="2400" y="4954"/>
                    <a:pt x="2251" y="4954"/>
                  </a:cubicBezTo>
                  <a:cubicBezTo>
                    <a:pt x="2102" y="4954"/>
                    <a:pt x="1953" y="4859"/>
                    <a:pt x="1929" y="4669"/>
                  </a:cubicBezTo>
                  <a:lnTo>
                    <a:pt x="1929" y="3478"/>
                  </a:lnTo>
                  <a:lnTo>
                    <a:pt x="1644" y="3383"/>
                  </a:lnTo>
                  <a:cubicBezTo>
                    <a:pt x="1501" y="3335"/>
                    <a:pt x="1429" y="3216"/>
                    <a:pt x="1429" y="3073"/>
                  </a:cubicBezTo>
                  <a:cubicBezTo>
                    <a:pt x="1429" y="2954"/>
                    <a:pt x="1501" y="2835"/>
                    <a:pt x="1644" y="2787"/>
                  </a:cubicBezTo>
                  <a:lnTo>
                    <a:pt x="4835" y="1620"/>
                  </a:lnTo>
                  <a:cubicBezTo>
                    <a:pt x="4870" y="1597"/>
                    <a:pt x="4906" y="1585"/>
                    <a:pt x="4942" y="1585"/>
                  </a:cubicBezTo>
                  <a:close/>
                  <a:moveTo>
                    <a:pt x="905" y="1"/>
                  </a:moveTo>
                  <a:cubicBezTo>
                    <a:pt x="405" y="1"/>
                    <a:pt x="0" y="406"/>
                    <a:pt x="0" y="930"/>
                  </a:cubicBezTo>
                  <a:lnTo>
                    <a:pt x="0" y="6788"/>
                  </a:lnTo>
                  <a:lnTo>
                    <a:pt x="3596" y="6788"/>
                  </a:lnTo>
                  <a:cubicBezTo>
                    <a:pt x="3858" y="6788"/>
                    <a:pt x="4097" y="6931"/>
                    <a:pt x="4192" y="7169"/>
                  </a:cubicBezTo>
                  <a:lnTo>
                    <a:pt x="4168" y="7169"/>
                  </a:lnTo>
                  <a:lnTo>
                    <a:pt x="4216" y="7288"/>
                  </a:lnTo>
                  <a:lnTo>
                    <a:pt x="5644" y="7288"/>
                  </a:lnTo>
                  <a:lnTo>
                    <a:pt x="5692" y="7169"/>
                  </a:lnTo>
                  <a:cubicBezTo>
                    <a:pt x="5787" y="6931"/>
                    <a:pt x="6002" y="6788"/>
                    <a:pt x="6264" y="6788"/>
                  </a:cubicBezTo>
                  <a:lnTo>
                    <a:pt x="9860" y="6788"/>
                  </a:lnTo>
                  <a:lnTo>
                    <a:pt x="9860" y="930"/>
                  </a:lnTo>
                  <a:cubicBezTo>
                    <a:pt x="9860" y="406"/>
                    <a:pt x="9455" y="1"/>
                    <a:pt x="8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"/>
          <p:cNvSpPr/>
          <p:nvPr/>
        </p:nvSpPr>
        <p:spPr>
          <a:xfrm>
            <a:off x="457200" y="1324425"/>
            <a:ext cx="2889300" cy="3407700"/>
          </a:xfrm>
          <a:prstGeom prst="roundRect">
            <a:avLst>
              <a:gd name="adj" fmla="val 14082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8"/>
          <p:cNvSpPr txBox="1"/>
          <p:nvPr/>
        </p:nvSpPr>
        <p:spPr>
          <a:xfrm>
            <a:off x="646237" y="1841625"/>
            <a:ext cx="25467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 smtClean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Eye to achieve</a:t>
            </a:r>
            <a:endParaRPr sz="21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62" name="Google Shape;362;p18"/>
          <p:cNvGrpSpPr/>
          <p:nvPr/>
        </p:nvGrpSpPr>
        <p:grpSpPr>
          <a:xfrm>
            <a:off x="851113" y="2915825"/>
            <a:ext cx="2133450" cy="1431550"/>
            <a:chOff x="851113" y="2915825"/>
            <a:chExt cx="2133450" cy="1431550"/>
          </a:xfrm>
        </p:grpSpPr>
        <p:sp>
          <p:nvSpPr>
            <p:cNvPr id="363" name="Google Shape;363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extrusionOk="0">
                  <a:moveTo>
                    <a:pt x="40299" y="1"/>
                  </a:moveTo>
                  <a:lnTo>
                    <a:pt x="39445" y="15"/>
                  </a:lnTo>
                  <a:lnTo>
                    <a:pt x="38592" y="44"/>
                  </a:lnTo>
                  <a:lnTo>
                    <a:pt x="37752" y="100"/>
                  </a:lnTo>
                  <a:lnTo>
                    <a:pt x="36912" y="157"/>
                  </a:lnTo>
                  <a:lnTo>
                    <a:pt x="36087" y="243"/>
                  </a:lnTo>
                  <a:lnTo>
                    <a:pt x="35262" y="328"/>
                  </a:lnTo>
                  <a:lnTo>
                    <a:pt x="34436" y="442"/>
                  </a:lnTo>
                  <a:lnTo>
                    <a:pt x="33640" y="570"/>
                  </a:lnTo>
                  <a:lnTo>
                    <a:pt x="32843" y="698"/>
                  </a:lnTo>
                  <a:lnTo>
                    <a:pt x="32046" y="855"/>
                  </a:lnTo>
                  <a:lnTo>
                    <a:pt x="31263" y="1025"/>
                  </a:lnTo>
                  <a:lnTo>
                    <a:pt x="30481" y="1196"/>
                  </a:lnTo>
                  <a:lnTo>
                    <a:pt x="29712" y="1395"/>
                  </a:lnTo>
                  <a:lnTo>
                    <a:pt x="28958" y="1595"/>
                  </a:lnTo>
                  <a:lnTo>
                    <a:pt x="28204" y="1808"/>
                  </a:lnTo>
                  <a:lnTo>
                    <a:pt x="27464" y="2036"/>
                  </a:lnTo>
                  <a:lnTo>
                    <a:pt x="26724" y="2263"/>
                  </a:lnTo>
                  <a:lnTo>
                    <a:pt x="25998" y="2520"/>
                  </a:lnTo>
                  <a:lnTo>
                    <a:pt x="25272" y="2776"/>
                  </a:lnTo>
                  <a:lnTo>
                    <a:pt x="24575" y="3032"/>
                  </a:lnTo>
                  <a:lnTo>
                    <a:pt x="23864" y="3316"/>
                  </a:lnTo>
                  <a:lnTo>
                    <a:pt x="23181" y="3601"/>
                  </a:lnTo>
                  <a:lnTo>
                    <a:pt x="22483" y="3886"/>
                  </a:lnTo>
                  <a:lnTo>
                    <a:pt x="21815" y="4184"/>
                  </a:lnTo>
                  <a:lnTo>
                    <a:pt x="21146" y="4497"/>
                  </a:lnTo>
                  <a:lnTo>
                    <a:pt x="20491" y="4811"/>
                  </a:lnTo>
                  <a:lnTo>
                    <a:pt x="19837" y="5138"/>
                  </a:lnTo>
                  <a:lnTo>
                    <a:pt x="19196" y="5465"/>
                  </a:lnTo>
                  <a:lnTo>
                    <a:pt x="18570" y="5792"/>
                  </a:lnTo>
                  <a:lnTo>
                    <a:pt x="17944" y="6134"/>
                  </a:lnTo>
                  <a:lnTo>
                    <a:pt x="17332" y="6475"/>
                  </a:lnTo>
                  <a:lnTo>
                    <a:pt x="16137" y="7187"/>
                  </a:lnTo>
                  <a:lnTo>
                    <a:pt x="14984" y="7898"/>
                  </a:lnTo>
                  <a:lnTo>
                    <a:pt x="13860" y="8624"/>
                  </a:lnTo>
                  <a:lnTo>
                    <a:pt x="12779" y="9364"/>
                  </a:lnTo>
                  <a:lnTo>
                    <a:pt x="11740" y="10104"/>
                  </a:lnTo>
                  <a:lnTo>
                    <a:pt x="10729" y="10858"/>
                  </a:lnTo>
                  <a:lnTo>
                    <a:pt x="9776" y="11598"/>
                  </a:lnTo>
                  <a:lnTo>
                    <a:pt x="8851" y="12338"/>
                  </a:lnTo>
                  <a:lnTo>
                    <a:pt x="7983" y="13078"/>
                  </a:lnTo>
                  <a:lnTo>
                    <a:pt x="7143" y="13790"/>
                  </a:lnTo>
                  <a:lnTo>
                    <a:pt x="6347" y="14501"/>
                  </a:lnTo>
                  <a:lnTo>
                    <a:pt x="5607" y="15184"/>
                  </a:lnTo>
                  <a:lnTo>
                    <a:pt x="4895" y="15853"/>
                  </a:lnTo>
                  <a:lnTo>
                    <a:pt x="4241" y="16508"/>
                  </a:lnTo>
                  <a:lnTo>
                    <a:pt x="3629" y="17119"/>
                  </a:lnTo>
                  <a:lnTo>
                    <a:pt x="3060" y="17717"/>
                  </a:lnTo>
                  <a:lnTo>
                    <a:pt x="2533" y="18258"/>
                  </a:lnTo>
                  <a:lnTo>
                    <a:pt x="2063" y="18784"/>
                  </a:lnTo>
                  <a:lnTo>
                    <a:pt x="1637" y="19254"/>
                  </a:lnTo>
                  <a:lnTo>
                    <a:pt x="925" y="20079"/>
                  </a:lnTo>
                  <a:lnTo>
                    <a:pt x="413" y="20691"/>
                  </a:lnTo>
                  <a:lnTo>
                    <a:pt x="0" y="21218"/>
                  </a:lnTo>
                  <a:lnTo>
                    <a:pt x="1039" y="22342"/>
                  </a:lnTo>
                  <a:lnTo>
                    <a:pt x="2078" y="23423"/>
                  </a:lnTo>
                  <a:lnTo>
                    <a:pt x="3102" y="24476"/>
                  </a:lnTo>
                  <a:lnTo>
                    <a:pt x="4141" y="25501"/>
                  </a:lnTo>
                  <a:lnTo>
                    <a:pt x="5166" y="26483"/>
                  </a:lnTo>
                  <a:lnTo>
                    <a:pt x="6204" y="27436"/>
                  </a:lnTo>
                  <a:lnTo>
                    <a:pt x="7229" y="28361"/>
                  </a:lnTo>
                  <a:lnTo>
                    <a:pt x="8253" y="29243"/>
                  </a:lnTo>
                  <a:lnTo>
                    <a:pt x="9264" y="30097"/>
                  </a:lnTo>
                  <a:lnTo>
                    <a:pt x="10288" y="30922"/>
                  </a:lnTo>
                  <a:lnTo>
                    <a:pt x="11299" y="31719"/>
                  </a:lnTo>
                  <a:lnTo>
                    <a:pt x="12309" y="32474"/>
                  </a:lnTo>
                  <a:lnTo>
                    <a:pt x="13319" y="33199"/>
                  </a:lnTo>
                  <a:lnTo>
                    <a:pt x="14315" y="33897"/>
                  </a:lnTo>
                  <a:lnTo>
                    <a:pt x="15326" y="34565"/>
                  </a:lnTo>
                  <a:lnTo>
                    <a:pt x="16322" y="35206"/>
                  </a:lnTo>
                  <a:lnTo>
                    <a:pt x="17304" y="35818"/>
                  </a:lnTo>
                  <a:lnTo>
                    <a:pt x="18300" y="36401"/>
                  </a:lnTo>
                  <a:lnTo>
                    <a:pt x="19282" y="36956"/>
                  </a:lnTo>
                  <a:lnTo>
                    <a:pt x="20263" y="37482"/>
                  </a:lnTo>
                  <a:lnTo>
                    <a:pt x="21245" y="37981"/>
                  </a:lnTo>
                  <a:lnTo>
                    <a:pt x="22213" y="38450"/>
                  </a:lnTo>
                  <a:lnTo>
                    <a:pt x="23195" y="38891"/>
                  </a:lnTo>
                  <a:lnTo>
                    <a:pt x="24148" y="39318"/>
                  </a:lnTo>
                  <a:lnTo>
                    <a:pt x="25116" y="39702"/>
                  </a:lnTo>
                  <a:lnTo>
                    <a:pt x="26069" y="40072"/>
                  </a:lnTo>
                  <a:lnTo>
                    <a:pt x="27023" y="40414"/>
                  </a:lnTo>
                  <a:lnTo>
                    <a:pt x="27976" y="40741"/>
                  </a:lnTo>
                  <a:lnTo>
                    <a:pt x="28915" y="41040"/>
                  </a:lnTo>
                  <a:lnTo>
                    <a:pt x="29854" y="41310"/>
                  </a:lnTo>
                  <a:lnTo>
                    <a:pt x="30779" y="41552"/>
                  </a:lnTo>
                  <a:lnTo>
                    <a:pt x="31704" y="41780"/>
                  </a:lnTo>
                  <a:lnTo>
                    <a:pt x="32629" y="41979"/>
                  </a:lnTo>
                  <a:lnTo>
                    <a:pt x="33554" y="42164"/>
                  </a:lnTo>
                  <a:lnTo>
                    <a:pt x="34465" y="42321"/>
                  </a:lnTo>
                  <a:lnTo>
                    <a:pt x="35376" y="42463"/>
                  </a:lnTo>
                  <a:lnTo>
                    <a:pt x="36272" y="42577"/>
                  </a:lnTo>
                  <a:lnTo>
                    <a:pt x="37169" y="42676"/>
                  </a:lnTo>
                  <a:lnTo>
                    <a:pt x="38051" y="42762"/>
                  </a:lnTo>
                  <a:lnTo>
                    <a:pt x="38933" y="42819"/>
                  </a:lnTo>
                  <a:lnTo>
                    <a:pt x="39815" y="42847"/>
                  </a:lnTo>
                  <a:lnTo>
                    <a:pt x="40683" y="42876"/>
                  </a:lnTo>
                  <a:lnTo>
                    <a:pt x="41551" y="42876"/>
                  </a:lnTo>
                  <a:lnTo>
                    <a:pt x="42419" y="42861"/>
                  </a:lnTo>
                  <a:lnTo>
                    <a:pt x="43273" y="42833"/>
                  </a:lnTo>
                  <a:lnTo>
                    <a:pt x="44113" y="42776"/>
                  </a:lnTo>
                  <a:lnTo>
                    <a:pt x="44952" y="42719"/>
                  </a:lnTo>
                  <a:lnTo>
                    <a:pt x="45792" y="42634"/>
                  </a:lnTo>
                  <a:lnTo>
                    <a:pt x="46617" y="42534"/>
                  </a:lnTo>
                  <a:lnTo>
                    <a:pt x="47443" y="42420"/>
                  </a:lnTo>
                  <a:lnTo>
                    <a:pt x="48254" y="42306"/>
                  </a:lnTo>
                  <a:lnTo>
                    <a:pt x="49065" y="42164"/>
                  </a:lnTo>
                  <a:lnTo>
                    <a:pt x="49862" y="42008"/>
                  </a:lnTo>
                  <a:lnTo>
                    <a:pt x="50659" y="41837"/>
                  </a:lnTo>
                  <a:lnTo>
                    <a:pt x="51441" y="41652"/>
                  </a:lnTo>
                  <a:lnTo>
                    <a:pt x="52224" y="41453"/>
                  </a:lnTo>
                  <a:lnTo>
                    <a:pt x="52992" y="41253"/>
                  </a:lnTo>
                  <a:lnTo>
                    <a:pt x="53761" y="41026"/>
                  </a:lnTo>
                  <a:lnTo>
                    <a:pt x="54515" y="40798"/>
                  </a:lnTo>
                  <a:lnTo>
                    <a:pt x="55255" y="40556"/>
                  </a:lnTo>
                  <a:lnTo>
                    <a:pt x="55995" y="40314"/>
                  </a:lnTo>
                  <a:lnTo>
                    <a:pt x="56735" y="40044"/>
                  </a:lnTo>
                  <a:lnTo>
                    <a:pt x="57460" y="39773"/>
                  </a:lnTo>
                  <a:lnTo>
                    <a:pt x="58172" y="39489"/>
                  </a:lnTo>
                  <a:lnTo>
                    <a:pt x="58883" y="39204"/>
                  </a:lnTo>
                  <a:lnTo>
                    <a:pt x="59581" y="38905"/>
                  </a:lnTo>
                  <a:lnTo>
                    <a:pt x="60278" y="38592"/>
                  </a:lnTo>
                  <a:lnTo>
                    <a:pt x="60961" y="38279"/>
                  </a:lnTo>
                  <a:lnTo>
                    <a:pt x="61644" y="37966"/>
                  </a:lnTo>
                  <a:lnTo>
                    <a:pt x="62299" y="37639"/>
                  </a:lnTo>
                  <a:lnTo>
                    <a:pt x="62967" y="37297"/>
                  </a:lnTo>
                  <a:lnTo>
                    <a:pt x="63608" y="36956"/>
                  </a:lnTo>
                  <a:lnTo>
                    <a:pt x="64248" y="36614"/>
                  </a:lnTo>
                  <a:lnTo>
                    <a:pt x="64888" y="36259"/>
                  </a:lnTo>
                  <a:lnTo>
                    <a:pt x="66112" y="35547"/>
                  </a:lnTo>
                  <a:lnTo>
                    <a:pt x="67322" y="34807"/>
                  </a:lnTo>
                  <a:lnTo>
                    <a:pt x="68474" y="34067"/>
                  </a:lnTo>
                  <a:lnTo>
                    <a:pt x="69599" y="33313"/>
                  </a:lnTo>
                  <a:lnTo>
                    <a:pt x="70680" y="32559"/>
                  </a:lnTo>
                  <a:lnTo>
                    <a:pt x="71719" y="31790"/>
                  </a:lnTo>
                  <a:lnTo>
                    <a:pt x="72729" y="31036"/>
                  </a:lnTo>
                  <a:lnTo>
                    <a:pt x="73682" y="30282"/>
                  </a:lnTo>
                  <a:lnTo>
                    <a:pt x="74607" y="29528"/>
                  </a:lnTo>
                  <a:lnTo>
                    <a:pt x="75475" y="28788"/>
                  </a:lnTo>
                  <a:lnTo>
                    <a:pt x="76315" y="28062"/>
                  </a:lnTo>
                  <a:lnTo>
                    <a:pt x="77098" y="27365"/>
                  </a:lnTo>
                  <a:lnTo>
                    <a:pt x="77838" y="26682"/>
                  </a:lnTo>
                  <a:lnTo>
                    <a:pt x="78535" y="26027"/>
                  </a:lnTo>
                  <a:lnTo>
                    <a:pt x="79189" y="25387"/>
                  </a:lnTo>
                  <a:lnTo>
                    <a:pt x="79787" y="24789"/>
                  </a:lnTo>
                  <a:lnTo>
                    <a:pt x="80342" y="24220"/>
                  </a:lnTo>
                  <a:lnTo>
                    <a:pt x="81295" y="23210"/>
                  </a:lnTo>
                  <a:lnTo>
                    <a:pt x="82050" y="22385"/>
                  </a:lnTo>
                  <a:lnTo>
                    <a:pt x="82590" y="21744"/>
                  </a:lnTo>
                  <a:lnTo>
                    <a:pt x="83046" y="21218"/>
                  </a:lnTo>
                  <a:lnTo>
                    <a:pt x="81936" y="20108"/>
                  </a:lnTo>
                  <a:lnTo>
                    <a:pt x="80840" y="19040"/>
                  </a:lnTo>
                  <a:lnTo>
                    <a:pt x="79744" y="18016"/>
                  </a:lnTo>
                  <a:lnTo>
                    <a:pt x="78663" y="17020"/>
                  </a:lnTo>
                  <a:lnTo>
                    <a:pt x="77581" y="16052"/>
                  </a:lnTo>
                  <a:lnTo>
                    <a:pt x="76500" y="15113"/>
                  </a:lnTo>
                  <a:lnTo>
                    <a:pt x="75419" y="14217"/>
                  </a:lnTo>
                  <a:lnTo>
                    <a:pt x="74351" y="13348"/>
                  </a:lnTo>
                  <a:lnTo>
                    <a:pt x="73284" y="12509"/>
                  </a:lnTo>
                  <a:lnTo>
                    <a:pt x="72231" y="11712"/>
                  </a:lnTo>
                  <a:lnTo>
                    <a:pt x="71164" y="10929"/>
                  </a:lnTo>
                  <a:lnTo>
                    <a:pt x="70111" y="10189"/>
                  </a:lnTo>
                  <a:lnTo>
                    <a:pt x="69072" y="9478"/>
                  </a:lnTo>
                  <a:lnTo>
                    <a:pt x="68033" y="8795"/>
                  </a:lnTo>
                  <a:lnTo>
                    <a:pt x="66994" y="8140"/>
                  </a:lnTo>
                  <a:lnTo>
                    <a:pt x="65956" y="7514"/>
                  </a:lnTo>
                  <a:lnTo>
                    <a:pt x="64931" y="6917"/>
                  </a:lnTo>
                  <a:lnTo>
                    <a:pt x="63907" y="6347"/>
                  </a:lnTo>
                  <a:lnTo>
                    <a:pt x="62896" y="5807"/>
                  </a:lnTo>
                  <a:lnTo>
                    <a:pt x="61886" y="5280"/>
                  </a:lnTo>
                  <a:lnTo>
                    <a:pt x="60876" y="4796"/>
                  </a:lnTo>
                  <a:lnTo>
                    <a:pt x="59879" y="4341"/>
                  </a:lnTo>
                  <a:lnTo>
                    <a:pt x="58883" y="3900"/>
                  </a:lnTo>
                  <a:lnTo>
                    <a:pt x="57902" y="3487"/>
                  </a:lnTo>
                  <a:lnTo>
                    <a:pt x="56920" y="3103"/>
                  </a:lnTo>
                  <a:lnTo>
                    <a:pt x="55938" y="2747"/>
                  </a:lnTo>
                  <a:lnTo>
                    <a:pt x="54970" y="2406"/>
                  </a:lnTo>
                  <a:lnTo>
                    <a:pt x="54003" y="2093"/>
                  </a:lnTo>
                  <a:lnTo>
                    <a:pt x="53049" y="1808"/>
                  </a:lnTo>
                  <a:lnTo>
                    <a:pt x="52096" y="1538"/>
                  </a:lnTo>
                  <a:lnTo>
                    <a:pt x="51142" y="1296"/>
                  </a:lnTo>
                  <a:lnTo>
                    <a:pt x="50203" y="1082"/>
                  </a:lnTo>
                  <a:lnTo>
                    <a:pt x="49278" y="883"/>
                  </a:lnTo>
                  <a:lnTo>
                    <a:pt x="48353" y="698"/>
                  </a:lnTo>
                  <a:lnTo>
                    <a:pt x="47428" y="542"/>
                  </a:lnTo>
                  <a:lnTo>
                    <a:pt x="46518" y="413"/>
                  </a:lnTo>
                  <a:lnTo>
                    <a:pt x="45607" y="285"/>
                  </a:lnTo>
                  <a:lnTo>
                    <a:pt x="44710" y="200"/>
                  </a:lnTo>
                  <a:lnTo>
                    <a:pt x="43814" y="115"/>
                  </a:lnTo>
                  <a:lnTo>
                    <a:pt x="42917" y="58"/>
                  </a:lnTo>
                  <a:lnTo>
                    <a:pt x="42049" y="29"/>
                  </a:lnTo>
                  <a:lnTo>
                    <a:pt x="411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fill="none" extrusionOk="0">
                  <a:moveTo>
                    <a:pt x="0" y="21218"/>
                  </a:moveTo>
                  <a:lnTo>
                    <a:pt x="0" y="21218"/>
                  </a:lnTo>
                  <a:lnTo>
                    <a:pt x="413" y="20691"/>
                  </a:lnTo>
                  <a:lnTo>
                    <a:pt x="925" y="20079"/>
                  </a:lnTo>
                  <a:lnTo>
                    <a:pt x="1637" y="19254"/>
                  </a:lnTo>
                  <a:lnTo>
                    <a:pt x="2063" y="18784"/>
                  </a:lnTo>
                  <a:lnTo>
                    <a:pt x="2533" y="18258"/>
                  </a:lnTo>
                  <a:lnTo>
                    <a:pt x="3060" y="17717"/>
                  </a:lnTo>
                  <a:lnTo>
                    <a:pt x="3629" y="17119"/>
                  </a:lnTo>
                  <a:lnTo>
                    <a:pt x="4241" y="16508"/>
                  </a:lnTo>
                  <a:lnTo>
                    <a:pt x="4895" y="15853"/>
                  </a:lnTo>
                  <a:lnTo>
                    <a:pt x="5607" y="15184"/>
                  </a:lnTo>
                  <a:lnTo>
                    <a:pt x="6347" y="14501"/>
                  </a:lnTo>
                  <a:lnTo>
                    <a:pt x="7143" y="13790"/>
                  </a:lnTo>
                  <a:lnTo>
                    <a:pt x="7983" y="13078"/>
                  </a:lnTo>
                  <a:lnTo>
                    <a:pt x="8851" y="12338"/>
                  </a:lnTo>
                  <a:lnTo>
                    <a:pt x="9776" y="11598"/>
                  </a:lnTo>
                  <a:lnTo>
                    <a:pt x="10729" y="10858"/>
                  </a:lnTo>
                  <a:lnTo>
                    <a:pt x="11740" y="10104"/>
                  </a:lnTo>
                  <a:lnTo>
                    <a:pt x="12779" y="9364"/>
                  </a:lnTo>
                  <a:lnTo>
                    <a:pt x="13860" y="8624"/>
                  </a:lnTo>
                  <a:lnTo>
                    <a:pt x="14984" y="7898"/>
                  </a:lnTo>
                  <a:lnTo>
                    <a:pt x="16137" y="7187"/>
                  </a:lnTo>
                  <a:lnTo>
                    <a:pt x="17332" y="6475"/>
                  </a:lnTo>
                  <a:lnTo>
                    <a:pt x="17944" y="6134"/>
                  </a:lnTo>
                  <a:lnTo>
                    <a:pt x="18570" y="5792"/>
                  </a:lnTo>
                  <a:lnTo>
                    <a:pt x="19196" y="5465"/>
                  </a:lnTo>
                  <a:lnTo>
                    <a:pt x="19837" y="5138"/>
                  </a:lnTo>
                  <a:lnTo>
                    <a:pt x="20491" y="4811"/>
                  </a:lnTo>
                  <a:lnTo>
                    <a:pt x="21146" y="4497"/>
                  </a:lnTo>
                  <a:lnTo>
                    <a:pt x="21815" y="4184"/>
                  </a:lnTo>
                  <a:lnTo>
                    <a:pt x="22483" y="3886"/>
                  </a:lnTo>
                  <a:lnTo>
                    <a:pt x="23181" y="3601"/>
                  </a:lnTo>
                  <a:lnTo>
                    <a:pt x="23864" y="3316"/>
                  </a:lnTo>
                  <a:lnTo>
                    <a:pt x="24575" y="3032"/>
                  </a:lnTo>
                  <a:lnTo>
                    <a:pt x="25272" y="2776"/>
                  </a:lnTo>
                  <a:lnTo>
                    <a:pt x="25998" y="2520"/>
                  </a:lnTo>
                  <a:lnTo>
                    <a:pt x="26724" y="2263"/>
                  </a:lnTo>
                  <a:lnTo>
                    <a:pt x="27464" y="2036"/>
                  </a:lnTo>
                  <a:lnTo>
                    <a:pt x="28204" y="1808"/>
                  </a:lnTo>
                  <a:lnTo>
                    <a:pt x="28958" y="1595"/>
                  </a:lnTo>
                  <a:lnTo>
                    <a:pt x="29712" y="1395"/>
                  </a:lnTo>
                  <a:lnTo>
                    <a:pt x="30481" y="1196"/>
                  </a:lnTo>
                  <a:lnTo>
                    <a:pt x="31263" y="1025"/>
                  </a:lnTo>
                  <a:lnTo>
                    <a:pt x="32046" y="855"/>
                  </a:lnTo>
                  <a:lnTo>
                    <a:pt x="32843" y="698"/>
                  </a:lnTo>
                  <a:lnTo>
                    <a:pt x="33640" y="570"/>
                  </a:lnTo>
                  <a:lnTo>
                    <a:pt x="34436" y="442"/>
                  </a:lnTo>
                  <a:lnTo>
                    <a:pt x="35262" y="328"/>
                  </a:lnTo>
                  <a:lnTo>
                    <a:pt x="36087" y="243"/>
                  </a:lnTo>
                  <a:lnTo>
                    <a:pt x="36912" y="157"/>
                  </a:lnTo>
                  <a:lnTo>
                    <a:pt x="37752" y="100"/>
                  </a:lnTo>
                  <a:lnTo>
                    <a:pt x="38592" y="44"/>
                  </a:lnTo>
                  <a:lnTo>
                    <a:pt x="39445" y="15"/>
                  </a:lnTo>
                  <a:lnTo>
                    <a:pt x="40299" y="1"/>
                  </a:lnTo>
                  <a:lnTo>
                    <a:pt x="41167" y="1"/>
                  </a:lnTo>
                  <a:lnTo>
                    <a:pt x="42049" y="29"/>
                  </a:lnTo>
                  <a:lnTo>
                    <a:pt x="42917" y="58"/>
                  </a:lnTo>
                  <a:lnTo>
                    <a:pt x="43814" y="115"/>
                  </a:lnTo>
                  <a:lnTo>
                    <a:pt x="44710" y="200"/>
                  </a:lnTo>
                  <a:lnTo>
                    <a:pt x="45607" y="285"/>
                  </a:lnTo>
                  <a:lnTo>
                    <a:pt x="46518" y="413"/>
                  </a:lnTo>
                  <a:lnTo>
                    <a:pt x="47428" y="542"/>
                  </a:lnTo>
                  <a:lnTo>
                    <a:pt x="48353" y="698"/>
                  </a:lnTo>
                  <a:lnTo>
                    <a:pt x="49278" y="883"/>
                  </a:lnTo>
                  <a:lnTo>
                    <a:pt x="50203" y="1082"/>
                  </a:lnTo>
                  <a:lnTo>
                    <a:pt x="51142" y="1296"/>
                  </a:lnTo>
                  <a:lnTo>
                    <a:pt x="52096" y="1538"/>
                  </a:lnTo>
                  <a:lnTo>
                    <a:pt x="53049" y="1808"/>
                  </a:lnTo>
                  <a:lnTo>
                    <a:pt x="54003" y="2093"/>
                  </a:lnTo>
                  <a:lnTo>
                    <a:pt x="54970" y="2406"/>
                  </a:lnTo>
                  <a:lnTo>
                    <a:pt x="55938" y="2747"/>
                  </a:lnTo>
                  <a:lnTo>
                    <a:pt x="56920" y="3103"/>
                  </a:lnTo>
                  <a:lnTo>
                    <a:pt x="57902" y="3487"/>
                  </a:lnTo>
                  <a:lnTo>
                    <a:pt x="58883" y="3900"/>
                  </a:lnTo>
                  <a:lnTo>
                    <a:pt x="59879" y="4341"/>
                  </a:lnTo>
                  <a:lnTo>
                    <a:pt x="60876" y="4796"/>
                  </a:lnTo>
                  <a:lnTo>
                    <a:pt x="61886" y="5280"/>
                  </a:lnTo>
                  <a:lnTo>
                    <a:pt x="62896" y="5807"/>
                  </a:lnTo>
                  <a:lnTo>
                    <a:pt x="63907" y="6347"/>
                  </a:lnTo>
                  <a:lnTo>
                    <a:pt x="64931" y="6917"/>
                  </a:lnTo>
                  <a:lnTo>
                    <a:pt x="65956" y="7514"/>
                  </a:lnTo>
                  <a:lnTo>
                    <a:pt x="66994" y="8140"/>
                  </a:lnTo>
                  <a:lnTo>
                    <a:pt x="68033" y="8795"/>
                  </a:lnTo>
                  <a:lnTo>
                    <a:pt x="69072" y="9478"/>
                  </a:lnTo>
                  <a:lnTo>
                    <a:pt x="70111" y="10189"/>
                  </a:lnTo>
                  <a:lnTo>
                    <a:pt x="71164" y="10929"/>
                  </a:lnTo>
                  <a:lnTo>
                    <a:pt x="72231" y="11712"/>
                  </a:lnTo>
                  <a:lnTo>
                    <a:pt x="73284" y="12509"/>
                  </a:lnTo>
                  <a:lnTo>
                    <a:pt x="74351" y="13348"/>
                  </a:lnTo>
                  <a:lnTo>
                    <a:pt x="75419" y="14217"/>
                  </a:lnTo>
                  <a:lnTo>
                    <a:pt x="76500" y="15113"/>
                  </a:lnTo>
                  <a:lnTo>
                    <a:pt x="77581" y="16052"/>
                  </a:lnTo>
                  <a:lnTo>
                    <a:pt x="78663" y="17020"/>
                  </a:lnTo>
                  <a:lnTo>
                    <a:pt x="79744" y="18016"/>
                  </a:lnTo>
                  <a:lnTo>
                    <a:pt x="80840" y="19040"/>
                  </a:lnTo>
                  <a:lnTo>
                    <a:pt x="81936" y="20108"/>
                  </a:lnTo>
                  <a:lnTo>
                    <a:pt x="83046" y="21218"/>
                  </a:lnTo>
                  <a:lnTo>
                    <a:pt x="83046" y="21218"/>
                  </a:lnTo>
                  <a:lnTo>
                    <a:pt x="82590" y="21744"/>
                  </a:lnTo>
                  <a:lnTo>
                    <a:pt x="82050" y="22385"/>
                  </a:lnTo>
                  <a:lnTo>
                    <a:pt x="81295" y="23210"/>
                  </a:lnTo>
                  <a:lnTo>
                    <a:pt x="80342" y="24220"/>
                  </a:lnTo>
                  <a:lnTo>
                    <a:pt x="79787" y="24789"/>
                  </a:lnTo>
                  <a:lnTo>
                    <a:pt x="79189" y="25387"/>
                  </a:lnTo>
                  <a:lnTo>
                    <a:pt x="78535" y="26027"/>
                  </a:lnTo>
                  <a:lnTo>
                    <a:pt x="77838" y="26682"/>
                  </a:lnTo>
                  <a:lnTo>
                    <a:pt x="77098" y="27365"/>
                  </a:lnTo>
                  <a:lnTo>
                    <a:pt x="76315" y="28062"/>
                  </a:lnTo>
                  <a:lnTo>
                    <a:pt x="75475" y="28788"/>
                  </a:lnTo>
                  <a:lnTo>
                    <a:pt x="74607" y="29528"/>
                  </a:lnTo>
                  <a:lnTo>
                    <a:pt x="73682" y="30282"/>
                  </a:lnTo>
                  <a:lnTo>
                    <a:pt x="72729" y="31036"/>
                  </a:lnTo>
                  <a:lnTo>
                    <a:pt x="71719" y="31790"/>
                  </a:lnTo>
                  <a:lnTo>
                    <a:pt x="70680" y="32559"/>
                  </a:lnTo>
                  <a:lnTo>
                    <a:pt x="69599" y="33313"/>
                  </a:lnTo>
                  <a:lnTo>
                    <a:pt x="68474" y="34067"/>
                  </a:lnTo>
                  <a:lnTo>
                    <a:pt x="67322" y="34807"/>
                  </a:lnTo>
                  <a:lnTo>
                    <a:pt x="66112" y="35547"/>
                  </a:lnTo>
                  <a:lnTo>
                    <a:pt x="64888" y="36259"/>
                  </a:lnTo>
                  <a:lnTo>
                    <a:pt x="64248" y="36614"/>
                  </a:lnTo>
                  <a:lnTo>
                    <a:pt x="63608" y="36956"/>
                  </a:lnTo>
                  <a:lnTo>
                    <a:pt x="62967" y="37297"/>
                  </a:lnTo>
                  <a:lnTo>
                    <a:pt x="62299" y="37639"/>
                  </a:lnTo>
                  <a:lnTo>
                    <a:pt x="61644" y="37966"/>
                  </a:lnTo>
                  <a:lnTo>
                    <a:pt x="60961" y="38279"/>
                  </a:lnTo>
                  <a:lnTo>
                    <a:pt x="60278" y="38592"/>
                  </a:lnTo>
                  <a:lnTo>
                    <a:pt x="59581" y="38905"/>
                  </a:lnTo>
                  <a:lnTo>
                    <a:pt x="58883" y="39204"/>
                  </a:lnTo>
                  <a:lnTo>
                    <a:pt x="58172" y="39489"/>
                  </a:lnTo>
                  <a:lnTo>
                    <a:pt x="57460" y="39773"/>
                  </a:lnTo>
                  <a:lnTo>
                    <a:pt x="56735" y="40044"/>
                  </a:lnTo>
                  <a:lnTo>
                    <a:pt x="55995" y="40314"/>
                  </a:lnTo>
                  <a:lnTo>
                    <a:pt x="55255" y="40556"/>
                  </a:lnTo>
                  <a:lnTo>
                    <a:pt x="54515" y="40798"/>
                  </a:lnTo>
                  <a:lnTo>
                    <a:pt x="53761" y="41026"/>
                  </a:lnTo>
                  <a:lnTo>
                    <a:pt x="52992" y="41253"/>
                  </a:lnTo>
                  <a:lnTo>
                    <a:pt x="52224" y="41453"/>
                  </a:lnTo>
                  <a:lnTo>
                    <a:pt x="51441" y="41652"/>
                  </a:lnTo>
                  <a:lnTo>
                    <a:pt x="50659" y="41837"/>
                  </a:lnTo>
                  <a:lnTo>
                    <a:pt x="49862" y="42008"/>
                  </a:lnTo>
                  <a:lnTo>
                    <a:pt x="49065" y="42164"/>
                  </a:lnTo>
                  <a:lnTo>
                    <a:pt x="48254" y="42306"/>
                  </a:lnTo>
                  <a:lnTo>
                    <a:pt x="47443" y="42420"/>
                  </a:lnTo>
                  <a:lnTo>
                    <a:pt x="46617" y="42534"/>
                  </a:lnTo>
                  <a:lnTo>
                    <a:pt x="45792" y="42634"/>
                  </a:lnTo>
                  <a:lnTo>
                    <a:pt x="44952" y="42719"/>
                  </a:lnTo>
                  <a:lnTo>
                    <a:pt x="44113" y="42776"/>
                  </a:lnTo>
                  <a:lnTo>
                    <a:pt x="43273" y="42833"/>
                  </a:lnTo>
                  <a:lnTo>
                    <a:pt x="42419" y="42861"/>
                  </a:lnTo>
                  <a:lnTo>
                    <a:pt x="41551" y="42876"/>
                  </a:lnTo>
                  <a:lnTo>
                    <a:pt x="40683" y="42876"/>
                  </a:lnTo>
                  <a:lnTo>
                    <a:pt x="39815" y="42847"/>
                  </a:lnTo>
                  <a:lnTo>
                    <a:pt x="38933" y="42819"/>
                  </a:lnTo>
                  <a:lnTo>
                    <a:pt x="38051" y="42762"/>
                  </a:lnTo>
                  <a:lnTo>
                    <a:pt x="37169" y="42676"/>
                  </a:lnTo>
                  <a:lnTo>
                    <a:pt x="36272" y="42577"/>
                  </a:lnTo>
                  <a:lnTo>
                    <a:pt x="35376" y="42463"/>
                  </a:lnTo>
                  <a:lnTo>
                    <a:pt x="34465" y="42321"/>
                  </a:lnTo>
                  <a:lnTo>
                    <a:pt x="33554" y="42164"/>
                  </a:lnTo>
                  <a:lnTo>
                    <a:pt x="32629" y="41979"/>
                  </a:lnTo>
                  <a:lnTo>
                    <a:pt x="31704" y="41780"/>
                  </a:lnTo>
                  <a:lnTo>
                    <a:pt x="30779" y="41552"/>
                  </a:lnTo>
                  <a:lnTo>
                    <a:pt x="29854" y="41310"/>
                  </a:lnTo>
                  <a:lnTo>
                    <a:pt x="28915" y="41040"/>
                  </a:lnTo>
                  <a:lnTo>
                    <a:pt x="27976" y="40741"/>
                  </a:lnTo>
                  <a:lnTo>
                    <a:pt x="27023" y="40414"/>
                  </a:lnTo>
                  <a:lnTo>
                    <a:pt x="26069" y="40072"/>
                  </a:lnTo>
                  <a:lnTo>
                    <a:pt x="25116" y="39702"/>
                  </a:lnTo>
                  <a:lnTo>
                    <a:pt x="24148" y="39318"/>
                  </a:lnTo>
                  <a:lnTo>
                    <a:pt x="23195" y="38891"/>
                  </a:lnTo>
                  <a:lnTo>
                    <a:pt x="22213" y="38450"/>
                  </a:lnTo>
                  <a:lnTo>
                    <a:pt x="21245" y="37981"/>
                  </a:lnTo>
                  <a:lnTo>
                    <a:pt x="20263" y="37482"/>
                  </a:lnTo>
                  <a:lnTo>
                    <a:pt x="19282" y="36956"/>
                  </a:lnTo>
                  <a:lnTo>
                    <a:pt x="18300" y="36401"/>
                  </a:lnTo>
                  <a:lnTo>
                    <a:pt x="17304" y="35818"/>
                  </a:lnTo>
                  <a:lnTo>
                    <a:pt x="16322" y="35206"/>
                  </a:lnTo>
                  <a:lnTo>
                    <a:pt x="15326" y="34565"/>
                  </a:lnTo>
                  <a:lnTo>
                    <a:pt x="14315" y="33897"/>
                  </a:lnTo>
                  <a:lnTo>
                    <a:pt x="13319" y="33199"/>
                  </a:lnTo>
                  <a:lnTo>
                    <a:pt x="12309" y="32474"/>
                  </a:lnTo>
                  <a:lnTo>
                    <a:pt x="11299" y="31719"/>
                  </a:lnTo>
                  <a:lnTo>
                    <a:pt x="10288" y="30922"/>
                  </a:lnTo>
                  <a:lnTo>
                    <a:pt x="9264" y="30097"/>
                  </a:lnTo>
                  <a:lnTo>
                    <a:pt x="8253" y="29243"/>
                  </a:lnTo>
                  <a:lnTo>
                    <a:pt x="7229" y="28361"/>
                  </a:lnTo>
                  <a:lnTo>
                    <a:pt x="6204" y="27436"/>
                  </a:lnTo>
                  <a:lnTo>
                    <a:pt x="5166" y="26483"/>
                  </a:lnTo>
                  <a:lnTo>
                    <a:pt x="4141" y="25501"/>
                  </a:lnTo>
                  <a:lnTo>
                    <a:pt x="3102" y="24476"/>
                  </a:lnTo>
                  <a:lnTo>
                    <a:pt x="2078" y="23423"/>
                  </a:lnTo>
                  <a:lnTo>
                    <a:pt x="1039" y="22342"/>
                  </a:lnTo>
                  <a:lnTo>
                    <a:pt x="0" y="212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extrusionOk="0">
                  <a:moveTo>
                    <a:pt x="18542" y="1"/>
                  </a:moveTo>
                  <a:lnTo>
                    <a:pt x="18058" y="15"/>
                  </a:lnTo>
                  <a:lnTo>
                    <a:pt x="17589" y="29"/>
                  </a:lnTo>
                  <a:lnTo>
                    <a:pt x="17105" y="58"/>
                  </a:lnTo>
                  <a:lnTo>
                    <a:pt x="16635" y="100"/>
                  </a:lnTo>
                  <a:lnTo>
                    <a:pt x="16180" y="157"/>
                  </a:lnTo>
                  <a:lnTo>
                    <a:pt x="15710" y="214"/>
                  </a:lnTo>
                  <a:lnTo>
                    <a:pt x="15255" y="299"/>
                  </a:lnTo>
                  <a:lnTo>
                    <a:pt x="14799" y="385"/>
                  </a:lnTo>
                  <a:lnTo>
                    <a:pt x="14344" y="484"/>
                  </a:lnTo>
                  <a:lnTo>
                    <a:pt x="13903" y="584"/>
                  </a:lnTo>
                  <a:lnTo>
                    <a:pt x="13462" y="712"/>
                  </a:lnTo>
                  <a:lnTo>
                    <a:pt x="13021" y="840"/>
                  </a:lnTo>
                  <a:lnTo>
                    <a:pt x="12594" y="983"/>
                  </a:lnTo>
                  <a:lnTo>
                    <a:pt x="12167" y="1125"/>
                  </a:lnTo>
                  <a:lnTo>
                    <a:pt x="11740" y="1296"/>
                  </a:lnTo>
                  <a:lnTo>
                    <a:pt x="11327" y="1466"/>
                  </a:lnTo>
                  <a:lnTo>
                    <a:pt x="10915" y="1637"/>
                  </a:lnTo>
                  <a:lnTo>
                    <a:pt x="10502" y="1836"/>
                  </a:lnTo>
                  <a:lnTo>
                    <a:pt x="10104" y="2036"/>
                  </a:lnTo>
                  <a:lnTo>
                    <a:pt x="9705" y="2249"/>
                  </a:lnTo>
                  <a:lnTo>
                    <a:pt x="9307" y="2462"/>
                  </a:lnTo>
                  <a:lnTo>
                    <a:pt x="8923" y="2690"/>
                  </a:lnTo>
                  <a:lnTo>
                    <a:pt x="8553" y="2932"/>
                  </a:lnTo>
                  <a:lnTo>
                    <a:pt x="8168" y="3174"/>
                  </a:lnTo>
                  <a:lnTo>
                    <a:pt x="7813" y="3430"/>
                  </a:lnTo>
                  <a:lnTo>
                    <a:pt x="7443" y="3686"/>
                  </a:lnTo>
                  <a:lnTo>
                    <a:pt x="7101" y="3957"/>
                  </a:lnTo>
                  <a:lnTo>
                    <a:pt x="6745" y="4241"/>
                  </a:lnTo>
                  <a:lnTo>
                    <a:pt x="6404" y="4526"/>
                  </a:lnTo>
                  <a:lnTo>
                    <a:pt x="6077" y="4825"/>
                  </a:lnTo>
                  <a:lnTo>
                    <a:pt x="5749" y="5123"/>
                  </a:lnTo>
                  <a:lnTo>
                    <a:pt x="5436" y="5436"/>
                  </a:lnTo>
                  <a:lnTo>
                    <a:pt x="5123" y="5750"/>
                  </a:lnTo>
                  <a:lnTo>
                    <a:pt x="4824" y="6077"/>
                  </a:lnTo>
                  <a:lnTo>
                    <a:pt x="4525" y="6404"/>
                  </a:lnTo>
                  <a:lnTo>
                    <a:pt x="4241" y="6746"/>
                  </a:lnTo>
                  <a:lnTo>
                    <a:pt x="3956" y="7101"/>
                  </a:lnTo>
                  <a:lnTo>
                    <a:pt x="3686" y="7443"/>
                  </a:lnTo>
                  <a:lnTo>
                    <a:pt x="3430" y="7813"/>
                  </a:lnTo>
                  <a:lnTo>
                    <a:pt x="3174" y="8183"/>
                  </a:lnTo>
                  <a:lnTo>
                    <a:pt x="2918" y="8553"/>
                  </a:lnTo>
                  <a:lnTo>
                    <a:pt x="2690" y="8923"/>
                  </a:lnTo>
                  <a:lnTo>
                    <a:pt x="2462" y="9307"/>
                  </a:lnTo>
                  <a:lnTo>
                    <a:pt x="2234" y="9705"/>
                  </a:lnTo>
                  <a:lnTo>
                    <a:pt x="2035" y="10104"/>
                  </a:lnTo>
                  <a:lnTo>
                    <a:pt x="1836" y="10502"/>
                  </a:lnTo>
                  <a:lnTo>
                    <a:pt x="1637" y="10915"/>
                  </a:lnTo>
                  <a:lnTo>
                    <a:pt x="1466" y="11328"/>
                  </a:lnTo>
                  <a:lnTo>
                    <a:pt x="1295" y="11740"/>
                  </a:lnTo>
                  <a:lnTo>
                    <a:pt x="1125" y="12167"/>
                  </a:lnTo>
                  <a:lnTo>
                    <a:pt x="982" y="12594"/>
                  </a:lnTo>
                  <a:lnTo>
                    <a:pt x="840" y="13021"/>
                  </a:lnTo>
                  <a:lnTo>
                    <a:pt x="712" y="13462"/>
                  </a:lnTo>
                  <a:lnTo>
                    <a:pt x="584" y="13903"/>
                  </a:lnTo>
                  <a:lnTo>
                    <a:pt x="484" y="14359"/>
                  </a:lnTo>
                  <a:lnTo>
                    <a:pt x="385" y="14800"/>
                  </a:lnTo>
                  <a:lnTo>
                    <a:pt x="299" y="15255"/>
                  </a:lnTo>
                  <a:lnTo>
                    <a:pt x="214" y="15710"/>
                  </a:lnTo>
                  <a:lnTo>
                    <a:pt x="157" y="16180"/>
                  </a:lnTo>
                  <a:lnTo>
                    <a:pt x="100" y="16650"/>
                  </a:lnTo>
                  <a:lnTo>
                    <a:pt x="57" y="17105"/>
                  </a:lnTo>
                  <a:lnTo>
                    <a:pt x="29" y="17589"/>
                  </a:lnTo>
                  <a:lnTo>
                    <a:pt x="15" y="18058"/>
                  </a:lnTo>
                  <a:lnTo>
                    <a:pt x="0" y="18542"/>
                  </a:lnTo>
                  <a:lnTo>
                    <a:pt x="15" y="19012"/>
                  </a:lnTo>
                  <a:lnTo>
                    <a:pt x="29" y="19496"/>
                  </a:lnTo>
                  <a:lnTo>
                    <a:pt x="57" y="19965"/>
                  </a:lnTo>
                  <a:lnTo>
                    <a:pt x="100" y="20435"/>
                  </a:lnTo>
                  <a:lnTo>
                    <a:pt x="157" y="20904"/>
                  </a:lnTo>
                  <a:lnTo>
                    <a:pt x="214" y="21360"/>
                  </a:lnTo>
                  <a:lnTo>
                    <a:pt x="299" y="21815"/>
                  </a:lnTo>
                  <a:lnTo>
                    <a:pt x="385" y="22270"/>
                  </a:lnTo>
                  <a:lnTo>
                    <a:pt x="484" y="22726"/>
                  </a:lnTo>
                  <a:lnTo>
                    <a:pt x="584" y="23167"/>
                  </a:lnTo>
                  <a:lnTo>
                    <a:pt x="712" y="23608"/>
                  </a:lnTo>
                  <a:lnTo>
                    <a:pt x="840" y="24049"/>
                  </a:lnTo>
                  <a:lnTo>
                    <a:pt x="982" y="24476"/>
                  </a:lnTo>
                  <a:lnTo>
                    <a:pt x="1125" y="24903"/>
                  </a:lnTo>
                  <a:lnTo>
                    <a:pt x="1295" y="25330"/>
                  </a:lnTo>
                  <a:lnTo>
                    <a:pt x="1466" y="25757"/>
                  </a:lnTo>
                  <a:lnTo>
                    <a:pt x="1637" y="26169"/>
                  </a:lnTo>
                  <a:lnTo>
                    <a:pt x="1836" y="26568"/>
                  </a:lnTo>
                  <a:lnTo>
                    <a:pt x="2035" y="26981"/>
                  </a:lnTo>
                  <a:lnTo>
                    <a:pt x="2234" y="27365"/>
                  </a:lnTo>
                  <a:lnTo>
                    <a:pt x="2462" y="27763"/>
                  </a:lnTo>
                  <a:lnTo>
                    <a:pt x="2690" y="28147"/>
                  </a:lnTo>
                  <a:lnTo>
                    <a:pt x="2918" y="28532"/>
                  </a:lnTo>
                  <a:lnTo>
                    <a:pt x="3174" y="28902"/>
                  </a:lnTo>
                  <a:lnTo>
                    <a:pt x="3430" y="29272"/>
                  </a:lnTo>
                  <a:lnTo>
                    <a:pt x="3686" y="29627"/>
                  </a:lnTo>
                  <a:lnTo>
                    <a:pt x="3956" y="29983"/>
                  </a:lnTo>
                  <a:lnTo>
                    <a:pt x="4241" y="30325"/>
                  </a:lnTo>
                  <a:lnTo>
                    <a:pt x="4525" y="30666"/>
                  </a:lnTo>
                  <a:lnTo>
                    <a:pt x="4824" y="30993"/>
                  </a:lnTo>
                  <a:lnTo>
                    <a:pt x="5123" y="31321"/>
                  </a:lnTo>
                  <a:lnTo>
                    <a:pt x="5436" y="31648"/>
                  </a:lnTo>
                  <a:lnTo>
                    <a:pt x="5749" y="31947"/>
                  </a:lnTo>
                  <a:lnTo>
                    <a:pt x="6077" y="32260"/>
                  </a:lnTo>
                  <a:lnTo>
                    <a:pt x="6404" y="32545"/>
                  </a:lnTo>
                  <a:lnTo>
                    <a:pt x="6745" y="32843"/>
                  </a:lnTo>
                  <a:lnTo>
                    <a:pt x="7101" y="33114"/>
                  </a:lnTo>
                  <a:lnTo>
                    <a:pt x="7443" y="33384"/>
                  </a:lnTo>
                  <a:lnTo>
                    <a:pt x="7813" y="33654"/>
                  </a:lnTo>
                  <a:lnTo>
                    <a:pt x="8168" y="33911"/>
                  </a:lnTo>
                  <a:lnTo>
                    <a:pt x="8553" y="34152"/>
                  </a:lnTo>
                  <a:lnTo>
                    <a:pt x="8923" y="34380"/>
                  </a:lnTo>
                  <a:lnTo>
                    <a:pt x="9307" y="34608"/>
                  </a:lnTo>
                  <a:lnTo>
                    <a:pt x="9705" y="34836"/>
                  </a:lnTo>
                  <a:lnTo>
                    <a:pt x="10104" y="35035"/>
                  </a:lnTo>
                  <a:lnTo>
                    <a:pt x="10502" y="35248"/>
                  </a:lnTo>
                  <a:lnTo>
                    <a:pt x="10915" y="35433"/>
                  </a:lnTo>
                  <a:lnTo>
                    <a:pt x="11327" y="35618"/>
                  </a:lnTo>
                  <a:lnTo>
                    <a:pt x="11740" y="35789"/>
                  </a:lnTo>
                  <a:lnTo>
                    <a:pt x="12167" y="35945"/>
                  </a:lnTo>
                  <a:lnTo>
                    <a:pt x="12594" y="36102"/>
                  </a:lnTo>
                  <a:lnTo>
                    <a:pt x="13021" y="36230"/>
                  </a:lnTo>
                  <a:lnTo>
                    <a:pt x="13462" y="36372"/>
                  </a:lnTo>
                  <a:lnTo>
                    <a:pt x="13903" y="36486"/>
                  </a:lnTo>
                  <a:lnTo>
                    <a:pt x="14344" y="36600"/>
                  </a:lnTo>
                  <a:lnTo>
                    <a:pt x="14799" y="36700"/>
                  </a:lnTo>
                  <a:lnTo>
                    <a:pt x="15255" y="36785"/>
                  </a:lnTo>
                  <a:lnTo>
                    <a:pt x="15710" y="36856"/>
                  </a:lnTo>
                  <a:lnTo>
                    <a:pt x="16180" y="36927"/>
                  </a:lnTo>
                  <a:lnTo>
                    <a:pt x="16635" y="36970"/>
                  </a:lnTo>
                  <a:lnTo>
                    <a:pt x="17105" y="37013"/>
                  </a:lnTo>
                  <a:lnTo>
                    <a:pt x="17589" y="37041"/>
                  </a:lnTo>
                  <a:lnTo>
                    <a:pt x="18058" y="37070"/>
                  </a:lnTo>
                  <a:lnTo>
                    <a:pt x="19012" y="37070"/>
                  </a:lnTo>
                  <a:lnTo>
                    <a:pt x="19495" y="37041"/>
                  </a:lnTo>
                  <a:lnTo>
                    <a:pt x="19965" y="37013"/>
                  </a:lnTo>
                  <a:lnTo>
                    <a:pt x="20435" y="36970"/>
                  </a:lnTo>
                  <a:lnTo>
                    <a:pt x="20890" y="36927"/>
                  </a:lnTo>
                  <a:lnTo>
                    <a:pt x="21359" y="36856"/>
                  </a:lnTo>
                  <a:lnTo>
                    <a:pt x="21815" y="36785"/>
                  </a:lnTo>
                  <a:lnTo>
                    <a:pt x="22270" y="36700"/>
                  </a:lnTo>
                  <a:lnTo>
                    <a:pt x="22726" y="36600"/>
                  </a:lnTo>
                  <a:lnTo>
                    <a:pt x="23167" y="36486"/>
                  </a:lnTo>
                  <a:lnTo>
                    <a:pt x="23608" y="36372"/>
                  </a:lnTo>
                  <a:lnTo>
                    <a:pt x="24049" y="36230"/>
                  </a:lnTo>
                  <a:lnTo>
                    <a:pt x="24476" y="36102"/>
                  </a:lnTo>
                  <a:lnTo>
                    <a:pt x="24903" y="35945"/>
                  </a:lnTo>
                  <a:lnTo>
                    <a:pt x="25330" y="35789"/>
                  </a:lnTo>
                  <a:lnTo>
                    <a:pt x="25742" y="35618"/>
                  </a:lnTo>
                  <a:lnTo>
                    <a:pt x="26169" y="35433"/>
                  </a:lnTo>
                  <a:lnTo>
                    <a:pt x="26568" y="35248"/>
                  </a:lnTo>
                  <a:lnTo>
                    <a:pt x="26966" y="35035"/>
                  </a:lnTo>
                  <a:lnTo>
                    <a:pt x="27364" y="34836"/>
                  </a:lnTo>
                  <a:lnTo>
                    <a:pt x="27763" y="34608"/>
                  </a:lnTo>
                  <a:lnTo>
                    <a:pt x="28147" y="34380"/>
                  </a:lnTo>
                  <a:lnTo>
                    <a:pt x="28531" y="34152"/>
                  </a:lnTo>
                  <a:lnTo>
                    <a:pt x="28901" y="33911"/>
                  </a:lnTo>
                  <a:lnTo>
                    <a:pt x="29257" y="33654"/>
                  </a:lnTo>
                  <a:lnTo>
                    <a:pt x="29627" y="33384"/>
                  </a:lnTo>
                  <a:lnTo>
                    <a:pt x="29983" y="33114"/>
                  </a:lnTo>
                  <a:lnTo>
                    <a:pt x="30324" y="32843"/>
                  </a:lnTo>
                  <a:lnTo>
                    <a:pt x="30666" y="32545"/>
                  </a:lnTo>
                  <a:lnTo>
                    <a:pt x="30993" y="32260"/>
                  </a:lnTo>
                  <a:lnTo>
                    <a:pt x="31320" y="31947"/>
                  </a:lnTo>
                  <a:lnTo>
                    <a:pt x="31633" y="31648"/>
                  </a:lnTo>
                  <a:lnTo>
                    <a:pt x="31946" y="31321"/>
                  </a:lnTo>
                  <a:lnTo>
                    <a:pt x="32260" y="30993"/>
                  </a:lnTo>
                  <a:lnTo>
                    <a:pt x="32544" y="30666"/>
                  </a:lnTo>
                  <a:lnTo>
                    <a:pt x="32843" y="30325"/>
                  </a:lnTo>
                  <a:lnTo>
                    <a:pt x="33113" y="29983"/>
                  </a:lnTo>
                  <a:lnTo>
                    <a:pt x="33384" y="29627"/>
                  </a:lnTo>
                  <a:lnTo>
                    <a:pt x="33654" y="29272"/>
                  </a:lnTo>
                  <a:lnTo>
                    <a:pt x="33896" y="28902"/>
                  </a:lnTo>
                  <a:lnTo>
                    <a:pt x="34152" y="28532"/>
                  </a:lnTo>
                  <a:lnTo>
                    <a:pt x="34380" y="28147"/>
                  </a:lnTo>
                  <a:lnTo>
                    <a:pt x="34607" y="27763"/>
                  </a:lnTo>
                  <a:lnTo>
                    <a:pt x="34835" y="27365"/>
                  </a:lnTo>
                  <a:lnTo>
                    <a:pt x="35034" y="26981"/>
                  </a:lnTo>
                  <a:lnTo>
                    <a:pt x="35234" y="26568"/>
                  </a:lnTo>
                  <a:lnTo>
                    <a:pt x="35433" y="26169"/>
                  </a:lnTo>
                  <a:lnTo>
                    <a:pt x="35618" y="25757"/>
                  </a:lnTo>
                  <a:lnTo>
                    <a:pt x="35789" y="25330"/>
                  </a:lnTo>
                  <a:lnTo>
                    <a:pt x="35945" y="24903"/>
                  </a:lnTo>
                  <a:lnTo>
                    <a:pt x="36087" y="24476"/>
                  </a:lnTo>
                  <a:lnTo>
                    <a:pt x="36230" y="24049"/>
                  </a:lnTo>
                  <a:lnTo>
                    <a:pt x="36358" y="23608"/>
                  </a:lnTo>
                  <a:lnTo>
                    <a:pt x="36486" y="23167"/>
                  </a:lnTo>
                  <a:lnTo>
                    <a:pt x="36600" y="22726"/>
                  </a:lnTo>
                  <a:lnTo>
                    <a:pt x="36685" y="22270"/>
                  </a:lnTo>
                  <a:lnTo>
                    <a:pt x="36785" y="21815"/>
                  </a:lnTo>
                  <a:lnTo>
                    <a:pt x="36856" y="21360"/>
                  </a:lnTo>
                  <a:lnTo>
                    <a:pt x="36913" y="20904"/>
                  </a:lnTo>
                  <a:lnTo>
                    <a:pt x="36970" y="20435"/>
                  </a:lnTo>
                  <a:lnTo>
                    <a:pt x="37012" y="19965"/>
                  </a:lnTo>
                  <a:lnTo>
                    <a:pt x="37041" y="19496"/>
                  </a:lnTo>
                  <a:lnTo>
                    <a:pt x="37055" y="19012"/>
                  </a:lnTo>
                  <a:lnTo>
                    <a:pt x="37069" y="18542"/>
                  </a:lnTo>
                  <a:lnTo>
                    <a:pt x="37055" y="18058"/>
                  </a:lnTo>
                  <a:lnTo>
                    <a:pt x="37041" y="17589"/>
                  </a:lnTo>
                  <a:lnTo>
                    <a:pt x="37012" y="17105"/>
                  </a:lnTo>
                  <a:lnTo>
                    <a:pt x="36970" y="16650"/>
                  </a:lnTo>
                  <a:lnTo>
                    <a:pt x="36913" y="16180"/>
                  </a:lnTo>
                  <a:lnTo>
                    <a:pt x="36856" y="15710"/>
                  </a:lnTo>
                  <a:lnTo>
                    <a:pt x="36785" y="15255"/>
                  </a:lnTo>
                  <a:lnTo>
                    <a:pt x="36685" y="14800"/>
                  </a:lnTo>
                  <a:lnTo>
                    <a:pt x="36600" y="14359"/>
                  </a:lnTo>
                  <a:lnTo>
                    <a:pt x="36486" y="13903"/>
                  </a:lnTo>
                  <a:lnTo>
                    <a:pt x="36358" y="13462"/>
                  </a:lnTo>
                  <a:lnTo>
                    <a:pt x="36230" y="13021"/>
                  </a:lnTo>
                  <a:lnTo>
                    <a:pt x="36087" y="12594"/>
                  </a:lnTo>
                  <a:lnTo>
                    <a:pt x="35945" y="12167"/>
                  </a:lnTo>
                  <a:lnTo>
                    <a:pt x="35789" y="11740"/>
                  </a:lnTo>
                  <a:lnTo>
                    <a:pt x="35618" y="11328"/>
                  </a:lnTo>
                  <a:lnTo>
                    <a:pt x="35433" y="10915"/>
                  </a:lnTo>
                  <a:lnTo>
                    <a:pt x="35234" y="10502"/>
                  </a:lnTo>
                  <a:lnTo>
                    <a:pt x="35034" y="10104"/>
                  </a:lnTo>
                  <a:lnTo>
                    <a:pt x="34835" y="9705"/>
                  </a:lnTo>
                  <a:lnTo>
                    <a:pt x="34607" y="9307"/>
                  </a:lnTo>
                  <a:lnTo>
                    <a:pt x="34380" y="8923"/>
                  </a:lnTo>
                  <a:lnTo>
                    <a:pt x="34152" y="8553"/>
                  </a:lnTo>
                  <a:lnTo>
                    <a:pt x="33896" y="8183"/>
                  </a:lnTo>
                  <a:lnTo>
                    <a:pt x="33654" y="7813"/>
                  </a:lnTo>
                  <a:lnTo>
                    <a:pt x="33384" y="7443"/>
                  </a:lnTo>
                  <a:lnTo>
                    <a:pt x="33113" y="7101"/>
                  </a:lnTo>
                  <a:lnTo>
                    <a:pt x="32843" y="6746"/>
                  </a:lnTo>
                  <a:lnTo>
                    <a:pt x="32544" y="6404"/>
                  </a:lnTo>
                  <a:lnTo>
                    <a:pt x="32260" y="6077"/>
                  </a:lnTo>
                  <a:lnTo>
                    <a:pt x="31946" y="5750"/>
                  </a:lnTo>
                  <a:lnTo>
                    <a:pt x="31633" y="5436"/>
                  </a:lnTo>
                  <a:lnTo>
                    <a:pt x="31320" y="5123"/>
                  </a:lnTo>
                  <a:lnTo>
                    <a:pt x="30993" y="4825"/>
                  </a:lnTo>
                  <a:lnTo>
                    <a:pt x="30666" y="4526"/>
                  </a:lnTo>
                  <a:lnTo>
                    <a:pt x="30324" y="4241"/>
                  </a:lnTo>
                  <a:lnTo>
                    <a:pt x="29983" y="3957"/>
                  </a:lnTo>
                  <a:lnTo>
                    <a:pt x="29627" y="3686"/>
                  </a:lnTo>
                  <a:lnTo>
                    <a:pt x="29257" y="3430"/>
                  </a:lnTo>
                  <a:lnTo>
                    <a:pt x="28901" y="3174"/>
                  </a:lnTo>
                  <a:lnTo>
                    <a:pt x="28531" y="2932"/>
                  </a:lnTo>
                  <a:lnTo>
                    <a:pt x="28147" y="2690"/>
                  </a:lnTo>
                  <a:lnTo>
                    <a:pt x="27763" y="2462"/>
                  </a:lnTo>
                  <a:lnTo>
                    <a:pt x="27364" y="2249"/>
                  </a:lnTo>
                  <a:lnTo>
                    <a:pt x="26966" y="2036"/>
                  </a:lnTo>
                  <a:lnTo>
                    <a:pt x="26568" y="1836"/>
                  </a:lnTo>
                  <a:lnTo>
                    <a:pt x="26169" y="1637"/>
                  </a:lnTo>
                  <a:lnTo>
                    <a:pt x="25742" y="1466"/>
                  </a:lnTo>
                  <a:lnTo>
                    <a:pt x="25330" y="1296"/>
                  </a:lnTo>
                  <a:lnTo>
                    <a:pt x="24903" y="1125"/>
                  </a:lnTo>
                  <a:lnTo>
                    <a:pt x="24476" y="983"/>
                  </a:lnTo>
                  <a:lnTo>
                    <a:pt x="24049" y="840"/>
                  </a:lnTo>
                  <a:lnTo>
                    <a:pt x="23608" y="712"/>
                  </a:lnTo>
                  <a:lnTo>
                    <a:pt x="23167" y="584"/>
                  </a:lnTo>
                  <a:lnTo>
                    <a:pt x="22726" y="484"/>
                  </a:lnTo>
                  <a:lnTo>
                    <a:pt x="22270" y="385"/>
                  </a:lnTo>
                  <a:lnTo>
                    <a:pt x="21815" y="299"/>
                  </a:lnTo>
                  <a:lnTo>
                    <a:pt x="21359" y="214"/>
                  </a:lnTo>
                  <a:lnTo>
                    <a:pt x="20890" y="157"/>
                  </a:lnTo>
                  <a:lnTo>
                    <a:pt x="20435" y="100"/>
                  </a:lnTo>
                  <a:lnTo>
                    <a:pt x="19965" y="58"/>
                  </a:lnTo>
                  <a:lnTo>
                    <a:pt x="19495" y="29"/>
                  </a:lnTo>
                  <a:lnTo>
                    <a:pt x="19012" y="15"/>
                  </a:lnTo>
                  <a:lnTo>
                    <a:pt x="18542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fill="none" extrusionOk="0">
                  <a:moveTo>
                    <a:pt x="37069" y="18542"/>
                  </a:moveTo>
                  <a:lnTo>
                    <a:pt x="37069" y="18542"/>
                  </a:lnTo>
                  <a:lnTo>
                    <a:pt x="37055" y="19012"/>
                  </a:lnTo>
                  <a:lnTo>
                    <a:pt x="37041" y="19496"/>
                  </a:lnTo>
                  <a:lnTo>
                    <a:pt x="37012" y="19965"/>
                  </a:lnTo>
                  <a:lnTo>
                    <a:pt x="36970" y="20435"/>
                  </a:lnTo>
                  <a:lnTo>
                    <a:pt x="36913" y="20904"/>
                  </a:lnTo>
                  <a:lnTo>
                    <a:pt x="36856" y="21360"/>
                  </a:lnTo>
                  <a:lnTo>
                    <a:pt x="36785" y="21815"/>
                  </a:lnTo>
                  <a:lnTo>
                    <a:pt x="36685" y="22270"/>
                  </a:lnTo>
                  <a:lnTo>
                    <a:pt x="36600" y="22726"/>
                  </a:lnTo>
                  <a:lnTo>
                    <a:pt x="36486" y="23167"/>
                  </a:lnTo>
                  <a:lnTo>
                    <a:pt x="36358" y="23608"/>
                  </a:lnTo>
                  <a:lnTo>
                    <a:pt x="36230" y="24049"/>
                  </a:lnTo>
                  <a:lnTo>
                    <a:pt x="36087" y="24476"/>
                  </a:lnTo>
                  <a:lnTo>
                    <a:pt x="35945" y="24903"/>
                  </a:lnTo>
                  <a:lnTo>
                    <a:pt x="35789" y="25330"/>
                  </a:lnTo>
                  <a:lnTo>
                    <a:pt x="35618" y="25757"/>
                  </a:lnTo>
                  <a:lnTo>
                    <a:pt x="35433" y="26169"/>
                  </a:lnTo>
                  <a:lnTo>
                    <a:pt x="35234" y="26568"/>
                  </a:lnTo>
                  <a:lnTo>
                    <a:pt x="35034" y="26981"/>
                  </a:lnTo>
                  <a:lnTo>
                    <a:pt x="34835" y="27365"/>
                  </a:lnTo>
                  <a:lnTo>
                    <a:pt x="34607" y="27763"/>
                  </a:lnTo>
                  <a:lnTo>
                    <a:pt x="34380" y="28147"/>
                  </a:lnTo>
                  <a:lnTo>
                    <a:pt x="34152" y="28532"/>
                  </a:lnTo>
                  <a:lnTo>
                    <a:pt x="33896" y="28902"/>
                  </a:lnTo>
                  <a:lnTo>
                    <a:pt x="33654" y="29272"/>
                  </a:lnTo>
                  <a:lnTo>
                    <a:pt x="33384" y="29627"/>
                  </a:lnTo>
                  <a:lnTo>
                    <a:pt x="33113" y="29983"/>
                  </a:lnTo>
                  <a:lnTo>
                    <a:pt x="32843" y="30325"/>
                  </a:lnTo>
                  <a:lnTo>
                    <a:pt x="32544" y="30666"/>
                  </a:lnTo>
                  <a:lnTo>
                    <a:pt x="32260" y="30993"/>
                  </a:lnTo>
                  <a:lnTo>
                    <a:pt x="31946" y="31321"/>
                  </a:lnTo>
                  <a:lnTo>
                    <a:pt x="31633" y="31648"/>
                  </a:lnTo>
                  <a:lnTo>
                    <a:pt x="31320" y="31947"/>
                  </a:lnTo>
                  <a:lnTo>
                    <a:pt x="30993" y="32260"/>
                  </a:lnTo>
                  <a:lnTo>
                    <a:pt x="30666" y="32545"/>
                  </a:lnTo>
                  <a:lnTo>
                    <a:pt x="30324" y="32843"/>
                  </a:lnTo>
                  <a:lnTo>
                    <a:pt x="29983" y="33114"/>
                  </a:lnTo>
                  <a:lnTo>
                    <a:pt x="29627" y="33384"/>
                  </a:lnTo>
                  <a:lnTo>
                    <a:pt x="29257" y="33654"/>
                  </a:lnTo>
                  <a:lnTo>
                    <a:pt x="28901" y="33911"/>
                  </a:lnTo>
                  <a:lnTo>
                    <a:pt x="28531" y="34152"/>
                  </a:lnTo>
                  <a:lnTo>
                    <a:pt x="28147" y="34380"/>
                  </a:lnTo>
                  <a:lnTo>
                    <a:pt x="27763" y="34608"/>
                  </a:lnTo>
                  <a:lnTo>
                    <a:pt x="27364" y="34836"/>
                  </a:lnTo>
                  <a:lnTo>
                    <a:pt x="26966" y="35035"/>
                  </a:lnTo>
                  <a:lnTo>
                    <a:pt x="26568" y="35248"/>
                  </a:lnTo>
                  <a:lnTo>
                    <a:pt x="26169" y="35433"/>
                  </a:lnTo>
                  <a:lnTo>
                    <a:pt x="25742" y="35618"/>
                  </a:lnTo>
                  <a:lnTo>
                    <a:pt x="25330" y="35789"/>
                  </a:lnTo>
                  <a:lnTo>
                    <a:pt x="24903" y="35945"/>
                  </a:lnTo>
                  <a:lnTo>
                    <a:pt x="24476" y="36102"/>
                  </a:lnTo>
                  <a:lnTo>
                    <a:pt x="24049" y="36230"/>
                  </a:lnTo>
                  <a:lnTo>
                    <a:pt x="23608" y="36372"/>
                  </a:lnTo>
                  <a:lnTo>
                    <a:pt x="23167" y="36486"/>
                  </a:lnTo>
                  <a:lnTo>
                    <a:pt x="22726" y="36600"/>
                  </a:lnTo>
                  <a:lnTo>
                    <a:pt x="22270" y="36700"/>
                  </a:lnTo>
                  <a:lnTo>
                    <a:pt x="21815" y="36785"/>
                  </a:lnTo>
                  <a:lnTo>
                    <a:pt x="21359" y="36856"/>
                  </a:lnTo>
                  <a:lnTo>
                    <a:pt x="20890" y="36927"/>
                  </a:lnTo>
                  <a:lnTo>
                    <a:pt x="20435" y="36970"/>
                  </a:lnTo>
                  <a:lnTo>
                    <a:pt x="19965" y="37013"/>
                  </a:lnTo>
                  <a:lnTo>
                    <a:pt x="19495" y="37041"/>
                  </a:lnTo>
                  <a:lnTo>
                    <a:pt x="19012" y="37070"/>
                  </a:lnTo>
                  <a:lnTo>
                    <a:pt x="18542" y="37070"/>
                  </a:lnTo>
                  <a:lnTo>
                    <a:pt x="18542" y="37070"/>
                  </a:lnTo>
                  <a:lnTo>
                    <a:pt x="18058" y="37070"/>
                  </a:lnTo>
                  <a:lnTo>
                    <a:pt x="17589" y="37041"/>
                  </a:lnTo>
                  <a:lnTo>
                    <a:pt x="17105" y="37013"/>
                  </a:lnTo>
                  <a:lnTo>
                    <a:pt x="16635" y="36970"/>
                  </a:lnTo>
                  <a:lnTo>
                    <a:pt x="16180" y="36927"/>
                  </a:lnTo>
                  <a:lnTo>
                    <a:pt x="15710" y="36856"/>
                  </a:lnTo>
                  <a:lnTo>
                    <a:pt x="15255" y="36785"/>
                  </a:lnTo>
                  <a:lnTo>
                    <a:pt x="14799" y="36700"/>
                  </a:lnTo>
                  <a:lnTo>
                    <a:pt x="14344" y="36600"/>
                  </a:lnTo>
                  <a:lnTo>
                    <a:pt x="13903" y="36486"/>
                  </a:lnTo>
                  <a:lnTo>
                    <a:pt x="13462" y="36372"/>
                  </a:lnTo>
                  <a:lnTo>
                    <a:pt x="13021" y="36230"/>
                  </a:lnTo>
                  <a:lnTo>
                    <a:pt x="12594" y="36102"/>
                  </a:lnTo>
                  <a:lnTo>
                    <a:pt x="12167" y="35945"/>
                  </a:lnTo>
                  <a:lnTo>
                    <a:pt x="11740" y="35789"/>
                  </a:lnTo>
                  <a:lnTo>
                    <a:pt x="11327" y="35618"/>
                  </a:lnTo>
                  <a:lnTo>
                    <a:pt x="10915" y="35433"/>
                  </a:lnTo>
                  <a:lnTo>
                    <a:pt x="10502" y="35248"/>
                  </a:lnTo>
                  <a:lnTo>
                    <a:pt x="10104" y="35035"/>
                  </a:lnTo>
                  <a:lnTo>
                    <a:pt x="9705" y="34836"/>
                  </a:lnTo>
                  <a:lnTo>
                    <a:pt x="9307" y="34608"/>
                  </a:lnTo>
                  <a:lnTo>
                    <a:pt x="8923" y="34380"/>
                  </a:lnTo>
                  <a:lnTo>
                    <a:pt x="8553" y="34152"/>
                  </a:lnTo>
                  <a:lnTo>
                    <a:pt x="8168" y="33911"/>
                  </a:lnTo>
                  <a:lnTo>
                    <a:pt x="7813" y="33654"/>
                  </a:lnTo>
                  <a:lnTo>
                    <a:pt x="7443" y="33384"/>
                  </a:lnTo>
                  <a:lnTo>
                    <a:pt x="7101" y="33114"/>
                  </a:lnTo>
                  <a:lnTo>
                    <a:pt x="6745" y="32843"/>
                  </a:lnTo>
                  <a:lnTo>
                    <a:pt x="6404" y="32545"/>
                  </a:lnTo>
                  <a:lnTo>
                    <a:pt x="6077" y="32260"/>
                  </a:lnTo>
                  <a:lnTo>
                    <a:pt x="5749" y="31947"/>
                  </a:lnTo>
                  <a:lnTo>
                    <a:pt x="5436" y="31648"/>
                  </a:lnTo>
                  <a:lnTo>
                    <a:pt x="5123" y="31321"/>
                  </a:lnTo>
                  <a:lnTo>
                    <a:pt x="4824" y="30993"/>
                  </a:lnTo>
                  <a:lnTo>
                    <a:pt x="4525" y="30666"/>
                  </a:lnTo>
                  <a:lnTo>
                    <a:pt x="4241" y="30325"/>
                  </a:lnTo>
                  <a:lnTo>
                    <a:pt x="3956" y="29983"/>
                  </a:lnTo>
                  <a:lnTo>
                    <a:pt x="3686" y="29627"/>
                  </a:lnTo>
                  <a:lnTo>
                    <a:pt x="3430" y="29272"/>
                  </a:lnTo>
                  <a:lnTo>
                    <a:pt x="3174" y="28902"/>
                  </a:lnTo>
                  <a:lnTo>
                    <a:pt x="2918" y="28532"/>
                  </a:lnTo>
                  <a:lnTo>
                    <a:pt x="2690" y="28147"/>
                  </a:lnTo>
                  <a:lnTo>
                    <a:pt x="2462" y="27763"/>
                  </a:lnTo>
                  <a:lnTo>
                    <a:pt x="2234" y="27365"/>
                  </a:lnTo>
                  <a:lnTo>
                    <a:pt x="2035" y="26981"/>
                  </a:lnTo>
                  <a:lnTo>
                    <a:pt x="1836" y="26568"/>
                  </a:lnTo>
                  <a:lnTo>
                    <a:pt x="1637" y="26169"/>
                  </a:lnTo>
                  <a:lnTo>
                    <a:pt x="1466" y="25757"/>
                  </a:lnTo>
                  <a:lnTo>
                    <a:pt x="1295" y="25330"/>
                  </a:lnTo>
                  <a:lnTo>
                    <a:pt x="1125" y="24903"/>
                  </a:lnTo>
                  <a:lnTo>
                    <a:pt x="982" y="24476"/>
                  </a:lnTo>
                  <a:lnTo>
                    <a:pt x="840" y="24049"/>
                  </a:lnTo>
                  <a:lnTo>
                    <a:pt x="712" y="23608"/>
                  </a:lnTo>
                  <a:lnTo>
                    <a:pt x="584" y="23167"/>
                  </a:lnTo>
                  <a:lnTo>
                    <a:pt x="484" y="22726"/>
                  </a:lnTo>
                  <a:lnTo>
                    <a:pt x="385" y="22270"/>
                  </a:lnTo>
                  <a:lnTo>
                    <a:pt x="299" y="21815"/>
                  </a:lnTo>
                  <a:lnTo>
                    <a:pt x="214" y="21360"/>
                  </a:lnTo>
                  <a:lnTo>
                    <a:pt x="157" y="20904"/>
                  </a:lnTo>
                  <a:lnTo>
                    <a:pt x="100" y="20435"/>
                  </a:lnTo>
                  <a:lnTo>
                    <a:pt x="57" y="19965"/>
                  </a:lnTo>
                  <a:lnTo>
                    <a:pt x="29" y="19496"/>
                  </a:lnTo>
                  <a:lnTo>
                    <a:pt x="15" y="19012"/>
                  </a:lnTo>
                  <a:lnTo>
                    <a:pt x="0" y="18542"/>
                  </a:lnTo>
                  <a:lnTo>
                    <a:pt x="0" y="18542"/>
                  </a:lnTo>
                  <a:lnTo>
                    <a:pt x="15" y="18058"/>
                  </a:lnTo>
                  <a:lnTo>
                    <a:pt x="29" y="17589"/>
                  </a:lnTo>
                  <a:lnTo>
                    <a:pt x="57" y="17105"/>
                  </a:lnTo>
                  <a:lnTo>
                    <a:pt x="100" y="16650"/>
                  </a:lnTo>
                  <a:lnTo>
                    <a:pt x="157" y="16180"/>
                  </a:lnTo>
                  <a:lnTo>
                    <a:pt x="214" y="15710"/>
                  </a:lnTo>
                  <a:lnTo>
                    <a:pt x="299" y="15255"/>
                  </a:lnTo>
                  <a:lnTo>
                    <a:pt x="385" y="14800"/>
                  </a:lnTo>
                  <a:lnTo>
                    <a:pt x="484" y="14359"/>
                  </a:lnTo>
                  <a:lnTo>
                    <a:pt x="584" y="13903"/>
                  </a:lnTo>
                  <a:lnTo>
                    <a:pt x="712" y="13462"/>
                  </a:lnTo>
                  <a:lnTo>
                    <a:pt x="840" y="13021"/>
                  </a:lnTo>
                  <a:lnTo>
                    <a:pt x="982" y="12594"/>
                  </a:lnTo>
                  <a:lnTo>
                    <a:pt x="1125" y="12167"/>
                  </a:lnTo>
                  <a:lnTo>
                    <a:pt x="1295" y="11740"/>
                  </a:lnTo>
                  <a:lnTo>
                    <a:pt x="1466" y="11328"/>
                  </a:lnTo>
                  <a:lnTo>
                    <a:pt x="1637" y="10915"/>
                  </a:lnTo>
                  <a:lnTo>
                    <a:pt x="1836" y="10502"/>
                  </a:lnTo>
                  <a:lnTo>
                    <a:pt x="2035" y="10104"/>
                  </a:lnTo>
                  <a:lnTo>
                    <a:pt x="2234" y="9705"/>
                  </a:lnTo>
                  <a:lnTo>
                    <a:pt x="2462" y="9307"/>
                  </a:lnTo>
                  <a:lnTo>
                    <a:pt x="2690" y="8923"/>
                  </a:lnTo>
                  <a:lnTo>
                    <a:pt x="2918" y="8553"/>
                  </a:lnTo>
                  <a:lnTo>
                    <a:pt x="3174" y="8183"/>
                  </a:lnTo>
                  <a:lnTo>
                    <a:pt x="3430" y="7813"/>
                  </a:lnTo>
                  <a:lnTo>
                    <a:pt x="3686" y="7443"/>
                  </a:lnTo>
                  <a:lnTo>
                    <a:pt x="3956" y="7101"/>
                  </a:lnTo>
                  <a:lnTo>
                    <a:pt x="4241" y="6746"/>
                  </a:lnTo>
                  <a:lnTo>
                    <a:pt x="4525" y="6404"/>
                  </a:lnTo>
                  <a:lnTo>
                    <a:pt x="4824" y="6077"/>
                  </a:lnTo>
                  <a:lnTo>
                    <a:pt x="5123" y="5750"/>
                  </a:lnTo>
                  <a:lnTo>
                    <a:pt x="5436" y="5436"/>
                  </a:lnTo>
                  <a:lnTo>
                    <a:pt x="5749" y="5123"/>
                  </a:lnTo>
                  <a:lnTo>
                    <a:pt x="6077" y="4825"/>
                  </a:lnTo>
                  <a:lnTo>
                    <a:pt x="6404" y="4526"/>
                  </a:lnTo>
                  <a:lnTo>
                    <a:pt x="6745" y="4241"/>
                  </a:lnTo>
                  <a:lnTo>
                    <a:pt x="7101" y="3957"/>
                  </a:lnTo>
                  <a:lnTo>
                    <a:pt x="7443" y="3686"/>
                  </a:lnTo>
                  <a:lnTo>
                    <a:pt x="7813" y="3430"/>
                  </a:lnTo>
                  <a:lnTo>
                    <a:pt x="8168" y="3174"/>
                  </a:lnTo>
                  <a:lnTo>
                    <a:pt x="8553" y="2932"/>
                  </a:lnTo>
                  <a:lnTo>
                    <a:pt x="8923" y="2690"/>
                  </a:lnTo>
                  <a:lnTo>
                    <a:pt x="9307" y="2462"/>
                  </a:lnTo>
                  <a:lnTo>
                    <a:pt x="9705" y="2249"/>
                  </a:lnTo>
                  <a:lnTo>
                    <a:pt x="10104" y="2036"/>
                  </a:lnTo>
                  <a:lnTo>
                    <a:pt x="10502" y="1836"/>
                  </a:lnTo>
                  <a:lnTo>
                    <a:pt x="10915" y="1637"/>
                  </a:lnTo>
                  <a:lnTo>
                    <a:pt x="11327" y="1466"/>
                  </a:lnTo>
                  <a:lnTo>
                    <a:pt x="11740" y="1296"/>
                  </a:lnTo>
                  <a:lnTo>
                    <a:pt x="12167" y="1125"/>
                  </a:lnTo>
                  <a:lnTo>
                    <a:pt x="12594" y="983"/>
                  </a:lnTo>
                  <a:lnTo>
                    <a:pt x="13021" y="840"/>
                  </a:lnTo>
                  <a:lnTo>
                    <a:pt x="13462" y="712"/>
                  </a:lnTo>
                  <a:lnTo>
                    <a:pt x="13903" y="584"/>
                  </a:lnTo>
                  <a:lnTo>
                    <a:pt x="14344" y="484"/>
                  </a:lnTo>
                  <a:lnTo>
                    <a:pt x="14799" y="385"/>
                  </a:lnTo>
                  <a:lnTo>
                    <a:pt x="15255" y="299"/>
                  </a:lnTo>
                  <a:lnTo>
                    <a:pt x="15710" y="214"/>
                  </a:lnTo>
                  <a:lnTo>
                    <a:pt x="16180" y="157"/>
                  </a:lnTo>
                  <a:lnTo>
                    <a:pt x="16635" y="100"/>
                  </a:lnTo>
                  <a:lnTo>
                    <a:pt x="17105" y="58"/>
                  </a:lnTo>
                  <a:lnTo>
                    <a:pt x="17589" y="29"/>
                  </a:lnTo>
                  <a:lnTo>
                    <a:pt x="18058" y="15"/>
                  </a:lnTo>
                  <a:lnTo>
                    <a:pt x="18542" y="1"/>
                  </a:lnTo>
                  <a:lnTo>
                    <a:pt x="18542" y="1"/>
                  </a:lnTo>
                  <a:lnTo>
                    <a:pt x="19012" y="15"/>
                  </a:lnTo>
                  <a:lnTo>
                    <a:pt x="19495" y="29"/>
                  </a:lnTo>
                  <a:lnTo>
                    <a:pt x="19965" y="58"/>
                  </a:lnTo>
                  <a:lnTo>
                    <a:pt x="20435" y="100"/>
                  </a:lnTo>
                  <a:lnTo>
                    <a:pt x="20890" y="157"/>
                  </a:lnTo>
                  <a:lnTo>
                    <a:pt x="21359" y="214"/>
                  </a:lnTo>
                  <a:lnTo>
                    <a:pt x="21815" y="299"/>
                  </a:lnTo>
                  <a:lnTo>
                    <a:pt x="22270" y="385"/>
                  </a:lnTo>
                  <a:lnTo>
                    <a:pt x="22726" y="484"/>
                  </a:lnTo>
                  <a:lnTo>
                    <a:pt x="23167" y="584"/>
                  </a:lnTo>
                  <a:lnTo>
                    <a:pt x="23608" y="712"/>
                  </a:lnTo>
                  <a:lnTo>
                    <a:pt x="24049" y="840"/>
                  </a:lnTo>
                  <a:lnTo>
                    <a:pt x="24476" y="983"/>
                  </a:lnTo>
                  <a:lnTo>
                    <a:pt x="24903" y="1125"/>
                  </a:lnTo>
                  <a:lnTo>
                    <a:pt x="25330" y="1296"/>
                  </a:lnTo>
                  <a:lnTo>
                    <a:pt x="25742" y="1466"/>
                  </a:lnTo>
                  <a:lnTo>
                    <a:pt x="26169" y="1637"/>
                  </a:lnTo>
                  <a:lnTo>
                    <a:pt x="26568" y="1836"/>
                  </a:lnTo>
                  <a:lnTo>
                    <a:pt x="26966" y="2036"/>
                  </a:lnTo>
                  <a:lnTo>
                    <a:pt x="27364" y="2249"/>
                  </a:lnTo>
                  <a:lnTo>
                    <a:pt x="27763" y="2462"/>
                  </a:lnTo>
                  <a:lnTo>
                    <a:pt x="28147" y="2690"/>
                  </a:lnTo>
                  <a:lnTo>
                    <a:pt x="28531" y="2932"/>
                  </a:lnTo>
                  <a:lnTo>
                    <a:pt x="28901" y="3174"/>
                  </a:lnTo>
                  <a:lnTo>
                    <a:pt x="29257" y="3430"/>
                  </a:lnTo>
                  <a:lnTo>
                    <a:pt x="29627" y="3686"/>
                  </a:lnTo>
                  <a:lnTo>
                    <a:pt x="29983" y="3957"/>
                  </a:lnTo>
                  <a:lnTo>
                    <a:pt x="30324" y="4241"/>
                  </a:lnTo>
                  <a:lnTo>
                    <a:pt x="30666" y="4526"/>
                  </a:lnTo>
                  <a:lnTo>
                    <a:pt x="30993" y="4825"/>
                  </a:lnTo>
                  <a:lnTo>
                    <a:pt x="31320" y="5123"/>
                  </a:lnTo>
                  <a:lnTo>
                    <a:pt x="31633" y="5436"/>
                  </a:lnTo>
                  <a:lnTo>
                    <a:pt x="31946" y="5750"/>
                  </a:lnTo>
                  <a:lnTo>
                    <a:pt x="32260" y="6077"/>
                  </a:lnTo>
                  <a:lnTo>
                    <a:pt x="32544" y="6404"/>
                  </a:lnTo>
                  <a:lnTo>
                    <a:pt x="32843" y="6746"/>
                  </a:lnTo>
                  <a:lnTo>
                    <a:pt x="33113" y="7101"/>
                  </a:lnTo>
                  <a:lnTo>
                    <a:pt x="33384" y="7443"/>
                  </a:lnTo>
                  <a:lnTo>
                    <a:pt x="33654" y="7813"/>
                  </a:lnTo>
                  <a:lnTo>
                    <a:pt x="33896" y="8183"/>
                  </a:lnTo>
                  <a:lnTo>
                    <a:pt x="34152" y="8553"/>
                  </a:lnTo>
                  <a:lnTo>
                    <a:pt x="34380" y="8923"/>
                  </a:lnTo>
                  <a:lnTo>
                    <a:pt x="34607" y="9307"/>
                  </a:lnTo>
                  <a:lnTo>
                    <a:pt x="34835" y="9705"/>
                  </a:lnTo>
                  <a:lnTo>
                    <a:pt x="35034" y="10104"/>
                  </a:lnTo>
                  <a:lnTo>
                    <a:pt x="35234" y="10502"/>
                  </a:lnTo>
                  <a:lnTo>
                    <a:pt x="35433" y="10915"/>
                  </a:lnTo>
                  <a:lnTo>
                    <a:pt x="35618" y="11328"/>
                  </a:lnTo>
                  <a:lnTo>
                    <a:pt x="35789" y="11740"/>
                  </a:lnTo>
                  <a:lnTo>
                    <a:pt x="35945" y="12167"/>
                  </a:lnTo>
                  <a:lnTo>
                    <a:pt x="36087" y="12594"/>
                  </a:lnTo>
                  <a:lnTo>
                    <a:pt x="36230" y="13021"/>
                  </a:lnTo>
                  <a:lnTo>
                    <a:pt x="36358" y="13462"/>
                  </a:lnTo>
                  <a:lnTo>
                    <a:pt x="36486" y="13903"/>
                  </a:lnTo>
                  <a:lnTo>
                    <a:pt x="36600" y="14359"/>
                  </a:lnTo>
                  <a:lnTo>
                    <a:pt x="36685" y="14800"/>
                  </a:lnTo>
                  <a:lnTo>
                    <a:pt x="36785" y="15255"/>
                  </a:lnTo>
                  <a:lnTo>
                    <a:pt x="36856" y="15710"/>
                  </a:lnTo>
                  <a:lnTo>
                    <a:pt x="36913" y="16180"/>
                  </a:lnTo>
                  <a:lnTo>
                    <a:pt x="36970" y="16650"/>
                  </a:lnTo>
                  <a:lnTo>
                    <a:pt x="37012" y="17105"/>
                  </a:lnTo>
                  <a:lnTo>
                    <a:pt x="37041" y="17589"/>
                  </a:lnTo>
                  <a:lnTo>
                    <a:pt x="37055" y="18058"/>
                  </a:lnTo>
                  <a:lnTo>
                    <a:pt x="37069" y="185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1577563" y="3298975"/>
              <a:ext cx="649625" cy="649975"/>
            </a:xfrm>
            <a:custGeom>
              <a:avLst/>
              <a:gdLst/>
              <a:ahLst/>
              <a:cxnLst/>
              <a:rect l="l" t="t" r="r" b="b"/>
              <a:pathLst>
                <a:path w="25985" h="25999" extrusionOk="0">
                  <a:moveTo>
                    <a:pt x="13746" y="0"/>
                  </a:moveTo>
                  <a:lnTo>
                    <a:pt x="13604" y="2377"/>
                  </a:lnTo>
                  <a:lnTo>
                    <a:pt x="14145" y="2419"/>
                  </a:lnTo>
                  <a:lnTo>
                    <a:pt x="14401" y="57"/>
                  </a:lnTo>
                  <a:lnTo>
                    <a:pt x="13746" y="0"/>
                  </a:lnTo>
                  <a:close/>
                  <a:moveTo>
                    <a:pt x="11142" y="100"/>
                  </a:moveTo>
                  <a:lnTo>
                    <a:pt x="10815" y="157"/>
                  </a:lnTo>
                  <a:lnTo>
                    <a:pt x="10502" y="214"/>
                  </a:lnTo>
                  <a:lnTo>
                    <a:pt x="10943" y="2547"/>
                  </a:lnTo>
                  <a:lnTo>
                    <a:pt x="11470" y="2462"/>
                  </a:lnTo>
                  <a:lnTo>
                    <a:pt x="11142" y="100"/>
                  </a:lnTo>
                  <a:close/>
                  <a:moveTo>
                    <a:pt x="16948" y="598"/>
                  </a:moveTo>
                  <a:lnTo>
                    <a:pt x="16222" y="2875"/>
                  </a:lnTo>
                  <a:lnTo>
                    <a:pt x="16735" y="3046"/>
                  </a:lnTo>
                  <a:lnTo>
                    <a:pt x="17574" y="811"/>
                  </a:lnTo>
                  <a:lnTo>
                    <a:pt x="16948" y="598"/>
                  </a:lnTo>
                  <a:close/>
                  <a:moveTo>
                    <a:pt x="7997" y="968"/>
                  </a:moveTo>
                  <a:lnTo>
                    <a:pt x="7400" y="1224"/>
                  </a:lnTo>
                  <a:lnTo>
                    <a:pt x="8424" y="3387"/>
                  </a:lnTo>
                  <a:lnTo>
                    <a:pt x="8908" y="3159"/>
                  </a:lnTo>
                  <a:lnTo>
                    <a:pt x="7997" y="968"/>
                  </a:lnTo>
                  <a:close/>
                  <a:moveTo>
                    <a:pt x="19908" y="1978"/>
                  </a:moveTo>
                  <a:lnTo>
                    <a:pt x="18641" y="3999"/>
                  </a:lnTo>
                  <a:lnTo>
                    <a:pt x="19083" y="4298"/>
                  </a:lnTo>
                  <a:lnTo>
                    <a:pt x="20449" y="2334"/>
                  </a:lnTo>
                  <a:lnTo>
                    <a:pt x="19908" y="1978"/>
                  </a:lnTo>
                  <a:close/>
                  <a:moveTo>
                    <a:pt x="5166" y="2576"/>
                  </a:moveTo>
                  <a:lnTo>
                    <a:pt x="4910" y="2775"/>
                  </a:lnTo>
                  <a:lnTo>
                    <a:pt x="4653" y="2989"/>
                  </a:lnTo>
                  <a:lnTo>
                    <a:pt x="6176" y="4810"/>
                  </a:lnTo>
                  <a:lnTo>
                    <a:pt x="6603" y="4483"/>
                  </a:lnTo>
                  <a:lnTo>
                    <a:pt x="5166" y="2576"/>
                  </a:lnTo>
                  <a:close/>
                  <a:moveTo>
                    <a:pt x="22427" y="4056"/>
                  </a:moveTo>
                  <a:lnTo>
                    <a:pt x="20691" y="5692"/>
                  </a:lnTo>
                  <a:lnTo>
                    <a:pt x="21046" y="6091"/>
                  </a:lnTo>
                  <a:lnTo>
                    <a:pt x="22868" y="4525"/>
                  </a:lnTo>
                  <a:lnTo>
                    <a:pt x="22427" y="4056"/>
                  </a:lnTo>
                  <a:close/>
                  <a:moveTo>
                    <a:pt x="2818" y="4838"/>
                  </a:moveTo>
                  <a:lnTo>
                    <a:pt x="2434" y="5365"/>
                  </a:lnTo>
                  <a:lnTo>
                    <a:pt x="4355" y="6760"/>
                  </a:lnTo>
                  <a:lnTo>
                    <a:pt x="4682" y="6333"/>
                  </a:lnTo>
                  <a:lnTo>
                    <a:pt x="2818" y="4838"/>
                  </a:lnTo>
                  <a:close/>
                  <a:moveTo>
                    <a:pt x="24348" y="6674"/>
                  </a:moveTo>
                  <a:lnTo>
                    <a:pt x="22270" y="7841"/>
                  </a:lnTo>
                  <a:lnTo>
                    <a:pt x="22512" y="8311"/>
                  </a:lnTo>
                  <a:lnTo>
                    <a:pt x="24661" y="7258"/>
                  </a:lnTo>
                  <a:lnTo>
                    <a:pt x="24504" y="6959"/>
                  </a:lnTo>
                  <a:lnTo>
                    <a:pt x="24348" y="6674"/>
                  </a:lnTo>
                  <a:close/>
                  <a:moveTo>
                    <a:pt x="1110" y="7628"/>
                  </a:moveTo>
                  <a:lnTo>
                    <a:pt x="854" y="8225"/>
                  </a:lnTo>
                  <a:lnTo>
                    <a:pt x="3074" y="9093"/>
                  </a:lnTo>
                  <a:lnTo>
                    <a:pt x="3287" y="8609"/>
                  </a:lnTo>
                  <a:lnTo>
                    <a:pt x="1110" y="7628"/>
                  </a:lnTo>
                  <a:close/>
                  <a:moveTo>
                    <a:pt x="25557" y="9705"/>
                  </a:moveTo>
                  <a:lnTo>
                    <a:pt x="23252" y="10303"/>
                  </a:lnTo>
                  <a:lnTo>
                    <a:pt x="23380" y="10829"/>
                  </a:lnTo>
                  <a:lnTo>
                    <a:pt x="25714" y="10331"/>
                  </a:lnTo>
                  <a:lnTo>
                    <a:pt x="25557" y="9705"/>
                  </a:lnTo>
                  <a:close/>
                  <a:moveTo>
                    <a:pt x="157" y="10744"/>
                  </a:moveTo>
                  <a:lnTo>
                    <a:pt x="57" y="11384"/>
                  </a:lnTo>
                  <a:lnTo>
                    <a:pt x="2419" y="11683"/>
                  </a:lnTo>
                  <a:lnTo>
                    <a:pt x="2505" y="11142"/>
                  </a:lnTo>
                  <a:lnTo>
                    <a:pt x="157" y="10744"/>
                  </a:lnTo>
                  <a:close/>
                  <a:moveTo>
                    <a:pt x="25557" y="12950"/>
                  </a:moveTo>
                  <a:lnTo>
                    <a:pt x="23593" y="12992"/>
                  </a:lnTo>
                  <a:lnTo>
                    <a:pt x="23579" y="13519"/>
                  </a:lnTo>
                  <a:lnTo>
                    <a:pt x="25970" y="13647"/>
                  </a:lnTo>
                  <a:lnTo>
                    <a:pt x="25984" y="13305"/>
                  </a:lnTo>
                  <a:lnTo>
                    <a:pt x="25984" y="12950"/>
                  </a:lnTo>
                  <a:close/>
                  <a:moveTo>
                    <a:pt x="2377" y="13818"/>
                  </a:moveTo>
                  <a:lnTo>
                    <a:pt x="0" y="13988"/>
                  </a:lnTo>
                  <a:lnTo>
                    <a:pt x="29" y="14316"/>
                  </a:lnTo>
                  <a:lnTo>
                    <a:pt x="71" y="14643"/>
                  </a:lnTo>
                  <a:lnTo>
                    <a:pt x="2434" y="14344"/>
                  </a:lnTo>
                  <a:lnTo>
                    <a:pt x="2377" y="13818"/>
                  </a:lnTo>
                  <a:close/>
                  <a:moveTo>
                    <a:pt x="23266" y="15625"/>
                  </a:moveTo>
                  <a:lnTo>
                    <a:pt x="23124" y="16151"/>
                  </a:lnTo>
                  <a:lnTo>
                    <a:pt x="25401" y="16849"/>
                  </a:lnTo>
                  <a:lnTo>
                    <a:pt x="25571" y="16222"/>
                  </a:lnTo>
                  <a:lnTo>
                    <a:pt x="23266" y="15625"/>
                  </a:lnTo>
                  <a:close/>
                  <a:moveTo>
                    <a:pt x="2917" y="16422"/>
                  </a:moveTo>
                  <a:lnTo>
                    <a:pt x="655" y="17190"/>
                  </a:lnTo>
                  <a:lnTo>
                    <a:pt x="769" y="17489"/>
                  </a:lnTo>
                  <a:lnTo>
                    <a:pt x="883" y="17802"/>
                  </a:lnTo>
                  <a:lnTo>
                    <a:pt x="3102" y="16920"/>
                  </a:lnTo>
                  <a:lnTo>
                    <a:pt x="2917" y="16422"/>
                  </a:lnTo>
                  <a:close/>
                  <a:moveTo>
                    <a:pt x="22284" y="18101"/>
                  </a:moveTo>
                  <a:lnTo>
                    <a:pt x="22014" y="18570"/>
                  </a:lnTo>
                  <a:lnTo>
                    <a:pt x="24049" y="19823"/>
                  </a:lnTo>
                  <a:lnTo>
                    <a:pt x="24220" y="19538"/>
                  </a:lnTo>
                  <a:lnTo>
                    <a:pt x="24376" y="19253"/>
                  </a:lnTo>
                  <a:lnTo>
                    <a:pt x="22284" y="18101"/>
                  </a:lnTo>
                  <a:close/>
                  <a:moveTo>
                    <a:pt x="4084" y="18812"/>
                  </a:moveTo>
                  <a:lnTo>
                    <a:pt x="2092" y="20121"/>
                  </a:lnTo>
                  <a:lnTo>
                    <a:pt x="2462" y="20648"/>
                  </a:lnTo>
                  <a:lnTo>
                    <a:pt x="4383" y="19239"/>
                  </a:lnTo>
                  <a:lnTo>
                    <a:pt x="4084" y="18812"/>
                  </a:lnTo>
                  <a:close/>
                  <a:moveTo>
                    <a:pt x="20719" y="20264"/>
                  </a:moveTo>
                  <a:lnTo>
                    <a:pt x="20349" y="20634"/>
                  </a:lnTo>
                  <a:lnTo>
                    <a:pt x="22000" y="22356"/>
                  </a:lnTo>
                  <a:lnTo>
                    <a:pt x="22455" y="21886"/>
                  </a:lnTo>
                  <a:lnTo>
                    <a:pt x="20719" y="20264"/>
                  </a:lnTo>
                  <a:close/>
                  <a:moveTo>
                    <a:pt x="5806" y="20833"/>
                  </a:moveTo>
                  <a:lnTo>
                    <a:pt x="4198" y="22597"/>
                  </a:lnTo>
                  <a:lnTo>
                    <a:pt x="4696" y="23024"/>
                  </a:lnTo>
                  <a:lnTo>
                    <a:pt x="6204" y="21189"/>
                  </a:lnTo>
                  <a:lnTo>
                    <a:pt x="5806" y="20833"/>
                  </a:lnTo>
                  <a:close/>
                  <a:moveTo>
                    <a:pt x="18670" y="21957"/>
                  </a:moveTo>
                  <a:lnTo>
                    <a:pt x="18215" y="22227"/>
                  </a:lnTo>
                  <a:lnTo>
                    <a:pt x="19396" y="24305"/>
                  </a:lnTo>
                  <a:lnTo>
                    <a:pt x="19951" y="23964"/>
                  </a:lnTo>
                  <a:lnTo>
                    <a:pt x="18670" y="21957"/>
                  </a:lnTo>
                  <a:close/>
                  <a:moveTo>
                    <a:pt x="7983" y="22370"/>
                  </a:moveTo>
                  <a:lnTo>
                    <a:pt x="6859" y="24476"/>
                  </a:lnTo>
                  <a:lnTo>
                    <a:pt x="7442" y="24775"/>
                  </a:lnTo>
                  <a:lnTo>
                    <a:pt x="8453" y="22612"/>
                  </a:lnTo>
                  <a:lnTo>
                    <a:pt x="7983" y="22370"/>
                  </a:lnTo>
                  <a:close/>
                  <a:moveTo>
                    <a:pt x="16265" y="23095"/>
                  </a:moveTo>
                  <a:lnTo>
                    <a:pt x="15753" y="23252"/>
                  </a:lnTo>
                  <a:lnTo>
                    <a:pt x="16379" y="25543"/>
                  </a:lnTo>
                  <a:lnTo>
                    <a:pt x="17005" y="25358"/>
                  </a:lnTo>
                  <a:lnTo>
                    <a:pt x="16265" y="23095"/>
                  </a:lnTo>
                  <a:close/>
                  <a:moveTo>
                    <a:pt x="10473" y="23323"/>
                  </a:moveTo>
                  <a:lnTo>
                    <a:pt x="9904" y="25643"/>
                  </a:lnTo>
                  <a:lnTo>
                    <a:pt x="10545" y="25771"/>
                  </a:lnTo>
                  <a:lnTo>
                    <a:pt x="10986" y="23423"/>
                  </a:lnTo>
                  <a:lnTo>
                    <a:pt x="10473" y="23323"/>
                  </a:lnTo>
                  <a:close/>
                  <a:moveTo>
                    <a:pt x="13647" y="23594"/>
                  </a:moveTo>
                  <a:lnTo>
                    <a:pt x="13120" y="23608"/>
                  </a:lnTo>
                  <a:lnTo>
                    <a:pt x="13149" y="25998"/>
                  </a:lnTo>
                  <a:lnTo>
                    <a:pt x="13803" y="25970"/>
                  </a:lnTo>
                  <a:lnTo>
                    <a:pt x="13647" y="23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1905563" y="3888800"/>
              <a:ext cx="17100" cy="60150"/>
            </a:xfrm>
            <a:custGeom>
              <a:avLst/>
              <a:gdLst/>
              <a:ahLst/>
              <a:cxnLst/>
              <a:rect l="l" t="t" r="r" b="b"/>
              <a:pathLst>
                <a:path w="684" h="2406" fill="none" extrusionOk="0">
                  <a:moveTo>
                    <a:pt x="29" y="2405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527" y="1"/>
                  </a:lnTo>
                  <a:lnTo>
                    <a:pt x="683" y="2377"/>
                  </a:lnTo>
                  <a:lnTo>
                    <a:pt x="683" y="2377"/>
                  </a:lnTo>
                  <a:lnTo>
                    <a:pt x="29" y="240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1825163" y="3882050"/>
              <a:ext cx="27050" cy="61200"/>
            </a:xfrm>
            <a:custGeom>
              <a:avLst/>
              <a:gdLst/>
              <a:ahLst/>
              <a:cxnLst/>
              <a:rect l="l" t="t" r="r" b="b"/>
              <a:pathLst>
                <a:path w="1082" h="2448" fill="none" extrusionOk="0">
                  <a:moveTo>
                    <a:pt x="641" y="2448"/>
                  </a:moveTo>
                  <a:lnTo>
                    <a:pt x="641" y="2448"/>
                  </a:lnTo>
                  <a:lnTo>
                    <a:pt x="0" y="2320"/>
                  </a:lnTo>
                  <a:lnTo>
                    <a:pt x="569" y="0"/>
                  </a:lnTo>
                  <a:lnTo>
                    <a:pt x="569" y="0"/>
                  </a:lnTo>
                  <a:lnTo>
                    <a:pt x="1082" y="100"/>
                  </a:lnTo>
                  <a:lnTo>
                    <a:pt x="641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1971363" y="3876350"/>
              <a:ext cx="31325" cy="61225"/>
            </a:xfrm>
            <a:custGeom>
              <a:avLst/>
              <a:gdLst/>
              <a:ahLst/>
              <a:cxnLst/>
              <a:rect l="l" t="t" r="r" b="b"/>
              <a:pathLst>
                <a:path w="1253" h="2449" fill="none" extrusionOk="0">
                  <a:moveTo>
                    <a:pt x="627" y="2448"/>
                  </a:moveTo>
                  <a:lnTo>
                    <a:pt x="1" y="157"/>
                  </a:lnTo>
                  <a:lnTo>
                    <a:pt x="1" y="157"/>
                  </a:lnTo>
                  <a:lnTo>
                    <a:pt x="513" y="0"/>
                  </a:lnTo>
                  <a:lnTo>
                    <a:pt x="1253" y="2263"/>
                  </a:lnTo>
                  <a:lnTo>
                    <a:pt x="1253" y="2263"/>
                  </a:lnTo>
                  <a:lnTo>
                    <a:pt x="627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1749038" y="3858200"/>
              <a:ext cx="39850" cy="60150"/>
            </a:xfrm>
            <a:custGeom>
              <a:avLst/>
              <a:gdLst/>
              <a:ahLst/>
              <a:cxnLst/>
              <a:rect l="l" t="t" r="r" b="b"/>
              <a:pathLst>
                <a:path w="1594" h="2406" fill="none" extrusionOk="0">
                  <a:moveTo>
                    <a:pt x="583" y="2406"/>
                  </a:moveTo>
                  <a:lnTo>
                    <a:pt x="583" y="2406"/>
                  </a:lnTo>
                  <a:lnTo>
                    <a:pt x="0" y="2107"/>
                  </a:lnTo>
                  <a:lnTo>
                    <a:pt x="1124" y="1"/>
                  </a:lnTo>
                  <a:lnTo>
                    <a:pt x="1124" y="1"/>
                  </a:lnTo>
                  <a:lnTo>
                    <a:pt x="1594" y="243"/>
                  </a:lnTo>
                  <a:lnTo>
                    <a:pt x="583" y="24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2032913" y="3847900"/>
              <a:ext cx="43425" cy="58725"/>
            </a:xfrm>
            <a:custGeom>
              <a:avLst/>
              <a:gdLst/>
              <a:ahLst/>
              <a:cxnLst/>
              <a:rect l="l" t="t" r="r" b="b"/>
              <a:pathLst>
                <a:path w="1737" h="2349" fill="none" extrusionOk="0">
                  <a:moveTo>
                    <a:pt x="1182" y="2348"/>
                  </a:moveTo>
                  <a:lnTo>
                    <a:pt x="1" y="270"/>
                  </a:lnTo>
                  <a:lnTo>
                    <a:pt x="1" y="270"/>
                  </a:lnTo>
                  <a:lnTo>
                    <a:pt x="456" y="0"/>
                  </a:lnTo>
                  <a:lnTo>
                    <a:pt x="1737" y="2007"/>
                  </a:lnTo>
                  <a:lnTo>
                    <a:pt x="1737" y="2007"/>
                  </a:lnTo>
                  <a:lnTo>
                    <a:pt x="1182" y="23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1682513" y="3819775"/>
              <a:ext cx="50175" cy="54825"/>
            </a:xfrm>
            <a:custGeom>
              <a:avLst/>
              <a:gdLst/>
              <a:ahLst/>
              <a:cxnLst/>
              <a:rect l="l" t="t" r="r" b="b"/>
              <a:pathLst>
                <a:path w="2007" h="2193" fill="none" extrusionOk="0">
                  <a:moveTo>
                    <a:pt x="498" y="2192"/>
                  </a:moveTo>
                  <a:lnTo>
                    <a:pt x="498" y="2192"/>
                  </a:lnTo>
                  <a:lnTo>
                    <a:pt x="0" y="176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2006" y="357"/>
                  </a:lnTo>
                  <a:lnTo>
                    <a:pt x="498" y="21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2086288" y="3805550"/>
              <a:ext cx="52675" cy="52325"/>
            </a:xfrm>
            <a:custGeom>
              <a:avLst/>
              <a:gdLst/>
              <a:ahLst/>
              <a:cxnLst/>
              <a:rect l="l" t="t" r="r" b="b"/>
              <a:pathLst>
                <a:path w="2107" h="2093" fill="none" extrusionOk="0">
                  <a:moveTo>
                    <a:pt x="1651" y="2093"/>
                  </a:moveTo>
                  <a:lnTo>
                    <a:pt x="0" y="371"/>
                  </a:lnTo>
                  <a:lnTo>
                    <a:pt x="0" y="371"/>
                  </a:lnTo>
                  <a:lnTo>
                    <a:pt x="370" y="1"/>
                  </a:lnTo>
                  <a:lnTo>
                    <a:pt x="2106" y="1623"/>
                  </a:lnTo>
                  <a:lnTo>
                    <a:pt x="2106" y="1623"/>
                  </a:lnTo>
                  <a:lnTo>
                    <a:pt x="1651" y="2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1629863" y="3769275"/>
              <a:ext cx="57300" cy="45900"/>
            </a:xfrm>
            <a:custGeom>
              <a:avLst/>
              <a:gdLst/>
              <a:ahLst/>
              <a:cxnLst/>
              <a:rect l="l" t="t" r="r" b="b"/>
              <a:pathLst>
                <a:path w="2292" h="1836" fill="none" extrusionOk="0">
                  <a:moveTo>
                    <a:pt x="370" y="1836"/>
                  </a:moveTo>
                  <a:lnTo>
                    <a:pt x="370" y="1836"/>
                  </a:lnTo>
                  <a:lnTo>
                    <a:pt x="0" y="1309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2291" y="427"/>
                  </a:lnTo>
                  <a:lnTo>
                    <a:pt x="370" y="18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2127888" y="3751475"/>
              <a:ext cx="59100" cy="43075"/>
            </a:xfrm>
            <a:custGeom>
              <a:avLst/>
              <a:gdLst/>
              <a:ahLst/>
              <a:cxnLst/>
              <a:rect l="l" t="t" r="r" b="b"/>
              <a:pathLst>
                <a:path w="2364" h="1723" fill="none" extrusionOk="0">
                  <a:moveTo>
                    <a:pt x="2036" y="1723"/>
                  </a:moveTo>
                  <a:lnTo>
                    <a:pt x="1" y="470"/>
                  </a:lnTo>
                  <a:lnTo>
                    <a:pt x="1" y="470"/>
                  </a:lnTo>
                  <a:lnTo>
                    <a:pt x="271" y="1"/>
                  </a:lnTo>
                  <a:lnTo>
                    <a:pt x="2363" y="1153"/>
                  </a:lnTo>
                  <a:lnTo>
                    <a:pt x="2363" y="1153"/>
                  </a:lnTo>
                  <a:lnTo>
                    <a:pt x="2207" y="1438"/>
                  </a:lnTo>
                  <a:lnTo>
                    <a:pt x="2036" y="1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1593913" y="3709500"/>
              <a:ext cx="61225" cy="34525"/>
            </a:xfrm>
            <a:custGeom>
              <a:avLst/>
              <a:gdLst/>
              <a:ahLst/>
              <a:cxnLst/>
              <a:rect l="l" t="t" r="r" b="b"/>
              <a:pathLst>
                <a:path w="2449" h="1381" fill="none" extrusionOk="0">
                  <a:moveTo>
                    <a:pt x="229" y="1381"/>
                  </a:moveTo>
                  <a:lnTo>
                    <a:pt x="229" y="1381"/>
                  </a:lnTo>
                  <a:lnTo>
                    <a:pt x="115" y="1068"/>
                  </a:lnTo>
                  <a:lnTo>
                    <a:pt x="1" y="769"/>
                  </a:lnTo>
                  <a:lnTo>
                    <a:pt x="2263" y="1"/>
                  </a:lnTo>
                  <a:lnTo>
                    <a:pt x="2263" y="1"/>
                  </a:lnTo>
                  <a:lnTo>
                    <a:pt x="2448" y="499"/>
                  </a:lnTo>
                  <a:lnTo>
                    <a:pt x="229" y="13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2155638" y="3689575"/>
              <a:ext cx="61225" cy="30625"/>
            </a:xfrm>
            <a:custGeom>
              <a:avLst/>
              <a:gdLst/>
              <a:ahLst/>
              <a:cxnLst/>
              <a:rect l="l" t="t" r="r" b="b"/>
              <a:pathLst>
                <a:path w="2449" h="1225" fill="none" extrusionOk="0">
                  <a:moveTo>
                    <a:pt x="2278" y="1225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143" y="1"/>
                  </a:lnTo>
                  <a:lnTo>
                    <a:pt x="2448" y="598"/>
                  </a:lnTo>
                  <a:lnTo>
                    <a:pt x="2448" y="598"/>
                  </a:lnTo>
                  <a:lnTo>
                    <a:pt x="2278" y="12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1577563" y="3644400"/>
              <a:ext cx="60850" cy="20650"/>
            </a:xfrm>
            <a:custGeom>
              <a:avLst/>
              <a:gdLst/>
              <a:ahLst/>
              <a:cxnLst/>
              <a:rect l="l" t="t" r="r" b="b"/>
              <a:pathLst>
                <a:path w="2434" h="826" fill="none" extrusionOk="0">
                  <a:moveTo>
                    <a:pt x="71" y="826"/>
                  </a:moveTo>
                  <a:lnTo>
                    <a:pt x="71" y="826"/>
                  </a:lnTo>
                  <a:lnTo>
                    <a:pt x="29" y="499"/>
                  </a:lnTo>
                  <a:lnTo>
                    <a:pt x="0" y="171"/>
                  </a:lnTo>
                  <a:lnTo>
                    <a:pt x="2377" y="1"/>
                  </a:lnTo>
                  <a:lnTo>
                    <a:pt x="2377" y="1"/>
                  </a:lnTo>
                  <a:lnTo>
                    <a:pt x="2434" y="527"/>
                  </a:lnTo>
                  <a:lnTo>
                    <a:pt x="71" y="82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2167038" y="3622700"/>
              <a:ext cx="60150" cy="17450"/>
            </a:xfrm>
            <a:custGeom>
              <a:avLst/>
              <a:gdLst/>
              <a:ahLst/>
              <a:cxnLst/>
              <a:rect l="l" t="t" r="r" b="b"/>
              <a:pathLst>
                <a:path w="2406" h="698" fill="none" extrusionOk="0">
                  <a:moveTo>
                    <a:pt x="2391" y="698"/>
                  </a:moveTo>
                  <a:lnTo>
                    <a:pt x="0" y="570"/>
                  </a:lnTo>
                  <a:lnTo>
                    <a:pt x="0" y="570"/>
                  </a:lnTo>
                  <a:lnTo>
                    <a:pt x="14" y="43"/>
                  </a:lnTo>
                  <a:lnTo>
                    <a:pt x="1978" y="1"/>
                  </a:lnTo>
                  <a:lnTo>
                    <a:pt x="2405" y="1"/>
                  </a:lnTo>
                  <a:lnTo>
                    <a:pt x="2405" y="1"/>
                  </a:lnTo>
                  <a:lnTo>
                    <a:pt x="2405" y="356"/>
                  </a:lnTo>
                  <a:lnTo>
                    <a:pt x="2391" y="6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1578988" y="3567550"/>
              <a:ext cx="61200" cy="23525"/>
            </a:xfrm>
            <a:custGeom>
              <a:avLst/>
              <a:gdLst/>
              <a:ahLst/>
              <a:cxnLst/>
              <a:rect l="l" t="t" r="r" b="b"/>
              <a:pathLst>
                <a:path w="2448" h="941" fill="none" extrusionOk="0">
                  <a:moveTo>
                    <a:pt x="2362" y="940"/>
                  </a:moveTo>
                  <a:lnTo>
                    <a:pt x="0" y="641"/>
                  </a:lnTo>
                  <a:lnTo>
                    <a:pt x="0" y="641"/>
                  </a:lnTo>
                  <a:lnTo>
                    <a:pt x="100" y="1"/>
                  </a:lnTo>
                  <a:lnTo>
                    <a:pt x="2448" y="399"/>
                  </a:lnTo>
                  <a:lnTo>
                    <a:pt x="2448" y="399"/>
                  </a:lnTo>
                  <a:lnTo>
                    <a:pt x="2362" y="9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2158838" y="3541600"/>
              <a:ext cx="61575" cy="28125"/>
            </a:xfrm>
            <a:custGeom>
              <a:avLst/>
              <a:gdLst/>
              <a:ahLst/>
              <a:cxnLst/>
              <a:rect l="l" t="t" r="r" b="b"/>
              <a:pathLst>
                <a:path w="2463" h="1125" fill="none" extrusionOk="0">
                  <a:moveTo>
                    <a:pt x="129" y="1124"/>
                  </a:moveTo>
                  <a:lnTo>
                    <a:pt x="129" y="1124"/>
                  </a:lnTo>
                  <a:lnTo>
                    <a:pt x="1" y="598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463" y="626"/>
                  </a:lnTo>
                  <a:lnTo>
                    <a:pt x="129" y="1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2134313" y="3465825"/>
              <a:ext cx="59775" cy="40925"/>
            </a:xfrm>
            <a:custGeom>
              <a:avLst/>
              <a:gdLst/>
              <a:ahLst/>
              <a:cxnLst/>
              <a:rect l="l" t="t" r="r" b="b"/>
              <a:pathLst>
                <a:path w="2391" h="1637" fill="none" extrusionOk="0">
                  <a:moveTo>
                    <a:pt x="242" y="1637"/>
                  </a:moveTo>
                  <a:lnTo>
                    <a:pt x="242" y="1637"/>
                  </a:lnTo>
                  <a:lnTo>
                    <a:pt x="0" y="1167"/>
                  </a:lnTo>
                  <a:lnTo>
                    <a:pt x="2078" y="0"/>
                  </a:lnTo>
                  <a:lnTo>
                    <a:pt x="2078" y="0"/>
                  </a:lnTo>
                  <a:lnTo>
                    <a:pt x="2234" y="285"/>
                  </a:lnTo>
                  <a:lnTo>
                    <a:pt x="2391" y="584"/>
                  </a:lnTo>
                  <a:lnTo>
                    <a:pt x="242" y="16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2094813" y="3400350"/>
              <a:ext cx="54450" cy="50900"/>
            </a:xfrm>
            <a:custGeom>
              <a:avLst/>
              <a:gdLst/>
              <a:ahLst/>
              <a:cxnLst/>
              <a:rect l="l" t="t" r="r" b="b"/>
              <a:pathLst>
                <a:path w="2178" h="2036" fill="none" extrusionOk="0">
                  <a:moveTo>
                    <a:pt x="356" y="2036"/>
                  </a:moveTo>
                  <a:lnTo>
                    <a:pt x="356" y="2036"/>
                  </a:lnTo>
                  <a:lnTo>
                    <a:pt x="1" y="1637"/>
                  </a:lnTo>
                  <a:lnTo>
                    <a:pt x="1737" y="1"/>
                  </a:lnTo>
                  <a:lnTo>
                    <a:pt x="1737" y="1"/>
                  </a:lnTo>
                  <a:lnTo>
                    <a:pt x="2178" y="470"/>
                  </a:lnTo>
                  <a:lnTo>
                    <a:pt x="356" y="20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2043588" y="3348425"/>
              <a:ext cx="45200" cy="58000"/>
            </a:xfrm>
            <a:custGeom>
              <a:avLst/>
              <a:gdLst/>
              <a:ahLst/>
              <a:cxnLst/>
              <a:rect l="l" t="t" r="r" b="b"/>
              <a:pathLst>
                <a:path w="1808" h="2320" fill="none" extrusionOk="0">
                  <a:moveTo>
                    <a:pt x="442" y="2320"/>
                  </a:moveTo>
                  <a:lnTo>
                    <a:pt x="442" y="2320"/>
                  </a:lnTo>
                  <a:lnTo>
                    <a:pt x="0" y="2021"/>
                  </a:lnTo>
                  <a:lnTo>
                    <a:pt x="1267" y="0"/>
                  </a:lnTo>
                  <a:lnTo>
                    <a:pt x="1267" y="0"/>
                  </a:lnTo>
                  <a:lnTo>
                    <a:pt x="1808" y="356"/>
                  </a:lnTo>
                  <a:lnTo>
                    <a:pt x="442" y="23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1983113" y="3313900"/>
              <a:ext cx="33825" cy="61225"/>
            </a:xfrm>
            <a:custGeom>
              <a:avLst/>
              <a:gdLst/>
              <a:ahLst/>
              <a:cxnLst/>
              <a:rect l="l" t="t" r="r" b="b"/>
              <a:pathLst>
                <a:path w="1353" h="2449" fill="none" extrusionOk="0">
                  <a:moveTo>
                    <a:pt x="513" y="2449"/>
                  </a:moveTo>
                  <a:lnTo>
                    <a:pt x="513" y="2449"/>
                  </a:lnTo>
                  <a:lnTo>
                    <a:pt x="0" y="2278"/>
                  </a:lnTo>
                  <a:lnTo>
                    <a:pt x="726" y="1"/>
                  </a:lnTo>
                  <a:lnTo>
                    <a:pt x="726" y="1"/>
                  </a:lnTo>
                  <a:lnTo>
                    <a:pt x="1352" y="214"/>
                  </a:lnTo>
                  <a:lnTo>
                    <a:pt x="513" y="24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1917663" y="3298975"/>
              <a:ext cx="19925" cy="60500"/>
            </a:xfrm>
            <a:custGeom>
              <a:avLst/>
              <a:gdLst/>
              <a:ahLst/>
              <a:cxnLst/>
              <a:rect l="l" t="t" r="r" b="b"/>
              <a:pathLst>
                <a:path w="797" h="2420" fill="none" extrusionOk="0">
                  <a:moveTo>
                    <a:pt x="541" y="2419"/>
                  </a:moveTo>
                  <a:lnTo>
                    <a:pt x="541" y="2419"/>
                  </a:lnTo>
                  <a:lnTo>
                    <a:pt x="0" y="237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797" y="57"/>
                  </a:lnTo>
                  <a:lnTo>
                    <a:pt x="541" y="24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851113" y="2915825"/>
              <a:ext cx="557500" cy="412350"/>
            </a:xfrm>
            <a:custGeom>
              <a:avLst/>
              <a:gdLst/>
              <a:ahLst/>
              <a:cxnLst/>
              <a:rect l="l" t="t" r="r" b="b"/>
              <a:pathLst>
                <a:path w="22300" h="16494" extrusionOk="0">
                  <a:moveTo>
                    <a:pt x="1" y="1"/>
                  </a:moveTo>
                  <a:lnTo>
                    <a:pt x="1" y="16493"/>
                  </a:lnTo>
                  <a:lnTo>
                    <a:pt x="3573" y="16493"/>
                  </a:lnTo>
                  <a:lnTo>
                    <a:pt x="3573" y="3587"/>
                  </a:lnTo>
                  <a:lnTo>
                    <a:pt x="22299" y="3587"/>
                  </a:lnTo>
                  <a:lnTo>
                    <a:pt x="222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851113" y="3935050"/>
              <a:ext cx="557500" cy="412325"/>
            </a:xfrm>
            <a:custGeom>
              <a:avLst/>
              <a:gdLst/>
              <a:ahLst/>
              <a:cxnLst/>
              <a:rect l="l" t="t" r="r" b="b"/>
              <a:pathLst>
                <a:path w="22300" h="16493" extrusionOk="0">
                  <a:moveTo>
                    <a:pt x="1" y="0"/>
                  </a:moveTo>
                  <a:lnTo>
                    <a:pt x="1" y="16493"/>
                  </a:lnTo>
                  <a:lnTo>
                    <a:pt x="22299" y="16493"/>
                  </a:lnTo>
                  <a:lnTo>
                    <a:pt x="22299" y="12907"/>
                  </a:lnTo>
                  <a:lnTo>
                    <a:pt x="3573" y="12907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2427438" y="2915825"/>
              <a:ext cx="557125" cy="412350"/>
            </a:xfrm>
            <a:custGeom>
              <a:avLst/>
              <a:gdLst/>
              <a:ahLst/>
              <a:cxnLst/>
              <a:rect l="l" t="t" r="r" b="b"/>
              <a:pathLst>
                <a:path w="22285" h="16494" extrusionOk="0">
                  <a:moveTo>
                    <a:pt x="0" y="1"/>
                  </a:moveTo>
                  <a:lnTo>
                    <a:pt x="0" y="3587"/>
                  </a:lnTo>
                  <a:lnTo>
                    <a:pt x="18713" y="3587"/>
                  </a:lnTo>
                  <a:lnTo>
                    <a:pt x="18713" y="16493"/>
                  </a:lnTo>
                  <a:lnTo>
                    <a:pt x="22284" y="16493"/>
                  </a:lnTo>
                  <a:lnTo>
                    <a:pt x="222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2427438" y="3935050"/>
              <a:ext cx="557125" cy="412325"/>
            </a:xfrm>
            <a:custGeom>
              <a:avLst/>
              <a:gdLst/>
              <a:ahLst/>
              <a:cxnLst/>
              <a:rect l="l" t="t" r="r" b="b"/>
              <a:pathLst>
                <a:path w="22285" h="16493" extrusionOk="0">
                  <a:moveTo>
                    <a:pt x="18713" y="0"/>
                  </a:moveTo>
                  <a:lnTo>
                    <a:pt x="18713" y="12907"/>
                  </a:lnTo>
                  <a:lnTo>
                    <a:pt x="0" y="12907"/>
                  </a:lnTo>
                  <a:lnTo>
                    <a:pt x="0" y="16493"/>
                  </a:lnTo>
                  <a:lnTo>
                    <a:pt x="22284" y="16493"/>
                  </a:lnTo>
                  <a:lnTo>
                    <a:pt x="222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extrusionOk="0">
                  <a:moveTo>
                    <a:pt x="10986" y="1836"/>
                  </a:moveTo>
                  <a:lnTo>
                    <a:pt x="11314" y="4198"/>
                  </a:lnTo>
                  <a:lnTo>
                    <a:pt x="10787" y="4283"/>
                  </a:lnTo>
                  <a:lnTo>
                    <a:pt x="10346" y="1950"/>
                  </a:lnTo>
                  <a:lnTo>
                    <a:pt x="10659" y="1893"/>
                  </a:lnTo>
                  <a:lnTo>
                    <a:pt x="10986" y="1836"/>
                  </a:lnTo>
                  <a:close/>
                  <a:moveTo>
                    <a:pt x="7841" y="2704"/>
                  </a:moveTo>
                  <a:lnTo>
                    <a:pt x="8752" y="4895"/>
                  </a:lnTo>
                  <a:lnTo>
                    <a:pt x="8268" y="5123"/>
                  </a:lnTo>
                  <a:lnTo>
                    <a:pt x="7244" y="2960"/>
                  </a:lnTo>
                  <a:lnTo>
                    <a:pt x="7841" y="2704"/>
                  </a:lnTo>
                  <a:close/>
                  <a:moveTo>
                    <a:pt x="5010" y="4312"/>
                  </a:moveTo>
                  <a:lnTo>
                    <a:pt x="6447" y="6219"/>
                  </a:lnTo>
                  <a:lnTo>
                    <a:pt x="6020" y="6546"/>
                  </a:lnTo>
                  <a:lnTo>
                    <a:pt x="4497" y="4725"/>
                  </a:lnTo>
                  <a:lnTo>
                    <a:pt x="4754" y="4511"/>
                  </a:lnTo>
                  <a:lnTo>
                    <a:pt x="5010" y="4312"/>
                  </a:lnTo>
                  <a:close/>
                  <a:moveTo>
                    <a:pt x="2662" y="6574"/>
                  </a:moveTo>
                  <a:lnTo>
                    <a:pt x="4526" y="8069"/>
                  </a:lnTo>
                  <a:lnTo>
                    <a:pt x="4199" y="8496"/>
                  </a:lnTo>
                  <a:lnTo>
                    <a:pt x="2278" y="7101"/>
                  </a:lnTo>
                  <a:lnTo>
                    <a:pt x="2662" y="6574"/>
                  </a:lnTo>
                  <a:close/>
                  <a:moveTo>
                    <a:pt x="954" y="9364"/>
                  </a:moveTo>
                  <a:lnTo>
                    <a:pt x="3131" y="10345"/>
                  </a:lnTo>
                  <a:lnTo>
                    <a:pt x="2918" y="10829"/>
                  </a:lnTo>
                  <a:lnTo>
                    <a:pt x="698" y="9961"/>
                  </a:lnTo>
                  <a:lnTo>
                    <a:pt x="954" y="9364"/>
                  </a:lnTo>
                  <a:close/>
                  <a:moveTo>
                    <a:pt x="7386" y="0"/>
                  </a:move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close/>
                </a:path>
              </a:pathLst>
            </a:custGeom>
            <a:solidFill>
              <a:srgbClr val="45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fill="none" extrusionOk="0">
                  <a:moveTo>
                    <a:pt x="7785" y="0"/>
                  </a:moveTo>
                  <a:lnTo>
                    <a:pt x="7785" y="0"/>
                  </a:lnTo>
                  <a:lnTo>
                    <a:pt x="7386" y="0"/>
                  </a:ln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206" y="9833"/>
                  </a:lnTo>
                  <a:lnTo>
                    <a:pt x="13206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lnTo>
                    <a:pt x="77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1598913" y="3301450"/>
              <a:ext cx="334775" cy="286775"/>
            </a:xfrm>
            <a:custGeom>
              <a:avLst/>
              <a:gdLst/>
              <a:ahLst/>
              <a:cxnLst/>
              <a:rect l="l" t="t" r="r" b="b"/>
              <a:pathLst>
                <a:path w="13391" h="11471" extrusionOk="0">
                  <a:moveTo>
                    <a:pt x="12850" y="698"/>
                  </a:moveTo>
                  <a:lnTo>
                    <a:pt x="12750" y="2278"/>
                  </a:lnTo>
                  <a:lnTo>
                    <a:pt x="13291" y="2320"/>
                  </a:lnTo>
                  <a:lnTo>
                    <a:pt x="13390" y="1367"/>
                  </a:lnTo>
                  <a:lnTo>
                    <a:pt x="13134" y="1025"/>
                  </a:lnTo>
                  <a:lnTo>
                    <a:pt x="12850" y="698"/>
                  </a:lnTo>
                  <a:close/>
                  <a:moveTo>
                    <a:pt x="10288" y="1"/>
                  </a:moveTo>
                  <a:lnTo>
                    <a:pt x="9961" y="58"/>
                  </a:lnTo>
                  <a:lnTo>
                    <a:pt x="9648" y="115"/>
                  </a:lnTo>
                  <a:lnTo>
                    <a:pt x="10089" y="2448"/>
                  </a:lnTo>
                  <a:lnTo>
                    <a:pt x="10616" y="2363"/>
                  </a:lnTo>
                  <a:lnTo>
                    <a:pt x="10288" y="1"/>
                  </a:lnTo>
                  <a:close/>
                  <a:moveTo>
                    <a:pt x="7143" y="869"/>
                  </a:moveTo>
                  <a:lnTo>
                    <a:pt x="6546" y="1125"/>
                  </a:lnTo>
                  <a:lnTo>
                    <a:pt x="7570" y="3288"/>
                  </a:lnTo>
                  <a:lnTo>
                    <a:pt x="8054" y="3060"/>
                  </a:lnTo>
                  <a:lnTo>
                    <a:pt x="7143" y="869"/>
                  </a:lnTo>
                  <a:close/>
                  <a:moveTo>
                    <a:pt x="4312" y="2477"/>
                  </a:moveTo>
                  <a:lnTo>
                    <a:pt x="4056" y="2676"/>
                  </a:lnTo>
                  <a:lnTo>
                    <a:pt x="3799" y="2890"/>
                  </a:lnTo>
                  <a:lnTo>
                    <a:pt x="5322" y="4711"/>
                  </a:lnTo>
                  <a:lnTo>
                    <a:pt x="5749" y="4384"/>
                  </a:lnTo>
                  <a:lnTo>
                    <a:pt x="4312" y="2477"/>
                  </a:lnTo>
                  <a:close/>
                  <a:moveTo>
                    <a:pt x="1964" y="4739"/>
                  </a:moveTo>
                  <a:lnTo>
                    <a:pt x="1580" y="5266"/>
                  </a:lnTo>
                  <a:lnTo>
                    <a:pt x="3501" y="6661"/>
                  </a:lnTo>
                  <a:lnTo>
                    <a:pt x="3828" y="6234"/>
                  </a:lnTo>
                  <a:lnTo>
                    <a:pt x="1964" y="4739"/>
                  </a:lnTo>
                  <a:close/>
                  <a:moveTo>
                    <a:pt x="256" y="7529"/>
                  </a:moveTo>
                  <a:lnTo>
                    <a:pt x="0" y="8126"/>
                  </a:lnTo>
                  <a:lnTo>
                    <a:pt x="2220" y="8994"/>
                  </a:lnTo>
                  <a:lnTo>
                    <a:pt x="2433" y="8510"/>
                  </a:lnTo>
                  <a:lnTo>
                    <a:pt x="256" y="7529"/>
                  </a:lnTo>
                  <a:close/>
                  <a:moveTo>
                    <a:pt x="1124" y="10958"/>
                  </a:moveTo>
                  <a:lnTo>
                    <a:pt x="1352" y="11214"/>
                  </a:lnTo>
                  <a:lnTo>
                    <a:pt x="1594" y="11470"/>
                  </a:lnTo>
                  <a:lnTo>
                    <a:pt x="1651" y="11043"/>
                  </a:lnTo>
                  <a:lnTo>
                    <a:pt x="1124" y="109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1627013" y="3575375"/>
              <a:ext cx="13175" cy="12850"/>
            </a:xfrm>
            <a:custGeom>
              <a:avLst/>
              <a:gdLst/>
              <a:ahLst/>
              <a:cxnLst/>
              <a:rect l="l" t="t" r="r" b="b"/>
              <a:pathLst>
                <a:path w="527" h="51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8" y="257"/>
                  </a:lnTo>
                  <a:lnTo>
                    <a:pt x="470" y="513"/>
                  </a:lnTo>
                  <a:lnTo>
                    <a:pt x="470" y="513"/>
                  </a:lnTo>
                  <a:lnTo>
                    <a:pt x="527" y="8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56" y="1"/>
                  </a:moveTo>
                  <a:lnTo>
                    <a:pt x="256" y="1"/>
                  </a:lnTo>
                  <a:lnTo>
                    <a:pt x="0" y="598"/>
                  </a:lnTo>
                  <a:lnTo>
                    <a:pt x="2220" y="1466"/>
                  </a:lnTo>
                  <a:lnTo>
                    <a:pt x="2220" y="1466"/>
                  </a:lnTo>
                  <a:lnTo>
                    <a:pt x="2433" y="982"/>
                  </a:lnTo>
                  <a:lnTo>
                    <a:pt x="2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385" y="0"/>
                  </a:moveTo>
                  <a:lnTo>
                    <a:pt x="385" y="0"/>
                  </a:lnTo>
                  <a:lnTo>
                    <a:pt x="1" y="527"/>
                  </a:lnTo>
                  <a:lnTo>
                    <a:pt x="1922" y="1922"/>
                  </a:lnTo>
                  <a:lnTo>
                    <a:pt x="1922" y="1922"/>
                  </a:lnTo>
                  <a:lnTo>
                    <a:pt x="2249" y="1495"/>
                  </a:lnTo>
                  <a:lnTo>
                    <a:pt x="3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513" y="1"/>
                  </a:moveTo>
                  <a:lnTo>
                    <a:pt x="513" y="1"/>
                  </a:lnTo>
                  <a:lnTo>
                    <a:pt x="257" y="200"/>
                  </a:lnTo>
                  <a:lnTo>
                    <a:pt x="0" y="414"/>
                  </a:lnTo>
                  <a:lnTo>
                    <a:pt x="1523" y="2235"/>
                  </a:lnTo>
                  <a:lnTo>
                    <a:pt x="1523" y="2235"/>
                  </a:lnTo>
                  <a:lnTo>
                    <a:pt x="1950" y="1908"/>
                  </a:lnTo>
                  <a:lnTo>
                    <a:pt x="5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598" y="1"/>
                  </a:moveTo>
                  <a:lnTo>
                    <a:pt x="598" y="1"/>
                  </a:lnTo>
                  <a:lnTo>
                    <a:pt x="1" y="257"/>
                  </a:lnTo>
                  <a:lnTo>
                    <a:pt x="1025" y="2420"/>
                  </a:lnTo>
                  <a:lnTo>
                    <a:pt x="1025" y="2420"/>
                  </a:lnTo>
                  <a:lnTo>
                    <a:pt x="1509" y="2192"/>
                  </a:lnTo>
                  <a:lnTo>
                    <a:pt x="59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1917663" y="3318900"/>
              <a:ext cx="16025" cy="40575"/>
            </a:xfrm>
            <a:custGeom>
              <a:avLst/>
              <a:gdLst/>
              <a:ahLst/>
              <a:cxnLst/>
              <a:rect l="l" t="t" r="r" b="b"/>
              <a:pathLst>
                <a:path w="641" h="1623" fill="none" extrusionOk="0">
                  <a:moveTo>
                    <a:pt x="100" y="0"/>
                  </a:moveTo>
                  <a:lnTo>
                    <a:pt x="0" y="1580"/>
                  </a:lnTo>
                  <a:lnTo>
                    <a:pt x="0" y="1580"/>
                  </a:lnTo>
                  <a:lnTo>
                    <a:pt x="541" y="1622"/>
                  </a:lnTo>
                  <a:lnTo>
                    <a:pt x="640" y="669"/>
                  </a:lnTo>
                  <a:lnTo>
                    <a:pt x="640" y="669"/>
                  </a:lnTo>
                  <a:lnTo>
                    <a:pt x="384" y="327"/>
                  </a:lnTo>
                  <a:lnTo>
                    <a:pt x="1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641" y="1"/>
                  </a:moveTo>
                  <a:lnTo>
                    <a:pt x="641" y="1"/>
                  </a:lnTo>
                  <a:lnTo>
                    <a:pt x="314" y="58"/>
                  </a:lnTo>
                  <a:lnTo>
                    <a:pt x="1" y="115"/>
                  </a:lnTo>
                  <a:lnTo>
                    <a:pt x="442" y="2448"/>
                  </a:lnTo>
                  <a:lnTo>
                    <a:pt x="442" y="2448"/>
                  </a:lnTo>
                  <a:lnTo>
                    <a:pt x="969" y="2363"/>
                  </a:lnTo>
                  <a:lnTo>
                    <a:pt x="6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OBJECTIVES</a:t>
            </a:r>
            <a:endParaRPr dirty="0"/>
          </a:p>
        </p:txBody>
      </p:sp>
      <p:sp>
        <p:nvSpPr>
          <p:cNvPr id="413" name="Google Shape;413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38"/>
                </a:lnTo>
                <a:lnTo>
                  <a:pt x="29" y="5080"/>
                </a:lnTo>
                <a:lnTo>
                  <a:pt x="58" y="5308"/>
                </a:lnTo>
                <a:lnTo>
                  <a:pt x="100" y="5536"/>
                </a:lnTo>
                <a:lnTo>
                  <a:pt x="143" y="5763"/>
                </a:lnTo>
                <a:lnTo>
                  <a:pt x="214" y="5977"/>
                </a:lnTo>
                <a:lnTo>
                  <a:pt x="285" y="6190"/>
                </a:lnTo>
                <a:lnTo>
                  <a:pt x="371" y="6404"/>
                </a:lnTo>
                <a:lnTo>
                  <a:pt x="456" y="6603"/>
                </a:lnTo>
                <a:lnTo>
                  <a:pt x="556" y="6802"/>
                </a:lnTo>
                <a:lnTo>
                  <a:pt x="669" y="7001"/>
                </a:lnTo>
                <a:lnTo>
                  <a:pt x="783" y="7186"/>
                </a:lnTo>
                <a:lnTo>
                  <a:pt x="926" y="7371"/>
                </a:lnTo>
                <a:lnTo>
                  <a:pt x="1054" y="7542"/>
                </a:lnTo>
                <a:lnTo>
                  <a:pt x="1196" y="7713"/>
                </a:lnTo>
                <a:lnTo>
                  <a:pt x="1352" y="7869"/>
                </a:lnTo>
                <a:lnTo>
                  <a:pt x="1509" y="8026"/>
                </a:lnTo>
                <a:lnTo>
                  <a:pt x="1680" y="8168"/>
                </a:lnTo>
                <a:lnTo>
                  <a:pt x="1851" y="8310"/>
                </a:lnTo>
                <a:lnTo>
                  <a:pt x="2036" y="8439"/>
                </a:lnTo>
                <a:lnTo>
                  <a:pt x="2221" y="8552"/>
                </a:lnTo>
                <a:lnTo>
                  <a:pt x="2420" y="8666"/>
                </a:lnTo>
                <a:lnTo>
                  <a:pt x="2619" y="8766"/>
                </a:lnTo>
                <a:lnTo>
                  <a:pt x="2818" y="8865"/>
                </a:lnTo>
                <a:lnTo>
                  <a:pt x="3032" y="8937"/>
                </a:lnTo>
                <a:lnTo>
                  <a:pt x="3245" y="9008"/>
                </a:lnTo>
                <a:lnTo>
                  <a:pt x="3459" y="9079"/>
                </a:lnTo>
                <a:lnTo>
                  <a:pt x="3686" y="9122"/>
                </a:lnTo>
                <a:lnTo>
                  <a:pt x="3914" y="9164"/>
                </a:lnTo>
                <a:lnTo>
                  <a:pt x="4142" y="9193"/>
                </a:lnTo>
                <a:lnTo>
                  <a:pt x="4383" y="9221"/>
                </a:lnTo>
                <a:lnTo>
                  <a:pt x="4853" y="9221"/>
                </a:lnTo>
                <a:lnTo>
                  <a:pt x="5095" y="9193"/>
                </a:lnTo>
                <a:lnTo>
                  <a:pt x="5323" y="9164"/>
                </a:lnTo>
                <a:lnTo>
                  <a:pt x="5550" y="9122"/>
                </a:lnTo>
                <a:lnTo>
                  <a:pt x="5764" y="9079"/>
                </a:lnTo>
                <a:lnTo>
                  <a:pt x="5991" y="9008"/>
                </a:lnTo>
                <a:lnTo>
                  <a:pt x="6205" y="8937"/>
                </a:lnTo>
                <a:lnTo>
                  <a:pt x="6418" y="8865"/>
                </a:lnTo>
                <a:lnTo>
                  <a:pt x="6618" y="8766"/>
                </a:lnTo>
                <a:lnTo>
                  <a:pt x="6817" y="8666"/>
                </a:lnTo>
                <a:lnTo>
                  <a:pt x="7002" y="8552"/>
                </a:lnTo>
                <a:lnTo>
                  <a:pt x="7201" y="8439"/>
                </a:lnTo>
                <a:lnTo>
                  <a:pt x="7372" y="8310"/>
                </a:lnTo>
                <a:lnTo>
                  <a:pt x="7557" y="8168"/>
                </a:lnTo>
                <a:lnTo>
                  <a:pt x="7713" y="8026"/>
                </a:lnTo>
                <a:lnTo>
                  <a:pt x="7884" y="7869"/>
                </a:lnTo>
                <a:lnTo>
                  <a:pt x="8026" y="7713"/>
                </a:lnTo>
                <a:lnTo>
                  <a:pt x="8183" y="7542"/>
                </a:lnTo>
                <a:lnTo>
                  <a:pt x="8311" y="7371"/>
                </a:lnTo>
                <a:lnTo>
                  <a:pt x="8439" y="7186"/>
                </a:lnTo>
                <a:lnTo>
                  <a:pt x="8567" y="7001"/>
                </a:lnTo>
                <a:lnTo>
                  <a:pt x="8667" y="6802"/>
                </a:lnTo>
                <a:lnTo>
                  <a:pt x="8780" y="6603"/>
                </a:lnTo>
                <a:lnTo>
                  <a:pt x="8866" y="6404"/>
                </a:lnTo>
                <a:lnTo>
                  <a:pt x="8951" y="6190"/>
                </a:lnTo>
                <a:lnTo>
                  <a:pt x="9022" y="5977"/>
                </a:lnTo>
                <a:lnTo>
                  <a:pt x="9079" y="5763"/>
                </a:lnTo>
                <a:lnTo>
                  <a:pt x="9136" y="5536"/>
                </a:lnTo>
                <a:lnTo>
                  <a:pt x="9179" y="5308"/>
                </a:lnTo>
                <a:lnTo>
                  <a:pt x="9207" y="5080"/>
                </a:lnTo>
                <a:lnTo>
                  <a:pt x="9222" y="4838"/>
                </a:lnTo>
                <a:lnTo>
                  <a:pt x="9236" y="4611"/>
                </a:lnTo>
                <a:lnTo>
                  <a:pt x="9222" y="4369"/>
                </a:lnTo>
                <a:lnTo>
                  <a:pt x="9207" y="4141"/>
                </a:lnTo>
                <a:lnTo>
                  <a:pt x="9179" y="3899"/>
                </a:lnTo>
                <a:lnTo>
                  <a:pt x="9136" y="3671"/>
                </a:lnTo>
                <a:lnTo>
                  <a:pt x="9079" y="3458"/>
                </a:lnTo>
                <a:lnTo>
                  <a:pt x="9022" y="3230"/>
                </a:lnTo>
                <a:lnTo>
                  <a:pt x="8951" y="3017"/>
                </a:lnTo>
                <a:lnTo>
                  <a:pt x="8866" y="2818"/>
                </a:lnTo>
                <a:lnTo>
                  <a:pt x="8780" y="2604"/>
                </a:lnTo>
                <a:lnTo>
                  <a:pt x="8667" y="2405"/>
                </a:lnTo>
                <a:lnTo>
                  <a:pt x="8567" y="2220"/>
                </a:lnTo>
                <a:lnTo>
                  <a:pt x="8439" y="2035"/>
                </a:lnTo>
                <a:lnTo>
                  <a:pt x="8311" y="1850"/>
                </a:lnTo>
                <a:lnTo>
                  <a:pt x="8183" y="1679"/>
                </a:lnTo>
                <a:lnTo>
                  <a:pt x="8026" y="1509"/>
                </a:lnTo>
                <a:lnTo>
                  <a:pt x="7884" y="1352"/>
                </a:lnTo>
                <a:lnTo>
                  <a:pt x="7713" y="1195"/>
                </a:lnTo>
                <a:lnTo>
                  <a:pt x="7557" y="1053"/>
                </a:lnTo>
                <a:lnTo>
                  <a:pt x="7372" y="911"/>
                </a:lnTo>
                <a:lnTo>
                  <a:pt x="7201" y="783"/>
                </a:lnTo>
                <a:lnTo>
                  <a:pt x="7002" y="669"/>
                </a:lnTo>
                <a:lnTo>
                  <a:pt x="6817" y="555"/>
                </a:lnTo>
                <a:lnTo>
                  <a:pt x="6618" y="456"/>
                </a:lnTo>
                <a:lnTo>
                  <a:pt x="6418" y="356"/>
                </a:lnTo>
                <a:lnTo>
                  <a:pt x="6205" y="271"/>
                </a:lnTo>
                <a:lnTo>
                  <a:pt x="5991" y="199"/>
                </a:lnTo>
                <a:lnTo>
                  <a:pt x="5764" y="142"/>
                </a:lnTo>
                <a:lnTo>
                  <a:pt x="5550" y="86"/>
                </a:lnTo>
                <a:lnTo>
                  <a:pt x="5323" y="43"/>
                </a:lnTo>
                <a:lnTo>
                  <a:pt x="5095" y="14"/>
                </a:lnTo>
                <a:lnTo>
                  <a:pt x="485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fill="none" extrusionOk="0">
                <a:moveTo>
                  <a:pt x="9236" y="4611"/>
                </a:moveTo>
                <a:lnTo>
                  <a:pt x="9236" y="4611"/>
                </a:lnTo>
                <a:lnTo>
                  <a:pt x="9222" y="4838"/>
                </a:lnTo>
                <a:lnTo>
                  <a:pt x="9207" y="5080"/>
                </a:lnTo>
                <a:lnTo>
                  <a:pt x="9179" y="5308"/>
                </a:lnTo>
                <a:lnTo>
                  <a:pt x="9136" y="5536"/>
                </a:lnTo>
                <a:lnTo>
                  <a:pt x="9079" y="5763"/>
                </a:lnTo>
                <a:lnTo>
                  <a:pt x="9022" y="5977"/>
                </a:lnTo>
                <a:lnTo>
                  <a:pt x="8951" y="6190"/>
                </a:lnTo>
                <a:lnTo>
                  <a:pt x="8866" y="6404"/>
                </a:lnTo>
                <a:lnTo>
                  <a:pt x="8780" y="6603"/>
                </a:lnTo>
                <a:lnTo>
                  <a:pt x="8667" y="6802"/>
                </a:lnTo>
                <a:lnTo>
                  <a:pt x="8567" y="7001"/>
                </a:lnTo>
                <a:lnTo>
                  <a:pt x="8439" y="7186"/>
                </a:lnTo>
                <a:lnTo>
                  <a:pt x="8311" y="7371"/>
                </a:lnTo>
                <a:lnTo>
                  <a:pt x="8183" y="7542"/>
                </a:lnTo>
                <a:lnTo>
                  <a:pt x="8026" y="7713"/>
                </a:lnTo>
                <a:lnTo>
                  <a:pt x="7884" y="7869"/>
                </a:lnTo>
                <a:lnTo>
                  <a:pt x="7713" y="8026"/>
                </a:lnTo>
                <a:lnTo>
                  <a:pt x="7557" y="8168"/>
                </a:lnTo>
                <a:lnTo>
                  <a:pt x="7372" y="8310"/>
                </a:lnTo>
                <a:lnTo>
                  <a:pt x="7201" y="8439"/>
                </a:lnTo>
                <a:lnTo>
                  <a:pt x="7002" y="8552"/>
                </a:lnTo>
                <a:lnTo>
                  <a:pt x="6817" y="8666"/>
                </a:lnTo>
                <a:lnTo>
                  <a:pt x="6618" y="8766"/>
                </a:lnTo>
                <a:lnTo>
                  <a:pt x="6418" y="8865"/>
                </a:lnTo>
                <a:lnTo>
                  <a:pt x="6205" y="8937"/>
                </a:lnTo>
                <a:lnTo>
                  <a:pt x="5991" y="9008"/>
                </a:lnTo>
                <a:lnTo>
                  <a:pt x="5764" y="9079"/>
                </a:lnTo>
                <a:lnTo>
                  <a:pt x="5550" y="9122"/>
                </a:lnTo>
                <a:lnTo>
                  <a:pt x="5323" y="9164"/>
                </a:lnTo>
                <a:lnTo>
                  <a:pt x="5095" y="9193"/>
                </a:lnTo>
                <a:lnTo>
                  <a:pt x="4853" y="9221"/>
                </a:lnTo>
                <a:lnTo>
                  <a:pt x="4611" y="9221"/>
                </a:lnTo>
                <a:lnTo>
                  <a:pt x="4611" y="9221"/>
                </a:lnTo>
                <a:lnTo>
                  <a:pt x="4383" y="9221"/>
                </a:lnTo>
                <a:lnTo>
                  <a:pt x="4142" y="9193"/>
                </a:lnTo>
                <a:lnTo>
                  <a:pt x="3914" y="9164"/>
                </a:lnTo>
                <a:lnTo>
                  <a:pt x="3686" y="9122"/>
                </a:lnTo>
                <a:lnTo>
                  <a:pt x="3459" y="9079"/>
                </a:lnTo>
                <a:lnTo>
                  <a:pt x="3245" y="9008"/>
                </a:lnTo>
                <a:lnTo>
                  <a:pt x="3032" y="8937"/>
                </a:lnTo>
                <a:lnTo>
                  <a:pt x="2818" y="8865"/>
                </a:lnTo>
                <a:lnTo>
                  <a:pt x="2619" y="8766"/>
                </a:lnTo>
                <a:lnTo>
                  <a:pt x="2420" y="8666"/>
                </a:lnTo>
                <a:lnTo>
                  <a:pt x="2221" y="8552"/>
                </a:lnTo>
                <a:lnTo>
                  <a:pt x="2036" y="8439"/>
                </a:lnTo>
                <a:lnTo>
                  <a:pt x="1851" y="8310"/>
                </a:lnTo>
                <a:lnTo>
                  <a:pt x="1680" y="8168"/>
                </a:lnTo>
                <a:lnTo>
                  <a:pt x="1509" y="8026"/>
                </a:lnTo>
                <a:lnTo>
                  <a:pt x="1352" y="7869"/>
                </a:lnTo>
                <a:lnTo>
                  <a:pt x="1196" y="7713"/>
                </a:lnTo>
                <a:lnTo>
                  <a:pt x="1054" y="7542"/>
                </a:lnTo>
                <a:lnTo>
                  <a:pt x="926" y="7371"/>
                </a:lnTo>
                <a:lnTo>
                  <a:pt x="783" y="7186"/>
                </a:lnTo>
                <a:lnTo>
                  <a:pt x="669" y="7001"/>
                </a:lnTo>
                <a:lnTo>
                  <a:pt x="556" y="6802"/>
                </a:lnTo>
                <a:lnTo>
                  <a:pt x="456" y="6603"/>
                </a:lnTo>
                <a:lnTo>
                  <a:pt x="371" y="6404"/>
                </a:lnTo>
                <a:lnTo>
                  <a:pt x="285" y="6190"/>
                </a:lnTo>
                <a:lnTo>
                  <a:pt x="214" y="5977"/>
                </a:lnTo>
                <a:lnTo>
                  <a:pt x="143" y="5763"/>
                </a:lnTo>
                <a:lnTo>
                  <a:pt x="100" y="5536"/>
                </a:lnTo>
                <a:lnTo>
                  <a:pt x="58" y="5308"/>
                </a:lnTo>
                <a:lnTo>
                  <a:pt x="29" y="5080"/>
                </a:lnTo>
                <a:lnTo>
                  <a:pt x="15" y="4838"/>
                </a:lnTo>
                <a:lnTo>
                  <a:pt x="1" y="4611"/>
                </a:lnTo>
                <a:lnTo>
                  <a:pt x="1" y="4611"/>
                </a:lnTo>
                <a:lnTo>
                  <a:pt x="15" y="4369"/>
                </a:lnTo>
                <a:lnTo>
                  <a:pt x="29" y="4141"/>
                </a:lnTo>
                <a:lnTo>
                  <a:pt x="58" y="3899"/>
                </a:lnTo>
                <a:lnTo>
                  <a:pt x="100" y="3671"/>
                </a:lnTo>
                <a:lnTo>
                  <a:pt x="143" y="3458"/>
                </a:lnTo>
                <a:lnTo>
                  <a:pt x="214" y="3230"/>
                </a:lnTo>
                <a:lnTo>
                  <a:pt x="285" y="3017"/>
                </a:lnTo>
                <a:lnTo>
                  <a:pt x="371" y="2818"/>
                </a:lnTo>
                <a:lnTo>
                  <a:pt x="456" y="2604"/>
                </a:lnTo>
                <a:lnTo>
                  <a:pt x="556" y="2405"/>
                </a:lnTo>
                <a:lnTo>
                  <a:pt x="669" y="2220"/>
                </a:lnTo>
                <a:lnTo>
                  <a:pt x="783" y="2035"/>
                </a:lnTo>
                <a:lnTo>
                  <a:pt x="926" y="1850"/>
                </a:lnTo>
                <a:lnTo>
                  <a:pt x="1054" y="1679"/>
                </a:lnTo>
                <a:lnTo>
                  <a:pt x="1196" y="1509"/>
                </a:lnTo>
                <a:lnTo>
                  <a:pt x="1352" y="1352"/>
                </a:lnTo>
                <a:lnTo>
                  <a:pt x="1509" y="1195"/>
                </a:lnTo>
                <a:lnTo>
                  <a:pt x="1680" y="1053"/>
                </a:lnTo>
                <a:lnTo>
                  <a:pt x="1851" y="911"/>
                </a:lnTo>
                <a:lnTo>
                  <a:pt x="2036" y="783"/>
                </a:lnTo>
                <a:lnTo>
                  <a:pt x="2221" y="669"/>
                </a:lnTo>
                <a:lnTo>
                  <a:pt x="2420" y="555"/>
                </a:lnTo>
                <a:lnTo>
                  <a:pt x="2619" y="456"/>
                </a:lnTo>
                <a:lnTo>
                  <a:pt x="2818" y="356"/>
                </a:lnTo>
                <a:lnTo>
                  <a:pt x="3032" y="271"/>
                </a:lnTo>
                <a:lnTo>
                  <a:pt x="3245" y="199"/>
                </a:lnTo>
                <a:lnTo>
                  <a:pt x="3459" y="142"/>
                </a:lnTo>
                <a:lnTo>
                  <a:pt x="3686" y="86"/>
                </a:lnTo>
                <a:lnTo>
                  <a:pt x="3914" y="43"/>
                </a:lnTo>
                <a:lnTo>
                  <a:pt x="4142" y="14"/>
                </a:lnTo>
                <a:lnTo>
                  <a:pt x="4383" y="0"/>
                </a:lnTo>
                <a:lnTo>
                  <a:pt x="4611" y="0"/>
                </a:lnTo>
                <a:lnTo>
                  <a:pt x="4611" y="0"/>
                </a:lnTo>
                <a:lnTo>
                  <a:pt x="4853" y="0"/>
                </a:lnTo>
                <a:lnTo>
                  <a:pt x="5095" y="14"/>
                </a:lnTo>
                <a:lnTo>
                  <a:pt x="5323" y="43"/>
                </a:lnTo>
                <a:lnTo>
                  <a:pt x="5550" y="86"/>
                </a:lnTo>
                <a:lnTo>
                  <a:pt x="5764" y="142"/>
                </a:lnTo>
                <a:lnTo>
                  <a:pt x="5991" y="199"/>
                </a:lnTo>
                <a:lnTo>
                  <a:pt x="6205" y="271"/>
                </a:lnTo>
                <a:lnTo>
                  <a:pt x="6418" y="356"/>
                </a:lnTo>
                <a:lnTo>
                  <a:pt x="6618" y="456"/>
                </a:lnTo>
                <a:lnTo>
                  <a:pt x="6817" y="555"/>
                </a:lnTo>
                <a:lnTo>
                  <a:pt x="7002" y="669"/>
                </a:lnTo>
                <a:lnTo>
                  <a:pt x="7201" y="783"/>
                </a:lnTo>
                <a:lnTo>
                  <a:pt x="7372" y="911"/>
                </a:lnTo>
                <a:lnTo>
                  <a:pt x="7557" y="1053"/>
                </a:lnTo>
                <a:lnTo>
                  <a:pt x="7713" y="1195"/>
                </a:lnTo>
                <a:lnTo>
                  <a:pt x="7884" y="1352"/>
                </a:lnTo>
                <a:lnTo>
                  <a:pt x="8026" y="1509"/>
                </a:lnTo>
                <a:lnTo>
                  <a:pt x="8183" y="1679"/>
                </a:lnTo>
                <a:lnTo>
                  <a:pt x="8311" y="1850"/>
                </a:lnTo>
                <a:lnTo>
                  <a:pt x="8439" y="2035"/>
                </a:lnTo>
                <a:lnTo>
                  <a:pt x="8567" y="2220"/>
                </a:lnTo>
                <a:lnTo>
                  <a:pt x="8667" y="2405"/>
                </a:lnTo>
                <a:lnTo>
                  <a:pt x="8780" y="2604"/>
                </a:lnTo>
                <a:lnTo>
                  <a:pt x="8866" y="2818"/>
                </a:lnTo>
                <a:lnTo>
                  <a:pt x="8951" y="3017"/>
                </a:lnTo>
                <a:lnTo>
                  <a:pt x="9022" y="3230"/>
                </a:lnTo>
                <a:lnTo>
                  <a:pt x="9079" y="3458"/>
                </a:lnTo>
                <a:lnTo>
                  <a:pt x="9136" y="3671"/>
                </a:lnTo>
                <a:lnTo>
                  <a:pt x="9179" y="3899"/>
                </a:lnTo>
                <a:lnTo>
                  <a:pt x="9207" y="4141"/>
                </a:lnTo>
                <a:lnTo>
                  <a:pt x="9222" y="4369"/>
                </a:lnTo>
                <a:lnTo>
                  <a:pt x="9236" y="4611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close/>
              </a:path>
            </a:pathLst>
          </a:custGeom>
          <a:solidFill>
            <a:srgbClr val="D53F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fill="none" extrusionOk="0">
                <a:moveTo>
                  <a:pt x="4611" y="0"/>
                </a:moveTo>
                <a:lnTo>
                  <a:pt x="4611" y="0"/>
                </a:lnTo>
                <a:lnTo>
                  <a:pt x="4383" y="0"/>
                </a:ln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lnTo>
                  <a:pt x="461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1914525" y="1385900"/>
            <a:ext cx="2290775" cy="2252650"/>
          </a:xfrm>
          <a:custGeom>
            <a:avLst/>
            <a:gdLst/>
            <a:ahLst/>
            <a:cxnLst/>
            <a:rect l="l" t="t" r="r" b="b"/>
            <a:pathLst>
              <a:path w="91631" h="90106" extrusionOk="0">
                <a:moveTo>
                  <a:pt x="0" y="90106"/>
                </a:moveTo>
                <a:lnTo>
                  <a:pt x="84773" y="0"/>
                </a:lnTo>
                <a:lnTo>
                  <a:pt x="91631" y="16192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18" name="Google Shape;418;p18"/>
          <p:cNvGrpSpPr/>
          <p:nvPr/>
        </p:nvGrpSpPr>
        <p:grpSpPr>
          <a:xfrm>
            <a:off x="3961063" y="1226742"/>
            <a:ext cx="4725888" cy="654933"/>
            <a:chOff x="3961063" y="1231575"/>
            <a:chExt cx="4725888" cy="650100"/>
          </a:xfrm>
        </p:grpSpPr>
        <p:sp>
          <p:nvSpPr>
            <p:cNvPr id="419" name="Google Shape;419;p18"/>
            <p:cNvSpPr/>
            <p:nvPr/>
          </p:nvSpPr>
          <p:spPr>
            <a:xfrm>
              <a:off x="5010150" y="12315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99B27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3961063" y="13244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4122280" y="1390725"/>
            <a:ext cx="4564520" cy="331813"/>
            <a:chOff x="4122280" y="1390725"/>
            <a:chExt cx="4412143" cy="331813"/>
          </a:xfrm>
        </p:grpSpPr>
        <p:sp>
          <p:nvSpPr>
            <p:cNvPr id="422" name="Google Shape;422;p18"/>
            <p:cNvSpPr txBox="1"/>
            <p:nvPr/>
          </p:nvSpPr>
          <p:spPr>
            <a:xfrm>
              <a:off x="6091063" y="1390738"/>
              <a:ext cx="244336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200" b="1" dirty="0">
                  <a:latin typeface="Baskerville Old Face" panose="02020602080505020303" pitchFamily="18" charset="0"/>
                  <a:ea typeface="Roboto"/>
                  <a:cs typeface="Roboto"/>
                  <a:sym typeface="Roboto"/>
                </a:rPr>
                <a:t>Design and train a Vision Transformer for Sanskrit symbol recognition.</a:t>
              </a:r>
            </a:p>
          </p:txBody>
        </p:sp>
        <p:sp>
          <p:nvSpPr>
            <p:cNvPr id="423" name="Google Shape;423;p18"/>
            <p:cNvSpPr txBox="1"/>
            <p:nvPr/>
          </p:nvSpPr>
          <p:spPr>
            <a:xfrm>
              <a:off x="4122280" y="139072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Design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24" name="Google Shape;424;p18"/>
          <p:cNvSpPr/>
          <p:nvPr/>
        </p:nvSpPr>
        <p:spPr>
          <a:xfrm>
            <a:off x="1924050" y="2362200"/>
            <a:ext cx="2240750" cy="1266825"/>
          </a:xfrm>
          <a:custGeom>
            <a:avLst/>
            <a:gdLst/>
            <a:ahLst/>
            <a:cxnLst/>
            <a:rect l="l" t="t" r="r" b="b"/>
            <a:pathLst>
              <a:path w="89630" h="50673" extrusionOk="0">
                <a:moveTo>
                  <a:pt x="0" y="50673"/>
                </a:moveTo>
                <a:lnTo>
                  <a:pt x="85820" y="0"/>
                </a:lnTo>
                <a:lnTo>
                  <a:pt x="89630" y="17145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sp>
        <p:nvSpPr>
          <p:cNvPr id="425" name="Google Shape;425;p18"/>
          <p:cNvSpPr/>
          <p:nvPr/>
        </p:nvSpPr>
        <p:spPr>
          <a:xfrm>
            <a:off x="1952625" y="3333750"/>
            <a:ext cx="2224100" cy="461975"/>
          </a:xfrm>
          <a:custGeom>
            <a:avLst/>
            <a:gdLst/>
            <a:ahLst/>
            <a:cxnLst/>
            <a:rect l="l" t="t" r="r" b="b"/>
            <a:pathLst>
              <a:path w="88964" h="18479" extrusionOk="0">
                <a:moveTo>
                  <a:pt x="0" y="11430"/>
                </a:moveTo>
                <a:lnTo>
                  <a:pt x="88964" y="0"/>
                </a:lnTo>
                <a:lnTo>
                  <a:pt x="88964" y="18479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26" name="Google Shape;426;p18"/>
          <p:cNvGrpSpPr/>
          <p:nvPr/>
        </p:nvGrpSpPr>
        <p:grpSpPr>
          <a:xfrm>
            <a:off x="3961063" y="3237875"/>
            <a:ext cx="4725888" cy="650100"/>
            <a:chOff x="3961063" y="3237875"/>
            <a:chExt cx="4725888" cy="650100"/>
          </a:xfrm>
        </p:grpSpPr>
        <p:sp>
          <p:nvSpPr>
            <p:cNvPr id="427" name="Google Shape;427;p18"/>
            <p:cNvSpPr/>
            <p:nvPr/>
          </p:nvSpPr>
          <p:spPr>
            <a:xfrm>
              <a:off x="5010150" y="32378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8027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3961063" y="33307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18"/>
          <p:cNvGrpSpPr/>
          <p:nvPr/>
        </p:nvGrpSpPr>
        <p:grpSpPr>
          <a:xfrm>
            <a:off x="4122280" y="3397024"/>
            <a:ext cx="4412143" cy="331802"/>
            <a:chOff x="4122280" y="3397024"/>
            <a:chExt cx="4412143" cy="331802"/>
          </a:xfrm>
        </p:grpSpPr>
        <p:sp>
          <p:nvSpPr>
            <p:cNvPr id="430" name="Google Shape;430;p18"/>
            <p:cNvSpPr txBox="1"/>
            <p:nvPr/>
          </p:nvSpPr>
          <p:spPr>
            <a:xfrm>
              <a:off x="6553223" y="3397024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b="1" dirty="0">
                  <a:latin typeface="Baskerville Old Face" panose="02020602080505020303" pitchFamily="18" charset="0"/>
                </a:rPr>
                <a:t>Ensure high accuracy</a:t>
              </a:r>
              <a:endParaRPr b="1" dirty="0">
                <a:latin typeface="Baskerville Old Face" panose="02020602080505020303" pitchFamily="18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" name="Google Shape;431;p18"/>
            <p:cNvSpPr txBox="1"/>
            <p:nvPr/>
          </p:nvSpPr>
          <p:spPr>
            <a:xfrm>
              <a:off x="4122280" y="339702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High Accuracy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32" name="Google Shape;432;p18"/>
          <p:cNvGrpSpPr/>
          <p:nvPr/>
        </p:nvGrpSpPr>
        <p:grpSpPr>
          <a:xfrm>
            <a:off x="3961063" y="2234725"/>
            <a:ext cx="4725888" cy="650100"/>
            <a:chOff x="3961063" y="2234725"/>
            <a:chExt cx="4725888" cy="650100"/>
          </a:xfrm>
        </p:grpSpPr>
        <p:sp>
          <p:nvSpPr>
            <p:cNvPr id="433" name="Google Shape;433;p18"/>
            <p:cNvSpPr/>
            <p:nvPr/>
          </p:nvSpPr>
          <p:spPr>
            <a:xfrm>
              <a:off x="5010150" y="22347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A4827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3961063" y="23275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18"/>
          <p:cNvGrpSpPr/>
          <p:nvPr/>
        </p:nvGrpSpPr>
        <p:grpSpPr>
          <a:xfrm>
            <a:off x="4134997" y="2393875"/>
            <a:ext cx="4399426" cy="331806"/>
            <a:chOff x="4134997" y="2393875"/>
            <a:chExt cx="4399426" cy="331806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6320333" y="2393881"/>
              <a:ext cx="221409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1200" b="1" dirty="0">
                  <a:latin typeface="Baskerville Old Face" panose="02020602080505020303" pitchFamily="18" charset="0"/>
                  <a:ea typeface="Roboto"/>
                  <a:cs typeface="Roboto"/>
                  <a:sym typeface="Roboto"/>
                </a:rPr>
                <a:t>Deploy model through a web interface using </a:t>
              </a:r>
              <a:r>
                <a:rPr lang="en-US" sz="1200" b="1" dirty="0" err="1">
                  <a:latin typeface="Baskerville Old Face" panose="02020602080505020303" pitchFamily="18" charset="0"/>
                  <a:ea typeface="Roboto"/>
                  <a:cs typeface="Roboto"/>
                  <a:sym typeface="Roboto"/>
                </a:rPr>
                <a:t>Streamlit</a:t>
              </a:r>
              <a:r>
                <a:rPr lang="en-US" sz="1200" b="1" dirty="0">
                  <a:latin typeface="Baskerville Old Face" panose="02020602080505020303" pitchFamily="18" charset="0"/>
                  <a:ea typeface="Roboto"/>
                  <a:cs typeface="Roboto"/>
                  <a:sym typeface="Roboto"/>
                </a:rPr>
                <a:t>.</a:t>
              </a: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4134997" y="239387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Deploy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38" name="Google Shape;438;p18"/>
          <p:cNvSpPr/>
          <p:nvPr/>
        </p:nvSpPr>
        <p:spPr>
          <a:xfrm>
            <a:off x="1947875" y="3619500"/>
            <a:ext cx="2233600" cy="1171575"/>
          </a:xfrm>
          <a:custGeom>
            <a:avLst/>
            <a:gdLst/>
            <a:ahLst/>
            <a:cxnLst/>
            <a:rect l="l" t="t" r="r" b="b"/>
            <a:pathLst>
              <a:path w="89344" h="46863" extrusionOk="0">
                <a:moveTo>
                  <a:pt x="0" y="0"/>
                </a:moveTo>
                <a:lnTo>
                  <a:pt x="89344" y="28956"/>
                </a:lnTo>
                <a:lnTo>
                  <a:pt x="87249" y="46863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39" name="Google Shape;439;p18"/>
          <p:cNvGrpSpPr/>
          <p:nvPr/>
        </p:nvGrpSpPr>
        <p:grpSpPr>
          <a:xfrm>
            <a:off x="3961063" y="4241025"/>
            <a:ext cx="4725888" cy="650100"/>
            <a:chOff x="3961063" y="4241025"/>
            <a:chExt cx="4725888" cy="650100"/>
          </a:xfrm>
        </p:grpSpPr>
        <p:sp>
          <p:nvSpPr>
            <p:cNvPr id="440" name="Google Shape;440;p18"/>
            <p:cNvSpPr/>
            <p:nvPr/>
          </p:nvSpPr>
          <p:spPr>
            <a:xfrm>
              <a:off x="5010150" y="42410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3961063" y="43338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" name="Google Shape;442;p18"/>
          <p:cNvGrpSpPr/>
          <p:nvPr/>
        </p:nvGrpSpPr>
        <p:grpSpPr>
          <a:xfrm>
            <a:off x="4122280" y="4400167"/>
            <a:ext cx="4412143" cy="331809"/>
            <a:chOff x="4122280" y="4400167"/>
            <a:chExt cx="4412143" cy="331809"/>
          </a:xfrm>
        </p:grpSpPr>
        <p:sp>
          <p:nvSpPr>
            <p:cNvPr id="443" name="Google Shape;443;p18"/>
            <p:cNvSpPr txBox="1"/>
            <p:nvPr/>
          </p:nvSpPr>
          <p:spPr>
            <a:xfrm>
              <a:off x="6553223" y="4400167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b="1" dirty="0">
                  <a:latin typeface="Baskerville Old Face" panose="02020602080505020303" pitchFamily="18" charset="0"/>
                </a:rPr>
                <a:t>Digital preservation of ancient documents.</a:t>
              </a:r>
              <a:endParaRPr b="1" dirty="0">
                <a:latin typeface="Baskerville Old Face" panose="02020602080505020303" pitchFamily="18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4122280" y="440017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Preservation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45" name="Google Shape;445;p18"/>
          <p:cNvSpPr/>
          <p:nvPr/>
        </p:nvSpPr>
        <p:spPr>
          <a:xfrm>
            <a:off x="1796350" y="3501225"/>
            <a:ext cx="231000" cy="231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DATASET DESCRIPTION</a:t>
            </a:r>
            <a:endParaRPr dirty="0"/>
          </a:p>
        </p:txBody>
      </p:sp>
      <p:grpSp>
        <p:nvGrpSpPr>
          <p:cNvPr id="526" name="Google Shape;526;p20"/>
          <p:cNvGrpSpPr/>
          <p:nvPr/>
        </p:nvGrpSpPr>
        <p:grpSpPr>
          <a:xfrm>
            <a:off x="3702794" y="2017569"/>
            <a:ext cx="1734600" cy="1081631"/>
            <a:chOff x="3702794" y="2017569"/>
            <a:chExt cx="1734600" cy="1081631"/>
          </a:xfrm>
        </p:grpSpPr>
        <p:sp>
          <p:nvSpPr>
            <p:cNvPr id="527" name="Google Shape;527;p20"/>
            <p:cNvSpPr txBox="1"/>
            <p:nvPr/>
          </p:nvSpPr>
          <p:spPr>
            <a:xfrm>
              <a:off x="3702794" y="2017569"/>
              <a:ext cx="17346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DATASET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28" name="Google Shape;528;p20"/>
            <p:cNvSpPr txBox="1"/>
            <p:nvPr/>
          </p:nvSpPr>
          <p:spPr>
            <a:xfrm>
              <a:off x="3809200" y="2398700"/>
              <a:ext cx="1524600" cy="7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 smtClean="0">
                  <a:latin typeface="Segoe Script" panose="030B0504020000000003" pitchFamily="66" charset="0"/>
                  <a:ea typeface="Roboto"/>
                  <a:cs typeface="Roboto"/>
                  <a:sym typeface="Roboto"/>
                </a:rPr>
                <a:t>T</a:t>
              </a:r>
              <a:r>
                <a:rPr lang="en-US" sz="1600" dirty="0" smtClean="0">
                  <a:latin typeface="Segoe Script" panose="030B0504020000000003" pitchFamily="66" charset="0"/>
                  <a:ea typeface="Roboto"/>
                  <a:cs typeface="Roboto"/>
                  <a:sym typeface="Roboto"/>
                </a:rPr>
                <a:t>h</a:t>
              </a:r>
              <a:r>
                <a:rPr lang="en" sz="1600" dirty="0" smtClean="0">
                  <a:latin typeface="Segoe Script" panose="030B0504020000000003" pitchFamily="66" charset="0"/>
                  <a:ea typeface="Roboto"/>
                  <a:cs typeface="Roboto"/>
                  <a:sym typeface="Roboto"/>
                </a:rPr>
                <a:t>e heart of the model</a:t>
              </a:r>
              <a:endParaRPr sz="1600" dirty="0">
                <a:latin typeface="Segoe Script" panose="030B0504020000000003" pitchFamily="66" charset="0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30" name="Google Shape;530;p20"/>
          <p:cNvSpPr/>
          <p:nvPr/>
        </p:nvSpPr>
        <p:spPr>
          <a:xfrm>
            <a:off x="2788540" y="3035010"/>
            <a:ext cx="247800" cy="2478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5947002" y="1913635"/>
            <a:ext cx="247800" cy="2478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3519048" y="1629889"/>
            <a:ext cx="2125304" cy="3058016"/>
          </a:xfrm>
          <a:custGeom>
            <a:avLst/>
            <a:gdLst/>
            <a:ahLst/>
            <a:cxnLst/>
            <a:rect l="l" t="t" r="r" b="b"/>
            <a:pathLst>
              <a:path w="49706" h="71520" extrusionOk="0">
                <a:moveTo>
                  <a:pt x="2960" y="0"/>
                </a:moveTo>
                <a:lnTo>
                  <a:pt x="2789" y="14"/>
                </a:lnTo>
                <a:lnTo>
                  <a:pt x="2604" y="43"/>
                </a:lnTo>
                <a:lnTo>
                  <a:pt x="2434" y="85"/>
                </a:lnTo>
                <a:lnTo>
                  <a:pt x="2263" y="128"/>
                </a:lnTo>
                <a:lnTo>
                  <a:pt x="2106" y="171"/>
                </a:lnTo>
                <a:lnTo>
                  <a:pt x="1936" y="242"/>
                </a:lnTo>
                <a:lnTo>
                  <a:pt x="1779" y="313"/>
                </a:lnTo>
                <a:lnTo>
                  <a:pt x="1637" y="384"/>
                </a:lnTo>
                <a:lnTo>
                  <a:pt x="1480" y="470"/>
                </a:lnTo>
                <a:lnTo>
                  <a:pt x="1338" y="569"/>
                </a:lnTo>
                <a:lnTo>
                  <a:pt x="1210" y="669"/>
                </a:lnTo>
                <a:lnTo>
                  <a:pt x="1082" y="783"/>
                </a:lnTo>
                <a:lnTo>
                  <a:pt x="954" y="897"/>
                </a:lnTo>
                <a:lnTo>
                  <a:pt x="840" y="1010"/>
                </a:lnTo>
                <a:lnTo>
                  <a:pt x="726" y="1138"/>
                </a:lnTo>
                <a:lnTo>
                  <a:pt x="555" y="1352"/>
                </a:lnTo>
                <a:lnTo>
                  <a:pt x="413" y="1580"/>
                </a:lnTo>
                <a:lnTo>
                  <a:pt x="299" y="1807"/>
                </a:lnTo>
                <a:lnTo>
                  <a:pt x="185" y="2063"/>
                </a:lnTo>
                <a:lnTo>
                  <a:pt x="114" y="2320"/>
                </a:lnTo>
                <a:lnTo>
                  <a:pt x="43" y="2590"/>
                </a:lnTo>
                <a:lnTo>
                  <a:pt x="15" y="2860"/>
                </a:lnTo>
                <a:lnTo>
                  <a:pt x="0" y="3145"/>
                </a:lnTo>
                <a:lnTo>
                  <a:pt x="0" y="43529"/>
                </a:lnTo>
                <a:lnTo>
                  <a:pt x="15" y="44042"/>
                </a:lnTo>
                <a:lnTo>
                  <a:pt x="57" y="44554"/>
                </a:lnTo>
                <a:lnTo>
                  <a:pt x="128" y="45080"/>
                </a:lnTo>
                <a:lnTo>
                  <a:pt x="228" y="45607"/>
                </a:lnTo>
                <a:lnTo>
                  <a:pt x="356" y="46133"/>
                </a:lnTo>
                <a:lnTo>
                  <a:pt x="498" y="46660"/>
                </a:lnTo>
                <a:lnTo>
                  <a:pt x="669" y="47201"/>
                </a:lnTo>
                <a:lnTo>
                  <a:pt x="868" y="47741"/>
                </a:lnTo>
                <a:lnTo>
                  <a:pt x="1082" y="48282"/>
                </a:lnTo>
                <a:lnTo>
                  <a:pt x="1324" y="48823"/>
                </a:lnTo>
                <a:lnTo>
                  <a:pt x="1594" y="49364"/>
                </a:lnTo>
                <a:lnTo>
                  <a:pt x="1864" y="49904"/>
                </a:lnTo>
                <a:lnTo>
                  <a:pt x="2163" y="50445"/>
                </a:lnTo>
                <a:lnTo>
                  <a:pt x="2491" y="50986"/>
                </a:lnTo>
                <a:lnTo>
                  <a:pt x="2818" y="51527"/>
                </a:lnTo>
                <a:lnTo>
                  <a:pt x="3174" y="52082"/>
                </a:lnTo>
                <a:lnTo>
                  <a:pt x="3529" y="52622"/>
                </a:lnTo>
                <a:lnTo>
                  <a:pt x="3914" y="53163"/>
                </a:lnTo>
                <a:lnTo>
                  <a:pt x="4312" y="53690"/>
                </a:lnTo>
                <a:lnTo>
                  <a:pt x="4710" y="54230"/>
                </a:lnTo>
                <a:lnTo>
                  <a:pt x="5137" y="54771"/>
                </a:lnTo>
                <a:lnTo>
                  <a:pt x="5564" y="55298"/>
                </a:lnTo>
                <a:lnTo>
                  <a:pt x="5991" y="55824"/>
                </a:lnTo>
                <a:lnTo>
                  <a:pt x="6446" y="56351"/>
                </a:lnTo>
                <a:lnTo>
                  <a:pt x="7357" y="57389"/>
                </a:lnTo>
                <a:lnTo>
                  <a:pt x="8311" y="58400"/>
                </a:lnTo>
                <a:lnTo>
                  <a:pt x="9264" y="59396"/>
                </a:lnTo>
                <a:lnTo>
                  <a:pt x="10246" y="60363"/>
                </a:lnTo>
                <a:lnTo>
                  <a:pt x="11213" y="61317"/>
                </a:lnTo>
                <a:lnTo>
                  <a:pt x="12195" y="62228"/>
                </a:lnTo>
                <a:lnTo>
                  <a:pt x="13149" y="63096"/>
                </a:lnTo>
                <a:lnTo>
                  <a:pt x="14102" y="63935"/>
                </a:lnTo>
                <a:lnTo>
                  <a:pt x="15013" y="64746"/>
                </a:lnTo>
                <a:lnTo>
                  <a:pt x="15909" y="65500"/>
                </a:lnTo>
                <a:lnTo>
                  <a:pt x="16763" y="66212"/>
                </a:lnTo>
                <a:lnTo>
                  <a:pt x="17560" y="66881"/>
                </a:lnTo>
                <a:lnTo>
                  <a:pt x="19011" y="68048"/>
                </a:lnTo>
                <a:lnTo>
                  <a:pt x="20178" y="68987"/>
                </a:lnTo>
                <a:lnTo>
                  <a:pt x="21032" y="69670"/>
                </a:lnTo>
                <a:lnTo>
                  <a:pt x="21317" y="69897"/>
                </a:lnTo>
                <a:lnTo>
                  <a:pt x="21487" y="70068"/>
                </a:lnTo>
                <a:lnTo>
                  <a:pt x="21672" y="70239"/>
                </a:lnTo>
                <a:lnTo>
                  <a:pt x="21872" y="70410"/>
                </a:lnTo>
                <a:lnTo>
                  <a:pt x="22071" y="70566"/>
                </a:lnTo>
                <a:lnTo>
                  <a:pt x="22270" y="70709"/>
                </a:lnTo>
                <a:lnTo>
                  <a:pt x="22484" y="70837"/>
                </a:lnTo>
                <a:lnTo>
                  <a:pt x="22697" y="70950"/>
                </a:lnTo>
                <a:lnTo>
                  <a:pt x="22910" y="71064"/>
                </a:lnTo>
                <a:lnTo>
                  <a:pt x="23138" y="71164"/>
                </a:lnTo>
                <a:lnTo>
                  <a:pt x="23366" y="71249"/>
                </a:lnTo>
                <a:lnTo>
                  <a:pt x="23593" y="71320"/>
                </a:lnTo>
                <a:lnTo>
                  <a:pt x="23821" y="71377"/>
                </a:lnTo>
                <a:lnTo>
                  <a:pt x="24049" y="71434"/>
                </a:lnTo>
                <a:lnTo>
                  <a:pt x="24291" y="71477"/>
                </a:lnTo>
                <a:lnTo>
                  <a:pt x="24533" y="71505"/>
                </a:lnTo>
                <a:lnTo>
                  <a:pt x="24760" y="71520"/>
                </a:lnTo>
                <a:lnTo>
                  <a:pt x="25244" y="71520"/>
                </a:lnTo>
                <a:lnTo>
                  <a:pt x="25472" y="71505"/>
                </a:lnTo>
                <a:lnTo>
                  <a:pt x="25714" y="71477"/>
                </a:lnTo>
                <a:lnTo>
                  <a:pt x="25956" y="71434"/>
                </a:lnTo>
                <a:lnTo>
                  <a:pt x="26183" y="71377"/>
                </a:lnTo>
                <a:lnTo>
                  <a:pt x="26411" y="71320"/>
                </a:lnTo>
                <a:lnTo>
                  <a:pt x="26639" y="71249"/>
                </a:lnTo>
                <a:lnTo>
                  <a:pt x="26866" y="71164"/>
                </a:lnTo>
                <a:lnTo>
                  <a:pt x="27094" y="71064"/>
                </a:lnTo>
                <a:lnTo>
                  <a:pt x="27307" y="70950"/>
                </a:lnTo>
                <a:lnTo>
                  <a:pt x="27521" y="70837"/>
                </a:lnTo>
                <a:lnTo>
                  <a:pt x="27734" y="70709"/>
                </a:lnTo>
                <a:lnTo>
                  <a:pt x="27934" y="70566"/>
                </a:lnTo>
                <a:lnTo>
                  <a:pt x="28133" y="70410"/>
                </a:lnTo>
                <a:lnTo>
                  <a:pt x="28318" y="70253"/>
                </a:lnTo>
                <a:lnTo>
                  <a:pt x="28503" y="70068"/>
                </a:lnTo>
                <a:lnTo>
                  <a:pt x="28645" y="69926"/>
                </a:lnTo>
                <a:lnTo>
                  <a:pt x="28787" y="69798"/>
                </a:lnTo>
                <a:lnTo>
                  <a:pt x="29001" y="69613"/>
                </a:lnTo>
                <a:lnTo>
                  <a:pt x="29627" y="69101"/>
                </a:lnTo>
                <a:lnTo>
                  <a:pt x="31548" y="67535"/>
                </a:lnTo>
                <a:lnTo>
                  <a:pt x="32786" y="66511"/>
                </a:lnTo>
                <a:lnTo>
                  <a:pt x="34166" y="65344"/>
                </a:lnTo>
                <a:lnTo>
                  <a:pt x="35646" y="64049"/>
                </a:lnTo>
                <a:lnTo>
                  <a:pt x="36415" y="63352"/>
                </a:lnTo>
                <a:lnTo>
                  <a:pt x="37197" y="62640"/>
                </a:lnTo>
                <a:lnTo>
                  <a:pt x="37994" y="61900"/>
                </a:lnTo>
                <a:lnTo>
                  <a:pt x="38791" y="61132"/>
                </a:lnTo>
                <a:lnTo>
                  <a:pt x="39602" y="60335"/>
                </a:lnTo>
                <a:lnTo>
                  <a:pt x="40399" y="59538"/>
                </a:lnTo>
                <a:lnTo>
                  <a:pt x="41196" y="58713"/>
                </a:lnTo>
                <a:lnTo>
                  <a:pt x="41978" y="57873"/>
                </a:lnTo>
                <a:lnTo>
                  <a:pt x="42747" y="57019"/>
                </a:lnTo>
                <a:lnTo>
                  <a:pt x="43487" y="56151"/>
                </a:lnTo>
                <a:lnTo>
                  <a:pt x="44213" y="55269"/>
                </a:lnTo>
                <a:lnTo>
                  <a:pt x="44910" y="54373"/>
                </a:lnTo>
                <a:lnTo>
                  <a:pt x="45579" y="53490"/>
                </a:lnTo>
                <a:lnTo>
                  <a:pt x="46219" y="52580"/>
                </a:lnTo>
                <a:lnTo>
                  <a:pt x="46518" y="52139"/>
                </a:lnTo>
                <a:lnTo>
                  <a:pt x="46817" y="51683"/>
                </a:lnTo>
                <a:lnTo>
                  <a:pt x="47087" y="51228"/>
                </a:lnTo>
                <a:lnTo>
                  <a:pt x="47357" y="50772"/>
                </a:lnTo>
                <a:lnTo>
                  <a:pt x="47614" y="50331"/>
                </a:lnTo>
                <a:lnTo>
                  <a:pt x="47870" y="49876"/>
                </a:lnTo>
                <a:lnTo>
                  <a:pt x="48097" y="49421"/>
                </a:lnTo>
                <a:lnTo>
                  <a:pt x="48311" y="48965"/>
                </a:lnTo>
                <a:lnTo>
                  <a:pt x="48624" y="48268"/>
                </a:lnTo>
                <a:lnTo>
                  <a:pt x="48894" y="47585"/>
                </a:lnTo>
                <a:lnTo>
                  <a:pt x="49022" y="47229"/>
                </a:lnTo>
                <a:lnTo>
                  <a:pt x="49136" y="46888"/>
                </a:lnTo>
                <a:lnTo>
                  <a:pt x="49250" y="46546"/>
                </a:lnTo>
                <a:lnTo>
                  <a:pt x="49335" y="46205"/>
                </a:lnTo>
                <a:lnTo>
                  <a:pt x="49421" y="45863"/>
                </a:lnTo>
                <a:lnTo>
                  <a:pt x="49492" y="45522"/>
                </a:lnTo>
                <a:lnTo>
                  <a:pt x="49563" y="45194"/>
                </a:lnTo>
                <a:lnTo>
                  <a:pt x="49606" y="44853"/>
                </a:lnTo>
                <a:lnTo>
                  <a:pt x="49648" y="44526"/>
                </a:lnTo>
                <a:lnTo>
                  <a:pt x="49677" y="44184"/>
                </a:lnTo>
                <a:lnTo>
                  <a:pt x="49705" y="43857"/>
                </a:lnTo>
                <a:lnTo>
                  <a:pt x="49705" y="43529"/>
                </a:lnTo>
                <a:lnTo>
                  <a:pt x="49705" y="3145"/>
                </a:lnTo>
                <a:lnTo>
                  <a:pt x="49691" y="2818"/>
                </a:lnTo>
                <a:lnTo>
                  <a:pt x="49648" y="2505"/>
                </a:lnTo>
                <a:lnTo>
                  <a:pt x="49563" y="2206"/>
                </a:lnTo>
                <a:lnTo>
                  <a:pt x="49463" y="1921"/>
                </a:lnTo>
                <a:lnTo>
                  <a:pt x="49321" y="1651"/>
                </a:lnTo>
                <a:lnTo>
                  <a:pt x="49165" y="1380"/>
                </a:lnTo>
                <a:lnTo>
                  <a:pt x="48994" y="1138"/>
                </a:lnTo>
                <a:lnTo>
                  <a:pt x="48780" y="925"/>
                </a:lnTo>
                <a:lnTo>
                  <a:pt x="48567" y="712"/>
                </a:lnTo>
                <a:lnTo>
                  <a:pt x="48325" y="541"/>
                </a:lnTo>
                <a:lnTo>
                  <a:pt x="48055" y="384"/>
                </a:lnTo>
                <a:lnTo>
                  <a:pt x="47784" y="242"/>
                </a:lnTo>
                <a:lnTo>
                  <a:pt x="47500" y="142"/>
                </a:lnTo>
                <a:lnTo>
                  <a:pt x="47201" y="57"/>
                </a:lnTo>
                <a:lnTo>
                  <a:pt x="46888" y="14"/>
                </a:lnTo>
                <a:lnTo>
                  <a:pt x="46561" y="0"/>
                </a:lnTo>
                <a:close/>
              </a:path>
            </a:pathLst>
          </a:custGeom>
          <a:solidFill>
            <a:srgbClr val="2776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3509017" y="1622848"/>
            <a:ext cx="2125304" cy="3058016"/>
          </a:xfrm>
          <a:custGeom>
            <a:avLst/>
            <a:gdLst/>
            <a:ahLst/>
            <a:cxnLst/>
            <a:rect l="l" t="t" r="r" b="b"/>
            <a:pathLst>
              <a:path w="49706" h="71520" fill="none" extrusionOk="0">
                <a:moveTo>
                  <a:pt x="46561" y="0"/>
                </a:moveTo>
                <a:lnTo>
                  <a:pt x="3145" y="0"/>
                </a:lnTo>
                <a:lnTo>
                  <a:pt x="3145" y="0"/>
                </a:lnTo>
                <a:lnTo>
                  <a:pt x="2960" y="0"/>
                </a:lnTo>
                <a:lnTo>
                  <a:pt x="2789" y="14"/>
                </a:lnTo>
                <a:lnTo>
                  <a:pt x="2604" y="43"/>
                </a:lnTo>
                <a:lnTo>
                  <a:pt x="2434" y="85"/>
                </a:lnTo>
                <a:lnTo>
                  <a:pt x="2263" y="128"/>
                </a:lnTo>
                <a:lnTo>
                  <a:pt x="2106" y="171"/>
                </a:lnTo>
                <a:lnTo>
                  <a:pt x="1936" y="242"/>
                </a:lnTo>
                <a:lnTo>
                  <a:pt x="1779" y="313"/>
                </a:lnTo>
                <a:lnTo>
                  <a:pt x="1637" y="384"/>
                </a:lnTo>
                <a:lnTo>
                  <a:pt x="1480" y="470"/>
                </a:lnTo>
                <a:lnTo>
                  <a:pt x="1338" y="569"/>
                </a:lnTo>
                <a:lnTo>
                  <a:pt x="1210" y="669"/>
                </a:lnTo>
                <a:lnTo>
                  <a:pt x="1082" y="783"/>
                </a:lnTo>
                <a:lnTo>
                  <a:pt x="954" y="897"/>
                </a:lnTo>
                <a:lnTo>
                  <a:pt x="840" y="1010"/>
                </a:lnTo>
                <a:lnTo>
                  <a:pt x="726" y="1138"/>
                </a:lnTo>
                <a:lnTo>
                  <a:pt x="726" y="1138"/>
                </a:lnTo>
                <a:lnTo>
                  <a:pt x="555" y="1352"/>
                </a:lnTo>
                <a:lnTo>
                  <a:pt x="413" y="1580"/>
                </a:lnTo>
                <a:lnTo>
                  <a:pt x="299" y="1807"/>
                </a:lnTo>
                <a:lnTo>
                  <a:pt x="185" y="2063"/>
                </a:lnTo>
                <a:lnTo>
                  <a:pt x="114" y="2320"/>
                </a:lnTo>
                <a:lnTo>
                  <a:pt x="43" y="2590"/>
                </a:lnTo>
                <a:lnTo>
                  <a:pt x="15" y="2860"/>
                </a:lnTo>
                <a:lnTo>
                  <a:pt x="0" y="3145"/>
                </a:lnTo>
                <a:lnTo>
                  <a:pt x="0" y="43529"/>
                </a:lnTo>
                <a:lnTo>
                  <a:pt x="0" y="43529"/>
                </a:lnTo>
                <a:lnTo>
                  <a:pt x="15" y="44042"/>
                </a:lnTo>
                <a:lnTo>
                  <a:pt x="57" y="44554"/>
                </a:lnTo>
                <a:lnTo>
                  <a:pt x="128" y="45080"/>
                </a:lnTo>
                <a:lnTo>
                  <a:pt x="228" y="45607"/>
                </a:lnTo>
                <a:lnTo>
                  <a:pt x="356" y="46133"/>
                </a:lnTo>
                <a:lnTo>
                  <a:pt x="498" y="46660"/>
                </a:lnTo>
                <a:lnTo>
                  <a:pt x="669" y="47201"/>
                </a:lnTo>
                <a:lnTo>
                  <a:pt x="868" y="47741"/>
                </a:lnTo>
                <a:lnTo>
                  <a:pt x="1082" y="48282"/>
                </a:lnTo>
                <a:lnTo>
                  <a:pt x="1324" y="48823"/>
                </a:lnTo>
                <a:lnTo>
                  <a:pt x="1594" y="49364"/>
                </a:lnTo>
                <a:lnTo>
                  <a:pt x="1864" y="49904"/>
                </a:lnTo>
                <a:lnTo>
                  <a:pt x="2163" y="50445"/>
                </a:lnTo>
                <a:lnTo>
                  <a:pt x="2491" y="50986"/>
                </a:lnTo>
                <a:lnTo>
                  <a:pt x="2818" y="51527"/>
                </a:lnTo>
                <a:lnTo>
                  <a:pt x="3174" y="52082"/>
                </a:lnTo>
                <a:lnTo>
                  <a:pt x="3529" y="52622"/>
                </a:lnTo>
                <a:lnTo>
                  <a:pt x="3914" y="53163"/>
                </a:lnTo>
                <a:lnTo>
                  <a:pt x="4312" y="53690"/>
                </a:lnTo>
                <a:lnTo>
                  <a:pt x="4710" y="54230"/>
                </a:lnTo>
                <a:lnTo>
                  <a:pt x="5137" y="54771"/>
                </a:lnTo>
                <a:lnTo>
                  <a:pt x="5564" y="55298"/>
                </a:lnTo>
                <a:lnTo>
                  <a:pt x="5991" y="55824"/>
                </a:lnTo>
                <a:lnTo>
                  <a:pt x="6446" y="56351"/>
                </a:lnTo>
                <a:lnTo>
                  <a:pt x="7357" y="57389"/>
                </a:lnTo>
                <a:lnTo>
                  <a:pt x="8311" y="58400"/>
                </a:lnTo>
                <a:lnTo>
                  <a:pt x="9264" y="59396"/>
                </a:lnTo>
                <a:lnTo>
                  <a:pt x="10246" y="60363"/>
                </a:lnTo>
                <a:lnTo>
                  <a:pt x="11213" y="61317"/>
                </a:lnTo>
                <a:lnTo>
                  <a:pt x="12195" y="62228"/>
                </a:lnTo>
                <a:lnTo>
                  <a:pt x="13149" y="63096"/>
                </a:lnTo>
                <a:lnTo>
                  <a:pt x="14102" y="63935"/>
                </a:lnTo>
                <a:lnTo>
                  <a:pt x="15013" y="64746"/>
                </a:lnTo>
                <a:lnTo>
                  <a:pt x="15909" y="65500"/>
                </a:lnTo>
                <a:lnTo>
                  <a:pt x="16763" y="66212"/>
                </a:lnTo>
                <a:lnTo>
                  <a:pt x="17560" y="66881"/>
                </a:lnTo>
                <a:lnTo>
                  <a:pt x="19011" y="68048"/>
                </a:lnTo>
                <a:lnTo>
                  <a:pt x="20178" y="68987"/>
                </a:lnTo>
                <a:lnTo>
                  <a:pt x="21032" y="69670"/>
                </a:lnTo>
                <a:lnTo>
                  <a:pt x="21317" y="69897"/>
                </a:lnTo>
                <a:lnTo>
                  <a:pt x="21487" y="70068"/>
                </a:lnTo>
                <a:lnTo>
                  <a:pt x="21487" y="70068"/>
                </a:lnTo>
                <a:lnTo>
                  <a:pt x="21672" y="70239"/>
                </a:lnTo>
                <a:lnTo>
                  <a:pt x="21872" y="70410"/>
                </a:lnTo>
                <a:lnTo>
                  <a:pt x="22071" y="70566"/>
                </a:lnTo>
                <a:lnTo>
                  <a:pt x="22270" y="70709"/>
                </a:lnTo>
                <a:lnTo>
                  <a:pt x="22484" y="70837"/>
                </a:lnTo>
                <a:lnTo>
                  <a:pt x="22697" y="70950"/>
                </a:lnTo>
                <a:lnTo>
                  <a:pt x="22910" y="71064"/>
                </a:lnTo>
                <a:lnTo>
                  <a:pt x="23138" y="71164"/>
                </a:lnTo>
                <a:lnTo>
                  <a:pt x="23366" y="71249"/>
                </a:lnTo>
                <a:lnTo>
                  <a:pt x="23593" y="71320"/>
                </a:lnTo>
                <a:lnTo>
                  <a:pt x="23821" y="71377"/>
                </a:lnTo>
                <a:lnTo>
                  <a:pt x="24049" y="71434"/>
                </a:lnTo>
                <a:lnTo>
                  <a:pt x="24291" y="71477"/>
                </a:lnTo>
                <a:lnTo>
                  <a:pt x="24533" y="71505"/>
                </a:lnTo>
                <a:lnTo>
                  <a:pt x="24760" y="71520"/>
                </a:lnTo>
                <a:lnTo>
                  <a:pt x="25002" y="71520"/>
                </a:lnTo>
                <a:lnTo>
                  <a:pt x="25002" y="71520"/>
                </a:lnTo>
                <a:lnTo>
                  <a:pt x="25244" y="71520"/>
                </a:lnTo>
                <a:lnTo>
                  <a:pt x="25472" y="71505"/>
                </a:lnTo>
                <a:lnTo>
                  <a:pt x="25714" y="71477"/>
                </a:lnTo>
                <a:lnTo>
                  <a:pt x="25956" y="71434"/>
                </a:lnTo>
                <a:lnTo>
                  <a:pt x="26183" y="71377"/>
                </a:lnTo>
                <a:lnTo>
                  <a:pt x="26411" y="71320"/>
                </a:lnTo>
                <a:lnTo>
                  <a:pt x="26639" y="71249"/>
                </a:lnTo>
                <a:lnTo>
                  <a:pt x="26866" y="71164"/>
                </a:lnTo>
                <a:lnTo>
                  <a:pt x="27094" y="71064"/>
                </a:lnTo>
                <a:lnTo>
                  <a:pt x="27307" y="70950"/>
                </a:lnTo>
                <a:lnTo>
                  <a:pt x="27521" y="70837"/>
                </a:lnTo>
                <a:lnTo>
                  <a:pt x="27734" y="70709"/>
                </a:lnTo>
                <a:lnTo>
                  <a:pt x="27934" y="70566"/>
                </a:lnTo>
                <a:lnTo>
                  <a:pt x="28133" y="70410"/>
                </a:lnTo>
                <a:lnTo>
                  <a:pt x="28318" y="70253"/>
                </a:lnTo>
                <a:lnTo>
                  <a:pt x="28503" y="70068"/>
                </a:lnTo>
                <a:lnTo>
                  <a:pt x="28503" y="70068"/>
                </a:lnTo>
                <a:lnTo>
                  <a:pt x="28645" y="69926"/>
                </a:lnTo>
                <a:lnTo>
                  <a:pt x="28645" y="69926"/>
                </a:lnTo>
                <a:lnTo>
                  <a:pt x="28787" y="69798"/>
                </a:lnTo>
                <a:lnTo>
                  <a:pt x="29001" y="69613"/>
                </a:lnTo>
                <a:lnTo>
                  <a:pt x="29627" y="69101"/>
                </a:lnTo>
                <a:lnTo>
                  <a:pt x="31548" y="67535"/>
                </a:lnTo>
                <a:lnTo>
                  <a:pt x="32786" y="66511"/>
                </a:lnTo>
                <a:lnTo>
                  <a:pt x="34166" y="65344"/>
                </a:lnTo>
                <a:lnTo>
                  <a:pt x="35646" y="64049"/>
                </a:lnTo>
                <a:lnTo>
                  <a:pt x="36415" y="63352"/>
                </a:lnTo>
                <a:lnTo>
                  <a:pt x="37197" y="62640"/>
                </a:lnTo>
                <a:lnTo>
                  <a:pt x="37994" y="61900"/>
                </a:lnTo>
                <a:lnTo>
                  <a:pt x="38791" y="61132"/>
                </a:lnTo>
                <a:lnTo>
                  <a:pt x="39602" y="60335"/>
                </a:lnTo>
                <a:lnTo>
                  <a:pt x="40399" y="59538"/>
                </a:lnTo>
                <a:lnTo>
                  <a:pt x="41196" y="58713"/>
                </a:lnTo>
                <a:lnTo>
                  <a:pt x="41978" y="57873"/>
                </a:lnTo>
                <a:lnTo>
                  <a:pt x="42747" y="57019"/>
                </a:lnTo>
                <a:lnTo>
                  <a:pt x="43487" y="56151"/>
                </a:lnTo>
                <a:lnTo>
                  <a:pt x="44213" y="55269"/>
                </a:lnTo>
                <a:lnTo>
                  <a:pt x="44910" y="54373"/>
                </a:lnTo>
                <a:lnTo>
                  <a:pt x="45579" y="53490"/>
                </a:lnTo>
                <a:lnTo>
                  <a:pt x="46219" y="52580"/>
                </a:lnTo>
                <a:lnTo>
                  <a:pt x="46518" y="52139"/>
                </a:lnTo>
                <a:lnTo>
                  <a:pt x="46817" y="51683"/>
                </a:lnTo>
                <a:lnTo>
                  <a:pt x="47087" y="51228"/>
                </a:lnTo>
                <a:lnTo>
                  <a:pt x="47357" y="50772"/>
                </a:lnTo>
                <a:lnTo>
                  <a:pt x="47614" y="50331"/>
                </a:lnTo>
                <a:lnTo>
                  <a:pt x="47870" y="49876"/>
                </a:lnTo>
                <a:lnTo>
                  <a:pt x="48097" y="49421"/>
                </a:lnTo>
                <a:lnTo>
                  <a:pt x="48311" y="48965"/>
                </a:lnTo>
                <a:lnTo>
                  <a:pt x="48311" y="48965"/>
                </a:lnTo>
                <a:lnTo>
                  <a:pt x="48624" y="48268"/>
                </a:lnTo>
                <a:lnTo>
                  <a:pt x="48894" y="47585"/>
                </a:lnTo>
                <a:lnTo>
                  <a:pt x="49022" y="47229"/>
                </a:lnTo>
                <a:lnTo>
                  <a:pt x="49136" y="46888"/>
                </a:lnTo>
                <a:lnTo>
                  <a:pt x="49250" y="46546"/>
                </a:lnTo>
                <a:lnTo>
                  <a:pt x="49335" y="46205"/>
                </a:lnTo>
                <a:lnTo>
                  <a:pt x="49421" y="45863"/>
                </a:lnTo>
                <a:lnTo>
                  <a:pt x="49492" y="45522"/>
                </a:lnTo>
                <a:lnTo>
                  <a:pt x="49563" y="45194"/>
                </a:lnTo>
                <a:lnTo>
                  <a:pt x="49606" y="44853"/>
                </a:lnTo>
                <a:lnTo>
                  <a:pt x="49648" y="44526"/>
                </a:lnTo>
                <a:lnTo>
                  <a:pt x="49677" y="44184"/>
                </a:lnTo>
                <a:lnTo>
                  <a:pt x="49705" y="43857"/>
                </a:lnTo>
                <a:lnTo>
                  <a:pt x="49705" y="43529"/>
                </a:lnTo>
                <a:lnTo>
                  <a:pt x="49705" y="3145"/>
                </a:lnTo>
                <a:lnTo>
                  <a:pt x="49705" y="3145"/>
                </a:lnTo>
                <a:lnTo>
                  <a:pt x="49691" y="2818"/>
                </a:lnTo>
                <a:lnTo>
                  <a:pt x="49648" y="2505"/>
                </a:lnTo>
                <a:lnTo>
                  <a:pt x="49563" y="2206"/>
                </a:lnTo>
                <a:lnTo>
                  <a:pt x="49463" y="1921"/>
                </a:lnTo>
                <a:lnTo>
                  <a:pt x="49321" y="1651"/>
                </a:lnTo>
                <a:lnTo>
                  <a:pt x="49165" y="1380"/>
                </a:lnTo>
                <a:lnTo>
                  <a:pt x="48994" y="1138"/>
                </a:lnTo>
                <a:lnTo>
                  <a:pt x="48780" y="925"/>
                </a:lnTo>
                <a:lnTo>
                  <a:pt x="48567" y="712"/>
                </a:lnTo>
                <a:lnTo>
                  <a:pt x="48325" y="541"/>
                </a:lnTo>
                <a:lnTo>
                  <a:pt x="48055" y="384"/>
                </a:lnTo>
                <a:lnTo>
                  <a:pt x="47784" y="242"/>
                </a:lnTo>
                <a:lnTo>
                  <a:pt x="47500" y="142"/>
                </a:lnTo>
                <a:lnTo>
                  <a:pt x="47201" y="57"/>
                </a:lnTo>
                <a:lnTo>
                  <a:pt x="46888" y="14"/>
                </a:lnTo>
                <a:lnTo>
                  <a:pt x="4656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3457878" y="1571709"/>
            <a:ext cx="2227537" cy="3160250"/>
          </a:xfrm>
          <a:custGeom>
            <a:avLst/>
            <a:gdLst/>
            <a:ahLst/>
            <a:cxnLst/>
            <a:rect l="l" t="t" r="r" b="b"/>
            <a:pathLst>
              <a:path w="52097" h="73911" extrusionOk="0">
                <a:moveTo>
                  <a:pt x="47757" y="1196"/>
                </a:moveTo>
                <a:lnTo>
                  <a:pt x="48084" y="1210"/>
                </a:lnTo>
                <a:lnTo>
                  <a:pt x="48397" y="1253"/>
                </a:lnTo>
                <a:lnTo>
                  <a:pt x="48696" y="1338"/>
                </a:lnTo>
                <a:lnTo>
                  <a:pt x="48980" y="1438"/>
                </a:lnTo>
                <a:lnTo>
                  <a:pt x="49251" y="1580"/>
                </a:lnTo>
                <a:lnTo>
                  <a:pt x="49521" y="1737"/>
                </a:lnTo>
                <a:lnTo>
                  <a:pt x="49763" y="1908"/>
                </a:lnTo>
                <a:lnTo>
                  <a:pt x="49976" y="2121"/>
                </a:lnTo>
                <a:lnTo>
                  <a:pt x="50190" y="2334"/>
                </a:lnTo>
                <a:lnTo>
                  <a:pt x="50361" y="2576"/>
                </a:lnTo>
                <a:lnTo>
                  <a:pt x="50517" y="2847"/>
                </a:lnTo>
                <a:lnTo>
                  <a:pt x="50659" y="3117"/>
                </a:lnTo>
                <a:lnTo>
                  <a:pt x="50759" y="3402"/>
                </a:lnTo>
                <a:lnTo>
                  <a:pt x="50844" y="3701"/>
                </a:lnTo>
                <a:lnTo>
                  <a:pt x="50887" y="4014"/>
                </a:lnTo>
                <a:lnTo>
                  <a:pt x="50901" y="4341"/>
                </a:lnTo>
                <a:lnTo>
                  <a:pt x="50901" y="44725"/>
                </a:lnTo>
                <a:lnTo>
                  <a:pt x="50901" y="45053"/>
                </a:lnTo>
                <a:lnTo>
                  <a:pt x="50873" y="45380"/>
                </a:lnTo>
                <a:lnTo>
                  <a:pt x="50844" y="45722"/>
                </a:lnTo>
                <a:lnTo>
                  <a:pt x="50802" y="46049"/>
                </a:lnTo>
                <a:lnTo>
                  <a:pt x="50759" y="46390"/>
                </a:lnTo>
                <a:lnTo>
                  <a:pt x="50688" y="46718"/>
                </a:lnTo>
                <a:lnTo>
                  <a:pt x="50617" y="47059"/>
                </a:lnTo>
                <a:lnTo>
                  <a:pt x="50531" y="47401"/>
                </a:lnTo>
                <a:lnTo>
                  <a:pt x="50446" y="47742"/>
                </a:lnTo>
                <a:lnTo>
                  <a:pt x="50332" y="48084"/>
                </a:lnTo>
                <a:lnTo>
                  <a:pt x="50218" y="48425"/>
                </a:lnTo>
                <a:lnTo>
                  <a:pt x="50090" y="48781"/>
                </a:lnTo>
                <a:lnTo>
                  <a:pt x="49820" y="49464"/>
                </a:lnTo>
                <a:lnTo>
                  <a:pt x="49507" y="50161"/>
                </a:lnTo>
                <a:lnTo>
                  <a:pt x="49293" y="50617"/>
                </a:lnTo>
                <a:lnTo>
                  <a:pt x="49066" y="51072"/>
                </a:lnTo>
                <a:lnTo>
                  <a:pt x="48810" y="51527"/>
                </a:lnTo>
                <a:lnTo>
                  <a:pt x="48553" y="51968"/>
                </a:lnTo>
                <a:lnTo>
                  <a:pt x="48283" y="52424"/>
                </a:lnTo>
                <a:lnTo>
                  <a:pt x="48013" y="52879"/>
                </a:lnTo>
                <a:lnTo>
                  <a:pt x="47714" y="53335"/>
                </a:lnTo>
                <a:lnTo>
                  <a:pt x="47415" y="53776"/>
                </a:lnTo>
                <a:lnTo>
                  <a:pt x="46775" y="54686"/>
                </a:lnTo>
                <a:lnTo>
                  <a:pt x="46106" y="55569"/>
                </a:lnTo>
                <a:lnTo>
                  <a:pt x="45409" y="56465"/>
                </a:lnTo>
                <a:lnTo>
                  <a:pt x="44683" y="57347"/>
                </a:lnTo>
                <a:lnTo>
                  <a:pt x="43943" y="58215"/>
                </a:lnTo>
                <a:lnTo>
                  <a:pt x="43174" y="59069"/>
                </a:lnTo>
                <a:lnTo>
                  <a:pt x="42392" y="59909"/>
                </a:lnTo>
                <a:lnTo>
                  <a:pt x="41595" y="60734"/>
                </a:lnTo>
                <a:lnTo>
                  <a:pt x="40798" y="61531"/>
                </a:lnTo>
                <a:lnTo>
                  <a:pt x="39987" y="62328"/>
                </a:lnTo>
                <a:lnTo>
                  <a:pt x="39190" y="63096"/>
                </a:lnTo>
                <a:lnTo>
                  <a:pt x="38393" y="63836"/>
                </a:lnTo>
                <a:lnTo>
                  <a:pt x="37611" y="64548"/>
                </a:lnTo>
                <a:lnTo>
                  <a:pt x="36842" y="65245"/>
                </a:lnTo>
                <a:lnTo>
                  <a:pt x="35362" y="66540"/>
                </a:lnTo>
                <a:lnTo>
                  <a:pt x="33982" y="67707"/>
                </a:lnTo>
                <a:lnTo>
                  <a:pt x="32744" y="68731"/>
                </a:lnTo>
                <a:lnTo>
                  <a:pt x="30823" y="70297"/>
                </a:lnTo>
                <a:lnTo>
                  <a:pt x="30197" y="70809"/>
                </a:lnTo>
                <a:lnTo>
                  <a:pt x="29983" y="70994"/>
                </a:lnTo>
                <a:lnTo>
                  <a:pt x="29841" y="71122"/>
                </a:lnTo>
                <a:lnTo>
                  <a:pt x="29699" y="71264"/>
                </a:lnTo>
                <a:lnTo>
                  <a:pt x="29514" y="71449"/>
                </a:lnTo>
                <a:lnTo>
                  <a:pt x="29329" y="71606"/>
                </a:lnTo>
                <a:lnTo>
                  <a:pt x="29130" y="71762"/>
                </a:lnTo>
                <a:lnTo>
                  <a:pt x="28930" y="71905"/>
                </a:lnTo>
                <a:lnTo>
                  <a:pt x="28717" y="72033"/>
                </a:lnTo>
                <a:lnTo>
                  <a:pt x="28503" y="72146"/>
                </a:lnTo>
                <a:lnTo>
                  <a:pt x="28290" y="72260"/>
                </a:lnTo>
                <a:lnTo>
                  <a:pt x="28062" y="72360"/>
                </a:lnTo>
                <a:lnTo>
                  <a:pt x="27835" y="72445"/>
                </a:lnTo>
                <a:lnTo>
                  <a:pt x="27607" y="72516"/>
                </a:lnTo>
                <a:lnTo>
                  <a:pt x="27379" y="72573"/>
                </a:lnTo>
                <a:lnTo>
                  <a:pt x="27152" y="72630"/>
                </a:lnTo>
                <a:lnTo>
                  <a:pt x="26910" y="72673"/>
                </a:lnTo>
                <a:lnTo>
                  <a:pt x="26668" y="72701"/>
                </a:lnTo>
                <a:lnTo>
                  <a:pt x="26440" y="72716"/>
                </a:lnTo>
                <a:lnTo>
                  <a:pt x="25956" y="72716"/>
                </a:lnTo>
                <a:lnTo>
                  <a:pt x="25729" y="72701"/>
                </a:lnTo>
                <a:lnTo>
                  <a:pt x="25487" y="72673"/>
                </a:lnTo>
                <a:lnTo>
                  <a:pt x="25245" y="72630"/>
                </a:lnTo>
                <a:lnTo>
                  <a:pt x="25017" y="72573"/>
                </a:lnTo>
                <a:lnTo>
                  <a:pt x="24789" y="72516"/>
                </a:lnTo>
                <a:lnTo>
                  <a:pt x="24562" y="72445"/>
                </a:lnTo>
                <a:lnTo>
                  <a:pt x="24334" y="72360"/>
                </a:lnTo>
                <a:lnTo>
                  <a:pt x="24106" y="72260"/>
                </a:lnTo>
                <a:lnTo>
                  <a:pt x="23893" y="72146"/>
                </a:lnTo>
                <a:lnTo>
                  <a:pt x="23680" y="72033"/>
                </a:lnTo>
                <a:lnTo>
                  <a:pt x="23466" y="71905"/>
                </a:lnTo>
                <a:lnTo>
                  <a:pt x="23267" y="71762"/>
                </a:lnTo>
                <a:lnTo>
                  <a:pt x="23068" y="71606"/>
                </a:lnTo>
                <a:lnTo>
                  <a:pt x="22868" y="71435"/>
                </a:lnTo>
                <a:lnTo>
                  <a:pt x="22683" y="71264"/>
                </a:lnTo>
                <a:lnTo>
                  <a:pt x="22513" y="71093"/>
                </a:lnTo>
                <a:lnTo>
                  <a:pt x="22228" y="70866"/>
                </a:lnTo>
                <a:lnTo>
                  <a:pt x="21374" y="70183"/>
                </a:lnTo>
                <a:lnTo>
                  <a:pt x="20207" y="69244"/>
                </a:lnTo>
                <a:lnTo>
                  <a:pt x="18756" y="68077"/>
                </a:lnTo>
                <a:lnTo>
                  <a:pt x="17959" y="67408"/>
                </a:lnTo>
                <a:lnTo>
                  <a:pt x="17105" y="66696"/>
                </a:lnTo>
                <a:lnTo>
                  <a:pt x="16209" y="65942"/>
                </a:lnTo>
                <a:lnTo>
                  <a:pt x="15298" y="65131"/>
                </a:lnTo>
                <a:lnTo>
                  <a:pt x="14345" y="64292"/>
                </a:lnTo>
                <a:lnTo>
                  <a:pt x="13391" y="63424"/>
                </a:lnTo>
                <a:lnTo>
                  <a:pt x="12409" y="62513"/>
                </a:lnTo>
                <a:lnTo>
                  <a:pt x="11442" y="61559"/>
                </a:lnTo>
                <a:lnTo>
                  <a:pt x="10460" y="60592"/>
                </a:lnTo>
                <a:lnTo>
                  <a:pt x="9507" y="59596"/>
                </a:lnTo>
                <a:lnTo>
                  <a:pt x="8553" y="58585"/>
                </a:lnTo>
                <a:lnTo>
                  <a:pt x="7642" y="57547"/>
                </a:lnTo>
                <a:lnTo>
                  <a:pt x="7187" y="57020"/>
                </a:lnTo>
                <a:lnTo>
                  <a:pt x="6760" y="56494"/>
                </a:lnTo>
                <a:lnTo>
                  <a:pt x="6333" y="55967"/>
                </a:lnTo>
                <a:lnTo>
                  <a:pt x="5906" y="55426"/>
                </a:lnTo>
                <a:lnTo>
                  <a:pt x="5508" y="54886"/>
                </a:lnTo>
                <a:lnTo>
                  <a:pt x="5110" y="54359"/>
                </a:lnTo>
                <a:lnTo>
                  <a:pt x="4725" y="53818"/>
                </a:lnTo>
                <a:lnTo>
                  <a:pt x="4370" y="53278"/>
                </a:lnTo>
                <a:lnTo>
                  <a:pt x="4014" y="52723"/>
                </a:lnTo>
                <a:lnTo>
                  <a:pt x="3687" y="52182"/>
                </a:lnTo>
                <a:lnTo>
                  <a:pt x="3359" y="51641"/>
                </a:lnTo>
                <a:lnTo>
                  <a:pt x="3060" y="51100"/>
                </a:lnTo>
                <a:lnTo>
                  <a:pt x="2790" y="50560"/>
                </a:lnTo>
                <a:lnTo>
                  <a:pt x="2520" y="50019"/>
                </a:lnTo>
                <a:lnTo>
                  <a:pt x="2278" y="49478"/>
                </a:lnTo>
                <a:lnTo>
                  <a:pt x="2064" y="48937"/>
                </a:lnTo>
                <a:lnTo>
                  <a:pt x="1865" y="48397"/>
                </a:lnTo>
                <a:lnTo>
                  <a:pt x="1694" y="47856"/>
                </a:lnTo>
                <a:lnTo>
                  <a:pt x="1552" y="47329"/>
                </a:lnTo>
                <a:lnTo>
                  <a:pt x="1424" y="46803"/>
                </a:lnTo>
                <a:lnTo>
                  <a:pt x="1324" y="46276"/>
                </a:lnTo>
                <a:lnTo>
                  <a:pt x="1253" y="45750"/>
                </a:lnTo>
                <a:lnTo>
                  <a:pt x="1211" y="45238"/>
                </a:lnTo>
                <a:lnTo>
                  <a:pt x="1196" y="44725"/>
                </a:lnTo>
                <a:lnTo>
                  <a:pt x="1196" y="4341"/>
                </a:lnTo>
                <a:lnTo>
                  <a:pt x="1211" y="4056"/>
                </a:lnTo>
                <a:lnTo>
                  <a:pt x="1239" y="3786"/>
                </a:lnTo>
                <a:lnTo>
                  <a:pt x="1310" y="3516"/>
                </a:lnTo>
                <a:lnTo>
                  <a:pt x="1381" y="3259"/>
                </a:lnTo>
                <a:lnTo>
                  <a:pt x="1495" y="3003"/>
                </a:lnTo>
                <a:lnTo>
                  <a:pt x="1609" y="2776"/>
                </a:lnTo>
                <a:lnTo>
                  <a:pt x="1751" y="2548"/>
                </a:lnTo>
                <a:lnTo>
                  <a:pt x="1922" y="2334"/>
                </a:lnTo>
                <a:lnTo>
                  <a:pt x="2036" y="2206"/>
                </a:lnTo>
                <a:lnTo>
                  <a:pt x="2150" y="2093"/>
                </a:lnTo>
                <a:lnTo>
                  <a:pt x="2278" y="1979"/>
                </a:lnTo>
                <a:lnTo>
                  <a:pt x="2406" y="1865"/>
                </a:lnTo>
                <a:lnTo>
                  <a:pt x="2534" y="1765"/>
                </a:lnTo>
                <a:lnTo>
                  <a:pt x="2676" y="1666"/>
                </a:lnTo>
                <a:lnTo>
                  <a:pt x="2833" y="1580"/>
                </a:lnTo>
                <a:lnTo>
                  <a:pt x="2975" y="1509"/>
                </a:lnTo>
                <a:lnTo>
                  <a:pt x="3132" y="1438"/>
                </a:lnTo>
                <a:lnTo>
                  <a:pt x="3302" y="1367"/>
                </a:lnTo>
                <a:lnTo>
                  <a:pt x="3459" y="1324"/>
                </a:lnTo>
                <a:lnTo>
                  <a:pt x="3630" y="1281"/>
                </a:lnTo>
                <a:lnTo>
                  <a:pt x="3800" y="1239"/>
                </a:lnTo>
                <a:lnTo>
                  <a:pt x="3985" y="1210"/>
                </a:lnTo>
                <a:lnTo>
                  <a:pt x="4156" y="1196"/>
                </a:lnTo>
                <a:close/>
                <a:moveTo>
                  <a:pt x="4341" y="1"/>
                </a:moveTo>
                <a:lnTo>
                  <a:pt x="4113" y="15"/>
                </a:lnTo>
                <a:lnTo>
                  <a:pt x="3900" y="29"/>
                </a:lnTo>
                <a:lnTo>
                  <a:pt x="3687" y="58"/>
                </a:lnTo>
                <a:lnTo>
                  <a:pt x="3473" y="86"/>
                </a:lnTo>
                <a:lnTo>
                  <a:pt x="3260" y="143"/>
                </a:lnTo>
                <a:lnTo>
                  <a:pt x="3046" y="200"/>
                </a:lnTo>
                <a:lnTo>
                  <a:pt x="2847" y="271"/>
                </a:lnTo>
                <a:lnTo>
                  <a:pt x="2662" y="342"/>
                </a:lnTo>
                <a:lnTo>
                  <a:pt x="2463" y="428"/>
                </a:lnTo>
                <a:lnTo>
                  <a:pt x="2278" y="527"/>
                </a:lnTo>
                <a:lnTo>
                  <a:pt x="2093" y="627"/>
                </a:lnTo>
                <a:lnTo>
                  <a:pt x="1922" y="741"/>
                </a:lnTo>
                <a:lnTo>
                  <a:pt x="1751" y="869"/>
                </a:lnTo>
                <a:lnTo>
                  <a:pt x="1581" y="997"/>
                </a:lnTo>
                <a:lnTo>
                  <a:pt x="1424" y="1125"/>
                </a:lnTo>
                <a:lnTo>
                  <a:pt x="1282" y="1281"/>
                </a:lnTo>
                <a:lnTo>
                  <a:pt x="1125" y="1424"/>
                </a:lnTo>
                <a:lnTo>
                  <a:pt x="997" y="1580"/>
                </a:lnTo>
                <a:lnTo>
                  <a:pt x="869" y="1751"/>
                </a:lnTo>
                <a:lnTo>
                  <a:pt x="741" y="1922"/>
                </a:lnTo>
                <a:lnTo>
                  <a:pt x="627" y="2093"/>
                </a:lnTo>
                <a:lnTo>
                  <a:pt x="527" y="2278"/>
                </a:lnTo>
                <a:lnTo>
                  <a:pt x="428" y="2463"/>
                </a:lnTo>
                <a:lnTo>
                  <a:pt x="343" y="2648"/>
                </a:lnTo>
                <a:lnTo>
                  <a:pt x="271" y="2847"/>
                </a:lnTo>
                <a:lnTo>
                  <a:pt x="200" y="3046"/>
                </a:lnTo>
                <a:lnTo>
                  <a:pt x="143" y="3259"/>
                </a:lnTo>
                <a:lnTo>
                  <a:pt x="86" y="3473"/>
                </a:lnTo>
                <a:lnTo>
                  <a:pt x="58" y="3686"/>
                </a:lnTo>
                <a:lnTo>
                  <a:pt x="29" y="3900"/>
                </a:lnTo>
                <a:lnTo>
                  <a:pt x="15" y="4113"/>
                </a:lnTo>
                <a:lnTo>
                  <a:pt x="1" y="4341"/>
                </a:lnTo>
                <a:lnTo>
                  <a:pt x="1" y="44725"/>
                </a:lnTo>
                <a:lnTo>
                  <a:pt x="15" y="45152"/>
                </a:lnTo>
                <a:lnTo>
                  <a:pt x="44" y="45565"/>
                </a:lnTo>
                <a:lnTo>
                  <a:pt x="72" y="45992"/>
                </a:lnTo>
                <a:lnTo>
                  <a:pt x="143" y="46419"/>
                </a:lnTo>
                <a:lnTo>
                  <a:pt x="214" y="46846"/>
                </a:lnTo>
                <a:lnTo>
                  <a:pt x="300" y="47273"/>
                </a:lnTo>
                <a:lnTo>
                  <a:pt x="399" y="47699"/>
                </a:lnTo>
                <a:lnTo>
                  <a:pt x="527" y="48126"/>
                </a:lnTo>
                <a:lnTo>
                  <a:pt x="656" y="48553"/>
                </a:lnTo>
                <a:lnTo>
                  <a:pt x="798" y="48994"/>
                </a:lnTo>
                <a:lnTo>
                  <a:pt x="969" y="49421"/>
                </a:lnTo>
                <a:lnTo>
                  <a:pt x="1139" y="49862"/>
                </a:lnTo>
                <a:lnTo>
                  <a:pt x="1324" y="50289"/>
                </a:lnTo>
                <a:lnTo>
                  <a:pt x="1524" y="50730"/>
                </a:lnTo>
                <a:lnTo>
                  <a:pt x="1737" y="51172"/>
                </a:lnTo>
                <a:lnTo>
                  <a:pt x="1965" y="51598"/>
                </a:lnTo>
                <a:lnTo>
                  <a:pt x="2192" y="52040"/>
                </a:lnTo>
                <a:lnTo>
                  <a:pt x="2449" y="52481"/>
                </a:lnTo>
                <a:lnTo>
                  <a:pt x="2705" y="52908"/>
                </a:lnTo>
                <a:lnTo>
                  <a:pt x="2975" y="53349"/>
                </a:lnTo>
                <a:lnTo>
                  <a:pt x="3245" y="53790"/>
                </a:lnTo>
                <a:lnTo>
                  <a:pt x="3544" y="54217"/>
                </a:lnTo>
                <a:lnTo>
                  <a:pt x="4156" y="55099"/>
                </a:lnTo>
                <a:lnTo>
                  <a:pt x="4796" y="55967"/>
                </a:lnTo>
                <a:lnTo>
                  <a:pt x="5480" y="56835"/>
                </a:lnTo>
                <a:lnTo>
                  <a:pt x="6177" y="57703"/>
                </a:lnTo>
                <a:lnTo>
                  <a:pt x="6917" y="58557"/>
                </a:lnTo>
                <a:lnTo>
                  <a:pt x="7685" y="59411"/>
                </a:lnTo>
                <a:lnTo>
                  <a:pt x="8468" y="60250"/>
                </a:lnTo>
                <a:lnTo>
                  <a:pt x="9279" y="61090"/>
                </a:lnTo>
                <a:lnTo>
                  <a:pt x="10104" y="61929"/>
                </a:lnTo>
                <a:lnTo>
                  <a:pt x="10944" y="62741"/>
                </a:lnTo>
                <a:lnTo>
                  <a:pt x="11798" y="63552"/>
                </a:lnTo>
                <a:lnTo>
                  <a:pt x="12651" y="64363"/>
                </a:lnTo>
                <a:lnTo>
                  <a:pt x="13519" y="65145"/>
                </a:lnTo>
                <a:lnTo>
                  <a:pt x="14402" y="65928"/>
                </a:lnTo>
                <a:lnTo>
                  <a:pt x="15270" y="66682"/>
                </a:lnTo>
                <a:lnTo>
                  <a:pt x="16152" y="67436"/>
                </a:lnTo>
                <a:lnTo>
                  <a:pt x="17020" y="68162"/>
                </a:lnTo>
                <a:lnTo>
                  <a:pt x="18742" y="69585"/>
                </a:lnTo>
                <a:lnTo>
                  <a:pt x="20407" y="70937"/>
                </a:lnTo>
                <a:lnTo>
                  <a:pt x="21317" y="71663"/>
                </a:lnTo>
                <a:lnTo>
                  <a:pt x="21659" y="71933"/>
                </a:lnTo>
                <a:lnTo>
                  <a:pt x="21844" y="72104"/>
                </a:lnTo>
                <a:lnTo>
                  <a:pt x="22072" y="72317"/>
                </a:lnTo>
                <a:lnTo>
                  <a:pt x="22299" y="72516"/>
                </a:lnTo>
                <a:lnTo>
                  <a:pt x="22541" y="72701"/>
                </a:lnTo>
                <a:lnTo>
                  <a:pt x="22783" y="72872"/>
                </a:lnTo>
                <a:lnTo>
                  <a:pt x="23039" y="73043"/>
                </a:lnTo>
                <a:lnTo>
                  <a:pt x="23295" y="73185"/>
                </a:lnTo>
                <a:lnTo>
                  <a:pt x="23566" y="73328"/>
                </a:lnTo>
                <a:lnTo>
                  <a:pt x="23836" y="73441"/>
                </a:lnTo>
                <a:lnTo>
                  <a:pt x="24121" y="73555"/>
                </a:lnTo>
                <a:lnTo>
                  <a:pt x="24405" y="73655"/>
                </a:lnTo>
                <a:lnTo>
                  <a:pt x="24690" y="73726"/>
                </a:lnTo>
                <a:lnTo>
                  <a:pt x="24989" y="73797"/>
                </a:lnTo>
                <a:lnTo>
                  <a:pt x="25288" y="73840"/>
                </a:lnTo>
                <a:lnTo>
                  <a:pt x="25586" y="73883"/>
                </a:lnTo>
                <a:lnTo>
                  <a:pt x="25885" y="73911"/>
                </a:lnTo>
                <a:lnTo>
                  <a:pt x="26511" y="73911"/>
                </a:lnTo>
                <a:lnTo>
                  <a:pt x="26810" y="73883"/>
                </a:lnTo>
                <a:lnTo>
                  <a:pt x="27109" y="73840"/>
                </a:lnTo>
                <a:lnTo>
                  <a:pt x="27408" y="73797"/>
                </a:lnTo>
                <a:lnTo>
                  <a:pt x="27707" y="73726"/>
                </a:lnTo>
                <a:lnTo>
                  <a:pt x="27991" y="73655"/>
                </a:lnTo>
                <a:lnTo>
                  <a:pt x="28276" y="73555"/>
                </a:lnTo>
                <a:lnTo>
                  <a:pt x="28560" y="73441"/>
                </a:lnTo>
                <a:lnTo>
                  <a:pt x="28831" y="73328"/>
                </a:lnTo>
                <a:lnTo>
                  <a:pt x="29101" y="73185"/>
                </a:lnTo>
                <a:lnTo>
                  <a:pt x="29357" y="73043"/>
                </a:lnTo>
                <a:lnTo>
                  <a:pt x="29613" y="72886"/>
                </a:lnTo>
                <a:lnTo>
                  <a:pt x="29855" y="72716"/>
                </a:lnTo>
                <a:lnTo>
                  <a:pt x="30097" y="72516"/>
                </a:lnTo>
                <a:lnTo>
                  <a:pt x="30325" y="72317"/>
                </a:lnTo>
                <a:lnTo>
                  <a:pt x="30553" y="72118"/>
                </a:lnTo>
                <a:lnTo>
                  <a:pt x="30681" y="71976"/>
                </a:lnTo>
                <a:lnTo>
                  <a:pt x="30866" y="71819"/>
                </a:lnTo>
                <a:lnTo>
                  <a:pt x="31164" y="71563"/>
                </a:lnTo>
                <a:lnTo>
                  <a:pt x="32018" y="70880"/>
                </a:lnTo>
                <a:lnTo>
                  <a:pt x="33029" y="70055"/>
                </a:lnTo>
                <a:lnTo>
                  <a:pt x="34252" y="69044"/>
                </a:lnTo>
                <a:lnTo>
                  <a:pt x="35633" y="67878"/>
                </a:lnTo>
                <a:lnTo>
                  <a:pt x="37155" y="66568"/>
                </a:lnTo>
                <a:lnTo>
                  <a:pt x="37938" y="65857"/>
                </a:lnTo>
                <a:lnTo>
                  <a:pt x="38763" y="65131"/>
                </a:lnTo>
                <a:lnTo>
                  <a:pt x="39589" y="64363"/>
                </a:lnTo>
                <a:lnTo>
                  <a:pt x="40428" y="63566"/>
                </a:lnTo>
                <a:lnTo>
                  <a:pt x="41268" y="62755"/>
                </a:lnTo>
                <a:lnTo>
                  <a:pt x="42107" y="61915"/>
                </a:lnTo>
                <a:lnTo>
                  <a:pt x="42933" y="61061"/>
                </a:lnTo>
                <a:lnTo>
                  <a:pt x="43758" y="60179"/>
                </a:lnTo>
                <a:lnTo>
                  <a:pt x="44270" y="59624"/>
                </a:lnTo>
                <a:lnTo>
                  <a:pt x="44768" y="59069"/>
                </a:lnTo>
                <a:lnTo>
                  <a:pt x="45252" y="58528"/>
                </a:lnTo>
                <a:lnTo>
                  <a:pt x="45707" y="57973"/>
                </a:lnTo>
                <a:lnTo>
                  <a:pt x="46149" y="57447"/>
                </a:lnTo>
                <a:lnTo>
                  <a:pt x="46590" y="56906"/>
                </a:lnTo>
                <a:lnTo>
                  <a:pt x="47002" y="56380"/>
                </a:lnTo>
                <a:lnTo>
                  <a:pt x="47401" y="55853"/>
                </a:lnTo>
                <a:lnTo>
                  <a:pt x="47785" y="55327"/>
                </a:lnTo>
                <a:lnTo>
                  <a:pt x="48141" y="54814"/>
                </a:lnTo>
                <a:lnTo>
                  <a:pt x="48496" y="54302"/>
                </a:lnTo>
                <a:lnTo>
                  <a:pt x="48824" y="53804"/>
                </a:lnTo>
                <a:lnTo>
                  <a:pt x="49151" y="53292"/>
                </a:lnTo>
                <a:lnTo>
                  <a:pt x="49450" y="52794"/>
                </a:lnTo>
                <a:lnTo>
                  <a:pt x="49734" y="52310"/>
                </a:lnTo>
                <a:lnTo>
                  <a:pt x="50005" y="51826"/>
                </a:lnTo>
                <a:lnTo>
                  <a:pt x="50261" y="51342"/>
                </a:lnTo>
                <a:lnTo>
                  <a:pt x="50489" y="50859"/>
                </a:lnTo>
                <a:lnTo>
                  <a:pt x="50716" y="50389"/>
                </a:lnTo>
                <a:lnTo>
                  <a:pt x="50916" y="49919"/>
                </a:lnTo>
                <a:lnTo>
                  <a:pt x="51101" y="49464"/>
                </a:lnTo>
                <a:lnTo>
                  <a:pt x="51271" y="49009"/>
                </a:lnTo>
                <a:lnTo>
                  <a:pt x="51428" y="48553"/>
                </a:lnTo>
                <a:lnTo>
                  <a:pt x="51570" y="48112"/>
                </a:lnTo>
                <a:lnTo>
                  <a:pt x="51698" y="47671"/>
                </a:lnTo>
                <a:lnTo>
                  <a:pt x="51798" y="47230"/>
                </a:lnTo>
                <a:lnTo>
                  <a:pt x="51897" y="46803"/>
                </a:lnTo>
                <a:lnTo>
                  <a:pt x="51969" y="46376"/>
                </a:lnTo>
                <a:lnTo>
                  <a:pt x="52025" y="45949"/>
                </a:lnTo>
                <a:lnTo>
                  <a:pt x="52068" y="45537"/>
                </a:lnTo>
                <a:lnTo>
                  <a:pt x="52082" y="45138"/>
                </a:lnTo>
                <a:lnTo>
                  <a:pt x="52097" y="44725"/>
                </a:lnTo>
                <a:lnTo>
                  <a:pt x="52097" y="4341"/>
                </a:lnTo>
                <a:lnTo>
                  <a:pt x="52097" y="4113"/>
                </a:lnTo>
                <a:lnTo>
                  <a:pt x="52068" y="3900"/>
                </a:lnTo>
                <a:lnTo>
                  <a:pt x="52040" y="3686"/>
                </a:lnTo>
                <a:lnTo>
                  <a:pt x="52011" y="3473"/>
                </a:lnTo>
                <a:lnTo>
                  <a:pt x="51954" y="3259"/>
                </a:lnTo>
                <a:lnTo>
                  <a:pt x="51897" y="3046"/>
                </a:lnTo>
                <a:lnTo>
                  <a:pt x="51826" y="2847"/>
                </a:lnTo>
                <a:lnTo>
                  <a:pt x="51755" y="2648"/>
                </a:lnTo>
                <a:lnTo>
                  <a:pt x="51670" y="2463"/>
                </a:lnTo>
                <a:lnTo>
                  <a:pt x="51570" y="2278"/>
                </a:lnTo>
                <a:lnTo>
                  <a:pt x="51471" y="2093"/>
                </a:lnTo>
                <a:lnTo>
                  <a:pt x="51357" y="1922"/>
                </a:lnTo>
                <a:lnTo>
                  <a:pt x="51229" y="1751"/>
                </a:lnTo>
                <a:lnTo>
                  <a:pt x="51101" y="1580"/>
                </a:lnTo>
                <a:lnTo>
                  <a:pt x="50972" y="1424"/>
                </a:lnTo>
                <a:lnTo>
                  <a:pt x="50830" y="1281"/>
                </a:lnTo>
                <a:lnTo>
                  <a:pt x="50674" y="1125"/>
                </a:lnTo>
                <a:lnTo>
                  <a:pt x="50517" y="997"/>
                </a:lnTo>
                <a:lnTo>
                  <a:pt x="50346" y="869"/>
                </a:lnTo>
                <a:lnTo>
                  <a:pt x="50176" y="741"/>
                </a:lnTo>
                <a:lnTo>
                  <a:pt x="50005" y="627"/>
                </a:lnTo>
                <a:lnTo>
                  <a:pt x="49820" y="527"/>
                </a:lnTo>
                <a:lnTo>
                  <a:pt x="49635" y="428"/>
                </a:lnTo>
                <a:lnTo>
                  <a:pt x="49450" y="342"/>
                </a:lnTo>
                <a:lnTo>
                  <a:pt x="49251" y="271"/>
                </a:lnTo>
                <a:lnTo>
                  <a:pt x="49051" y="200"/>
                </a:lnTo>
                <a:lnTo>
                  <a:pt x="48838" y="143"/>
                </a:lnTo>
                <a:lnTo>
                  <a:pt x="48625" y="86"/>
                </a:lnTo>
                <a:lnTo>
                  <a:pt x="48411" y="58"/>
                </a:lnTo>
                <a:lnTo>
                  <a:pt x="48198" y="29"/>
                </a:lnTo>
                <a:lnTo>
                  <a:pt x="47984" y="15"/>
                </a:lnTo>
                <a:lnTo>
                  <a:pt x="47757" y="1"/>
                </a:lnTo>
                <a:close/>
              </a:path>
            </a:pathLst>
          </a:custGeom>
          <a:solidFill>
            <a:srgbClr val="2776EA">
              <a:alpha val="376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3605738" y="1773103"/>
            <a:ext cx="1931827" cy="2757474"/>
          </a:xfrm>
          <a:custGeom>
            <a:avLst/>
            <a:gdLst/>
            <a:ahLst/>
            <a:cxnLst/>
            <a:rect l="l" t="t" r="r" b="b"/>
            <a:pathLst>
              <a:path w="45181" h="64491" extrusionOk="0">
                <a:moveTo>
                  <a:pt x="41808" y="1196"/>
                </a:moveTo>
                <a:lnTo>
                  <a:pt x="42022" y="1210"/>
                </a:lnTo>
                <a:lnTo>
                  <a:pt x="42249" y="1239"/>
                </a:lnTo>
                <a:lnTo>
                  <a:pt x="42449" y="1296"/>
                </a:lnTo>
                <a:lnTo>
                  <a:pt x="42648" y="1367"/>
                </a:lnTo>
                <a:lnTo>
                  <a:pt x="42847" y="1467"/>
                </a:lnTo>
                <a:lnTo>
                  <a:pt x="43018" y="1566"/>
                </a:lnTo>
                <a:lnTo>
                  <a:pt x="43189" y="1694"/>
                </a:lnTo>
                <a:lnTo>
                  <a:pt x="43345" y="1837"/>
                </a:lnTo>
                <a:lnTo>
                  <a:pt x="43487" y="1993"/>
                </a:lnTo>
                <a:lnTo>
                  <a:pt x="43615" y="2164"/>
                </a:lnTo>
                <a:lnTo>
                  <a:pt x="43729" y="2349"/>
                </a:lnTo>
                <a:lnTo>
                  <a:pt x="43815" y="2534"/>
                </a:lnTo>
                <a:lnTo>
                  <a:pt x="43886" y="2733"/>
                </a:lnTo>
                <a:lnTo>
                  <a:pt x="43943" y="2946"/>
                </a:lnTo>
                <a:lnTo>
                  <a:pt x="43985" y="3160"/>
                </a:lnTo>
                <a:lnTo>
                  <a:pt x="43985" y="3388"/>
                </a:lnTo>
                <a:lnTo>
                  <a:pt x="43985" y="39119"/>
                </a:lnTo>
                <a:lnTo>
                  <a:pt x="43985" y="39503"/>
                </a:lnTo>
                <a:lnTo>
                  <a:pt x="43957" y="39873"/>
                </a:lnTo>
                <a:lnTo>
                  <a:pt x="43900" y="40257"/>
                </a:lnTo>
                <a:lnTo>
                  <a:pt x="43843" y="40642"/>
                </a:lnTo>
                <a:lnTo>
                  <a:pt x="43758" y="41026"/>
                </a:lnTo>
                <a:lnTo>
                  <a:pt x="43672" y="41424"/>
                </a:lnTo>
                <a:lnTo>
                  <a:pt x="43559" y="41808"/>
                </a:lnTo>
                <a:lnTo>
                  <a:pt x="43430" y="42207"/>
                </a:lnTo>
                <a:lnTo>
                  <a:pt x="43288" y="42605"/>
                </a:lnTo>
                <a:lnTo>
                  <a:pt x="43132" y="43004"/>
                </a:lnTo>
                <a:lnTo>
                  <a:pt x="42961" y="43402"/>
                </a:lnTo>
                <a:lnTo>
                  <a:pt x="42776" y="43801"/>
                </a:lnTo>
                <a:lnTo>
                  <a:pt x="42577" y="44199"/>
                </a:lnTo>
                <a:lnTo>
                  <a:pt x="42363" y="44612"/>
                </a:lnTo>
                <a:lnTo>
                  <a:pt x="42136" y="45010"/>
                </a:lnTo>
                <a:lnTo>
                  <a:pt x="41908" y="45409"/>
                </a:lnTo>
                <a:lnTo>
                  <a:pt x="41666" y="45821"/>
                </a:lnTo>
                <a:lnTo>
                  <a:pt x="41410" y="46220"/>
                </a:lnTo>
                <a:lnTo>
                  <a:pt x="40869" y="47031"/>
                </a:lnTo>
                <a:lnTo>
                  <a:pt x="40286" y="47828"/>
                </a:lnTo>
                <a:lnTo>
                  <a:pt x="39674" y="48639"/>
                </a:lnTo>
                <a:lnTo>
                  <a:pt x="39048" y="49421"/>
                </a:lnTo>
                <a:lnTo>
                  <a:pt x="38379" y="50204"/>
                </a:lnTo>
                <a:lnTo>
                  <a:pt x="37696" y="50987"/>
                </a:lnTo>
                <a:lnTo>
                  <a:pt x="36999" y="51755"/>
                </a:lnTo>
                <a:lnTo>
                  <a:pt x="36287" y="52495"/>
                </a:lnTo>
                <a:lnTo>
                  <a:pt x="35576" y="53235"/>
                </a:lnTo>
                <a:lnTo>
                  <a:pt x="34850" y="53947"/>
                </a:lnTo>
                <a:lnTo>
                  <a:pt x="34124" y="54658"/>
                </a:lnTo>
                <a:lnTo>
                  <a:pt x="33398" y="55327"/>
                </a:lnTo>
                <a:lnTo>
                  <a:pt x="32687" y="55996"/>
                </a:lnTo>
                <a:lnTo>
                  <a:pt x="31990" y="56622"/>
                </a:lnTo>
                <a:lnTo>
                  <a:pt x="31307" y="57234"/>
                </a:lnTo>
                <a:lnTo>
                  <a:pt x="29983" y="58372"/>
                </a:lnTo>
                <a:lnTo>
                  <a:pt x="28788" y="59382"/>
                </a:lnTo>
                <a:lnTo>
                  <a:pt x="27721" y="60250"/>
                </a:lnTo>
                <a:lnTo>
                  <a:pt x="26824" y="60976"/>
                </a:lnTo>
                <a:lnTo>
                  <a:pt x="25985" y="61673"/>
                </a:lnTo>
                <a:lnTo>
                  <a:pt x="25714" y="61901"/>
                </a:lnTo>
                <a:lnTo>
                  <a:pt x="25529" y="62072"/>
                </a:lnTo>
                <a:lnTo>
                  <a:pt x="25401" y="62186"/>
                </a:lnTo>
                <a:lnTo>
                  <a:pt x="25273" y="62314"/>
                </a:lnTo>
                <a:lnTo>
                  <a:pt x="25131" y="62442"/>
                </a:lnTo>
                <a:lnTo>
                  <a:pt x="24974" y="62556"/>
                </a:lnTo>
                <a:lnTo>
                  <a:pt x="24832" y="62669"/>
                </a:lnTo>
                <a:lnTo>
                  <a:pt x="24675" y="62769"/>
                </a:lnTo>
                <a:lnTo>
                  <a:pt x="24505" y="62854"/>
                </a:lnTo>
                <a:lnTo>
                  <a:pt x="24348" y="62940"/>
                </a:lnTo>
                <a:lnTo>
                  <a:pt x="24177" y="63011"/>
                </a:lnTo>
                <a:lnTo>
                  <a:pt x="24007" y="63082"/>
                </a:lnTo>
                <a:lnTo>
                  <a:pt x="23822" y="63139"/>
                </a:lnTo>
                <a:lnTo>
                  <a:pt x="23651" y="63182"/>
                </a:lnTo>
                <a:lnTo>
                  <a:pt x="23466" y="63224"/>
                </a:lnTo>
                <a:lnTo>
                  <a:pt x="23281" y="63253"/>
                </a:lnTo>
                <a:lnTo>
                  <a:pt x="23096" y="63281"/>
                </a:lnTo>
                <a:lnTo>
                  <a:pt x="22911" y="63296"/>
                </a:lnTo>
                <a:lnTo>
                  <a:pt x="22527" y="63296"/>
                </a:lnTo>
                <a:lnTo>
                  <a:pt x="22342" y="63281"/>
                </a:lnTo>
                <a:lnTo>
                  <a:pt x="22157" y="63253"/>
                </a:lnTo>
                <a:lnTo>
                  <a:pt x="21972" y="63224"/>
                </a:lnTo>
                <a:lnTo>
                  <a:pt x="21787" y="63182"/>
                </a:lnTo>
                <a:lnTo>
                  <a:pt x="21616" y="63139"/>
                </a:lnTo>
                <a:lnTo>
                  <a:pt x="21445" y="63082"/>
                </a:lnTo>
                <a:lnTo>
                  <a:pt x="21275" y="63011"/>
                </a:lnTo>
                <a:lnTo>
                  <a:pt x="21104" y="62940"/>
                </a:lnTo>
                <a:lnTo>
                  <a:pt x="20933" y="62854"/>
                </a:lnTo>
                <a:lnTo>
                  <a:pt x="20777" y="62755"/>
                </a:lnTo>
                <a:lnTo>
                  <a:pt x="20620" y="62655"/>
                </a:lnTo>
                <a:lnTo>
                  <a:pt x="20463" y="62556"/>
                </a:lnTo>
                <a:lnTo>
                  <a:pt x="20321" y="62442"/>
                </a:lnTo>
                <a:lnTo>
                  <a:pt x="20179" y="62314"/>
                </a:lnTo>
                <a:lnTo>
                  <a:pt x="20037" y="62186"/>
                </a:lnTo>
                <a:lnTo>
                  <a:pt x="19852" y="62015"/>
                </a:lnTo>
                <a:lnTo>
                  <a:pt x="19581" y="61787"/>
                </a:lnTo>
                <a:lnTo>
                  <a:pt x="18628" y="61019"/>
                </a:lnTo>
                <a:lnTo>
                  <a:pt x="17717" y="60293"/>
                </a:lnTo>
                <a:lnTo>
                  <a:pt x="16636" y="59425"/>
                </a:lnTo>
                <a:lnTo>
                  <a:pt x="15426" y="58415"/>
                </a:lnTo>
                <a:lnTo>
                  <a:pt x="14088" y="57276"/>
                </a:lnTo>
                <a:lnTo>
                  <a:pt x="13391" y="56664"/>
                </a:lnTo>
                <a:lnTo>
                  <a:pt x="12680" y="56038"/>
                </a:lnTo>
                <a:lnTo>
                  <a:pt x="11954" y="55370"/>
                </a:lnTo>
                <a:lnTo>
                  <a:pt x="11214" y="54701"/>
                </a:lnTo>
                <a:lnTo>
                  <a:pt x="10488" y="53989"/>
                </a:lnTo>
                <a:lnTo>
                  <a:pt x="9748" y="53278"/>
                </a:lnTo>
                <a:lnTo>
                  <a:pt x="9023" y="52538"/>
                </a:lnTo>
                <a:lnTo>
                  <a:pt x="8297" y="51784"/>
                </a:lnTo>
                <a:lnTo>
                  <a:pt x="7585" y="51015"/>
                </a:lnTo>
                <a:lnTo>
                  <a:pt x="6888" y="50247"/>
                </a:lnTo>
                <a:lnTo>
                  <a:pt x="6219" y="49464"/>
                </a:lnTo>
                <a:lnTo>
                  <a:pt x="5579" y="48667"/>
                </a:lnTo>
                <a:lnTo>
                  <a:pt x="4953" y="47870"/>
                </a:lnTo>
                <a:lnTo>
                  <a:pt x="4369" y="47059"/>
                </a:lnTo>
                <a:lnTo>
                  <a:pt x="3814" y="46248"/>
                </a:lnTo>
                <a:lnTo>
                  <a:pt x="3558" y="45850"/>
                </a:lnTo>
                <a:lnTo>
                  <a:pt x="3316" y="45437"/>
                </a:lnTo>
                <a:lnTo>
                  <a:pt x="3075" y="45039"/>
                </a:lnTo>
                <a:lnTo>
                  <a:pt x="2847" y="44626"/>
                </a:lnTo>
                <a:lnTo>
                  <a:pt x="2633" y="44227"/>
                </a:lnTo>
                <a:lnTo>
                  <a:pt x="2434" y="43829"/>
                </a:lnTo>
                <a:lnTo>
                  <a:pt x="2249" y="43416"/>
                </a:lnTo>
                <a:lnTo>
                  <a:pt x="2078" y="43018"/>
                </a:lnTo>
                <a:lnTo>
                  <a:pt x="1908" y="42619"/>
                </a:lnTo>
                <a:lnTo>
                  <a:pt x="1765" y="42221"/>
                </a:lnTo>
                <a:lnTo>
                  <a:pt x="1637" y="41823"/>
                </a:lnTo>
                <a:lnTo>
                  <a:pt x="1523" y="41438"/>
                </a:lnTo>
                <a:lnTo>
                  <a:pt x="1424" y="41040"/>
                </a:lnTo>
                <a:lnTo>
                  <a:pt x="1338" y="40656"/>
                </a:lnTo>
                <a:lnTo>
                  <a:pt x="1282" y="40272"/>
                </a:lnTo>
                <a:lnTo>
                  <a:pt x="1225" y="39887"/>
                </a:lnTo>
                <a:lnTo>
                  <a:pt x="1210" y="39503"/>
                </a:lnTo>
                <a:lnTo>
                  <a:pt x="1196" y="39119"/>
                </a:lnTo>
                <a:lnTo>
                  <a:pt x="1196" y="3388"/>
                </a:lnTo>
                <a:lnTo>
                  <a:pt x="1210" y="3160"/>
                </a:lnTo>
                <a:lnTo>
                  <a:pt x="1239" y="2946"/>
                </a:lnTo>
                <a:lnTo>
                  <a:pt x="1296" y="2733"/>
                </a:lnTo>
                <a:lnTo>
                  <a:pt x="1367" y="2534"/>
                </a:lnTo>
                <a:lnTo>
                  <a:pt x="1452" y="2349"/>
                </a:lnTo>
                <a:lnTo>
                  <a:pt x="1566" y="2164"/>
                </a:lnTo>
                <a:lnTo>
                  <a:pt x="1694" y="1993"/>
                </a:lnTo>
                <a:lnTo>
                  <a:pt x="1837" y="1837"/>
                </a:lnTo>
                <a:lnTo>
                  <a:pt x="1993" y="1694"/>
                </a:lnTo>
                <a:lnTo>
                  <a:pt x="2164" y="1566"/>
                </a:lnTo>
                <a:lnTo>
                  <a:pt x="2335" y="1467"/>
                </a:lnTo>
                <a:lnTo>
                  <a:pt x="2534" y="1367"/>
                </a:lnTo>
                <a:lnTo>
                  <a:pt x="2733" y="1296"/>
                </a:lnTo>
                <a:lnTo>
                  <a:pt x="2946" y="1239"/>
                </a:lnTo>
                <a:lnTo>
                  <a:pt x="3160" y="1210"/>
                </a:lnTo>
                <a:lnTo>
                  <a:pt x="3388" y="1196"/>
                </a:lnTo>
                <a:close/>
                <a:moveTo>
                  <a:pt x="3203" y="1"/>
                </a:moveTo>
                <a:lnTo>
                  <a:pt x="3032" y="15"/>
                </a:lnTo>
                <a:lnTo>
                  <a:pt x="2861" y="44"/>
                </a:lnTo>
                <a:lnTo>
                  <a:pt x="2705" y="72"/>
                </a:lnTo>
                <a:lnTo>
                  <a:pt x="2377" y="157"/>
                </a:lnTo>
                <a:lnTo>
                  <a:pt x="2064" y="271"/>
                </a:lnTo>
                <a:lnTo>
                  <a:pt x="1765" y="414"/>
                </a:lnTo>
                <a:lnTo>
                  <a:pt x="1495" y="584"/>
                </a:lnTo>
                <a:lnTo>
                  <a:pt x="1239" y="769"/>
                </a:lnTo>
                <a:lnTo>
                  <a:pt x="997" y="997"/>
                </a:lnTo>
                <a:lnTo>
                  <a:pt x="769" y="1239"/>
                </a:lnTo>
                <a:lnTo>
                  <a:pt x="584" y="1495"/>
                </a:lnTo>
                <a:lnTo>
                  <a:pt x="414" y="1780"/>
                </a:lnTo>
                <a:lnTo>
                  <a:pt x="271" y="2064"/>
                </a:lnTo>
                <a:lnTo>
                  <a:pt x="157" y="2377"/>
                </a:lnTo>
                <a:lnTo>
                  <a:pt x="72" y="2705"/>
                </a:lnTo>
                <a:lnTo>
                  <a:pt x="44" y="2875"/>
                </a:lnTo>
                <a:lnTo>
                  <a:pt x="15" y="3032"/>
                </a:lnTo>
                <a:lnTo>
                  <a:pt x="1" y="3217"/>
                </a:lnTo>
                <a:lnTo>
                  <a:pt x="1" y="3388"/>
                </a:lnTo>
                <a:lnTo>
                  <a:pt x="1" y="39119"/>
                </a:lnTo>
                <a:lnTo>
                  <a:pt x="15" y="39532"/>
                </a:lnTo>
                <a:lnTo>
                  <a:pt x="44" y="39930"/>
                </a:lnTo>
                <a:lnTo>
                  <a:pt x="86" y="40343"/>
                </a:lnTo>
                <a:lnTo>
                  <a:pt x="157" y="40755"/>
                </a:lnTo>
                <a:lnTo>
                  <a:pt x="243" y="41168"/>
                </a:lnTo>
                <a:lnTo>
                  <a:pt x="342" y="41581"/>
                </a:lnTo>
                <a:lnTo>
                  <a:pt x="456" y="42008"/>
                </a:lnTo>
                <a:lnTo>
                  <a:pt x="584" y="42420"/>
                </a:lnTo>
                <a:lnTo>
                  <a:pt x="741" y="42847"/>
                </a:lnTo>
                <a:lnTo>
                  <a:pt x="897" y="43274"/>
                </a:lnTo>
                <a:lnTo>
                  <a:pt x="1082" y="43687"/>
                </a:lnTo>
                <a:lnTo>
                  <a:pt x="1267" y="44114"/>
                </a:lnTo>
                <a:lnTo>
                  <a:pt x="1481" y="44541"/>
                </a:lnTo>
                <a:lnTo>
                  <a:pt x="1694" y="44967"/>
                </a:lnTo>
                <a:lnTo>
                  <a:pt x="1936" y="45394"/>
                </a:lnTo>
                <a:lnTo>
                  <a:pt x="2178" y="45821"/>
                </a:lnTo>
                <a:lnTo>
                  <a:pt x="2434" y="46234"/>
                </a:lnTo>
                <a:lnTo>
                  <a:pt x="2690" y="46661"/>
                </a:lnTo>
                <a:lnTo>
                  <a:pt x="2975" y="47088"/>
                </a:lnTo>
                <a:lnTo>
                  <a:pt x="3260" y="47515"/>
                </a:lnTo>
                <a:lnTo>
                  <a:pt x="3857" y="48354"/>
                </a:lnTo>
                <a:lnTo>
                  <a:pt x="4498" y="49194"/>
                </a:lnTo>
                <a:lnTo>
                  <a:pt x="5152" y="50019"/>
                </a:lnTo>
                <a:lnTo>
                  <a:pt x="5849" y="50830"/>
                </a:lnTo>
                <a:lnTo>
                  <a:pt x="6561" y="51641"/>
                </a:lnTo>
                <a:lnTo>
                  <a:pt x="7287" y="52438"/>
                </a:lnTo>
                <a:lnTo>
                  <a:pt x="8027" y="53221"/>
                </a:lnTo>
                <a:lnTo>
                  <a:pt x="8781" y="53975"/>
                </a:lnTo>
                <a:lnTo>
                  <a:pt x="9535" y="54715"/>
                </a:lnTo>
                <a:lnTo>
                  <a:pt x="10289" y="55441"/>
                </a:lnTo>
                <a:lnTo>
                  <a:pt x="11029" y="56152"/>
                </a:lnTo>
                <a:lnTo>
                  <a:pt x="11783" y="56821"/>
                </a:lnTo>
                <a:lnTo>
                  <a:pt x="12509" y="57476"/>
                </a:lnTo>
                <a:lnTo>
                  <a:pt x="13220" y="58102"/>
                </a:lnTo>
                <a:lnTo>
                  <a:pt x="14586" y="59269"/>
                </a:lnTo>
                <a:lnTo>
                  <a:pt x="15853" y="60307"/>
                </a:lnTo>
                <a:lnTo>
                  <a:pt x="16963" y="61218"/>
                </a:lnTo>
                <a:lnTo>
                  <a:pt x="17888" y="61958"/>
                </a:lnTo>
                <a:lnTo>
                  <a:pt x="18727" y="62627"/>
                </a:lnTo>
                <a:lnTo>
                  <a:pt x="19026" y="62869"/>
                </a:lnTo>
                <a:lnTo>
                  <a:pt x="19197" y="63025"/>
                </a:lnTo>
                <a:lnTo>
                  <a:pt x="19368" y="63196"/>
                </a:lnTo>
                <a:lnTo>
                  <a:pt x="19567" y="63367"/>
                </a:lnTo>
                <a:lnTo>
                  <a:pt x="19752" y="63509"/>
                </a:lnTo>
                <a:lnTo>
                  <a:pt x="19951" y="63651"/>
                </a:lnTo>
                <a:lnTo>
                  <a:pt x="20165" y="63779"/>
                </a:lnTo>
                <a:lnTo>
                  <a:pt x="20378" y="63907"/>
                </a:lnTo>
                <a:lnTo>
                  <a:pt x="20592" y="64007"/>
                </a:lnTo>
                <a:lnTo>
                  <a:pt x="20805" y="64107"/>
                </a:lnTo>
                <a:lnTo>
                  <a:pt x="21033" y="64206"/>
                </a:lnTo>
                <a:lnTo>
                  <a:pt x="21260" y="64277"/>
                </a:lnTo>
                <a:lnTo>
                  <a:pt x="21502" y="64349"/>
                </a:lnTo>
                <a:lnTo>
                  <a:pt x="21744" y="64391"/>
                </a:lnTo>
                <a:lnTo>
                  <a:pt x="21986" y="64434"/>
                </a:lnTo>
                <a:lnTo>
                  <a:pt x="22228" y="64462"/>
                </a:lnTo>
                <a:lnTo>
                  <a:pt x="22470" y="64491"/>
                </a:lnTo>
                <a:lnTo>
                  <a:pt x="22968" y="64491"/>
                </a:lnTo>
                <a:lnTo>
                  <a:pt x="23224" y="64462"/>
                </a:lnTo>
                <a:lnTo>
                  <a:pt x="23466" y="64434"/>
                </a:lnTo>
                <a:lnTo>
                  <a:pt x="23708" y="64391"/>
                </a:lnTo>
                <a:lnTo>
                  <a:pt x="23936" y="64349"/>
                </a:lnTo>
                <a:lnTo>
                  <a:pt x="24177" y="64277"/>
                </a:lnTo>
                <a:lnTo>
                  <a:pt x="24405" y="64206"/>
                </a:lnTo>
                <a:lnTo>
                  <a:pt x="24633" y="64121"/>
                </a:lnTo>
                <a:lnTo>
                  <a:pt x="24860" y="64021"/>
                </a:lnTo>
                <a:lnTo>
                  <a:pt x="25074" y="63907"/>
                </a:lnTo>
                <a:lnTo>
                  <a:pt x="25287" y="63794"/>
                </a:lnTo>
                <a:lnTo>
                  <a:pt x="25487" y="63651"/>
                </a:lnTo>
                <a:lnTo>
                  <a:pt x="25686" y="63523"/>
                </a:lnTo>
                <a:lnTo>
                  <a:pt x="25885" y="63367"/>
                </a:lnTo>
                <a:lnTo>
                  <a:pt x="26070" y="63210"/>
                </a:lnTo>
                <a:lnTo>
                  <a:pt x="26241" y="63039"/>
                </a:lnTo>
                <a:lnTo>
                  <a:pt x="26369" y="62911"/>
                </a:lnTo>
                <a:lnTo>
                  <a:pt x="26525" y="62769"/>
                </a:lnTo>
                <a:lnTo>
                  <a:pt x="26796" y="62541"/>
                </a:lnTo>
                <a:lnTo>
                  <a:pt x="27578" y="61901"/>
                </a:lnTo>
                <a:lnTo>
                  <a:pt x="28489" y="61161"/>
                </a:lnTo>
                <a:lnTo>
                  <a:pt x="29585" y="60265"/>
                </a:lnTo>
                <a:lnTo>
                  <a:pt x="30823" y="59226"/>
                </a:lnTo>
                <a:lnTo>
                  <a:pt x="32160" y="58059"/>
                </a:lnTo>
                <a:lnTo>
                  <a:pt x="32872" y="57433"/>
                </a:lnTo>
                <a:lnTo>
                  <a:pt x="33598" y="56778"/>
                </a:lnTo>
                <a:lnTo>
                  <a:pt x="34323" y="56095"/>
                </a:lnTo>
                <a:lnTo>
                  <a:pt x="35063" y="55398"/>
                </a:lnTo>
                <a:lnTo>
                  <a:pt x="35803" y="54672"/>
                </a:lnTo>
                <a:lnTo>
                  <a:pt x="36543" y="53932"/>
                </a:lnTo>
                <a:lnTo>
                  <a:pt x="37283" y="53164"/>
                </a:lnTo>
                <a:lnTo>
                  <a:pt x="38009" y="52395"/>
                </a:lnTo>
                <a:lnTo>
                  <a:pt x="38735" y="51599"/>
                </a:lnTo>
                <a:lnTo>
                  <a:pt x="39432" y="50802"/>
                </a:lnTo>
                <a:lnTo>
                  <a:pt x="40101" y="49976"/>
                </a:lnTo>
                <a:lnTo>
                  <a:pt x="40755" y="49151"/>
                </a:lnTo>
                <a:lnTo>
                  <a:pt x="41381" y="48311"/>
                </a:lnTo>
                <a:lnTo>
                  <a:pt x="41979" y="47472"/>
                </a:lnTo>
                <a:lnTo>
                  <a:pt x="42264" y="47059"/>
                </a:lnTo>
                <a:lnTo>
                  <a:pt x="42534" y="46632"/>
                </a:lnTo>
                <a:lnTo>
                  <a:pt x="42790" y="46205"/>
                </a:lnTo>
                <a:lnTo>
                  <a:pt x="43046" y="45793"/>
                </a:lnTo>
                <a:lnTo>
                  <a:pt x="43288" y="45366"/>
                </a:lnTo>
                <a:lnTo>
                  <a:pt x="43516" y="44939"/>
                </a:lnTo>
                <a:lnTo>
                  <a:pt x="43729" y="44512"/>
                </a:lnTo>
                <a:lnTo>
                  <a:pt x="43929" y="44099"/>
                </a:lnTo>
                <a:lnTo>
                  <a:pt x="44114" y="43673"/>
                </a:lnTo>
                <a:lnTo>
                  <a:pt x="44299" y="43246"/>
                </a:lnTo>
                <a:lnTo>
                  <a:pt x="44455" y="42833"/>
                </a:lnTo>
                <a:lnTo>
                  <a:pt x="44612" y="42406"/>
                </a:lnTo>
                <a:lnTo>
                  <a:pt x="44740" y="41993"/>
                </a:lnTo>
                <a:lnTo>
                  <a:pt x="44853" y="41566"/>
                </a:lnTo>
                <a:lnTo>
                  <a:pt x="44953" y="41154"/>
                </a:lnTo>
                <a:lnTo>
                  <a:pt x="45038" y="40741"/>
                </a:lnTo>
                <a:lnTo>
                  <a:pt x="45095" y="40343"/>
                </a:lnTo>
                <a:lnTo>
                  <a:pt x="45138" y="39930"/>
                </a:lnTo>
                <a:lnTo>
                  <a:pt x="45167" y="39532"/>
                </a:lnTo>
                <a:lnTo>
                  <a:pt x="45181" y="39119"/>
                </a:lnTo>
                <a:lnTo>
                  <a:pt x="45181" y="3388"/>
                </a:lnTo>
                <a:lnTo>
                  <a:pt x="45181" y="3217"/>
                </a:lnTo>
                <a:lnTo>
                  <a:pt x="45167" y="3032"/>
                </a:lnTo>
                <a:lnTo>
                  <a:pt x="45138" y="2875"/>
                </a:lnTo>
                <a:lnTo>
                  <a:pt x="45110" y="2705"/>
                </a:lnTo>
                <a:lnTo>
                  <a:pt x="45024" y="2377"/>
                </a:lnTo>
                <a:lnTo>
                  <a:pt x="44910" y="2064"/>
                </a:lnTo>
                <a:lnTo>
                  <a:pt x="44768" y="1780"/>
                </a:lnTo>
                <a:lnTo>
                  <a:pt x="44597" y="1495"/>
                </a:lnTo>
                <a:lnTo>
                  <a:pt x="44412" y="1239"/>
                </a:lnTo>
                <a:lnTo>
                  <a:pt x="44185" y="997"/>
                </a:lnTo>
                <a:lnTo>
                  <a:pt x="43957" y="769"/>
                </a:lnTo>
                <a:lnTo>
                  <a:pt x="43687" y="584"/>
                </a:lnTo>
                <a:lnTo>
                  <a:pt x="43416" y="414"/>
                </a:lnTo>
                <a:lnTo>
                  <a:pt x="43117" y="271"/>
                </a:lnTo>
                <a:lnTo>
                  <a:pt x="42804" y="157"/>
                </a:lnTo>
                <a:lnTo>
                  <a:pt x="42477" y="72"/>
                </a:lnTo>
                <a:lnTo>
                  <a:pt x="42321" y="44"/>
                </a:lnTo>
                <a:lnTo>
                  <a:pt x="42150" y="15"/>
                </a:lnTo>
                <a:lnTo>
                  <a:pt x="41979" y="1"/>
                </a:lnTo>
                <a:close/>
              </a:path>
            </a:pathLst>
          </a:custGeom>
          <a:solidFill>
            <a:srgbClr val="2776E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4100416" y="1183543"/>
            <a:ext cx="278095" cy="620625"/>
          </a:xfrm>
          <a:custGeom>
            <a:avLst/>
            <a:gdLst/>
            <a:ahLst/>
            <a:cxnLst/>
            <a:rect l="l" t="t" r="r" b="b"/>
            <a:pathLst>
              <a:path w="6504" h="14515" extrusionOk="0">
                <a:moveTo>
                  <a:pt x="840" y="0"/>
                </a:moveTo>
                <a:lnTo>
                  <a:pt x="1" y="854"/>
                </a:lnTo>
                <a:lnTo>
                  <a:pt x="5309" y="6162"/>
                </a:lnTo>
                <a:lnTo>
                  <a:pt x="5309" y="14515"/>
                </a:lnTo>
                <a:lnTo>
                  <a:pt x="6504" y="14515"/>
                </a:lnTo>
                <a:lnTo>
                  <a:pt x="6504" y="5664"/>
                </a:lnTo>
                <a:lnTo>
                  <a:pt x="8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4136333" y="1502952"/>
            <a:ext cx="51138" cy="301227"/>
          </a:xfrm>
          <a:custGeom>
            <a:avLst/>
            <a:gdLst/>
            <a:ahLst/>
            <a:cxnLst/>
            <a:rect l="l" t="t" r="r" b="b"/>
            <a:pathLst>
              <a:path w="1196" h="7045" extrusionOk="0">
                <a:moveTo>
                  <a:pt x="0" y="1"/>
                </a:moveTo>
                <a:lnTo>
                  <a:pt x="0" y="7045"/>
                </a:lnTo>
                <a:lnTo>
                  <a:pt x="1196" y="7045"/>
                </a:lnTo>
                <a:lnTo>
                  <a:pt x="11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4620663" y="1052700"/>
            <a:ext cx="254364" cy="751463"/>
          </a:xfrm>
          <a:custGeom>
            <a:avLst/>
            <a:gdLst/>
            <a:ahLst/>
            <a:cxnLst/>
            <a:rect l="l" t="t" r="r" b="b"/>
            <a:pathLst>
              <a:path w="5949" h="17575" extrusionOk="0">
                <a:moveTo>
                  <a:pt x="5109" y="1"/>
                </a:moveTo>
                <a:lnTo>
                  <a:pt x="0" y="5123"/>
                </a:lnTo>
                <a:lnTo>
                  <a:pt x="0" y="17575"/>
                </a:lnTo>
                <a:lnTo>
                  <a:pt x="1181" y="17575"/>
                </a:lnTo>
                <a:lnTo>
                  <a:pt x="1181" y="5607"/>
                </a:lnTo>
                <a:lnTo>
                  <a:pt x="5948" y="854"/>
                </a:lnTo>
                <a:lnTo>
                  <a:pt x="510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0"/>
          <p:cNvSpPr/>
          <p:nvPr/>
        </p:nvSpPr>
        <p:spPr>
          <a:xfrm>
            <a:off x="4786781" y="1215142"/>
            <a:ext cx="247651" cy="589027"/>
          </a:xfrm>
          <a:custGeom>
            <a:avLst/>
            <a:gdLst/>
            <a:ahLst/>
            <a:cxnLst/>
            <a:rect l="l" t="t" r="r" b="b"/>
            <a:pathLst>
              <a:path w="5792" h="13776" extrusionOk="0">
                <a:moveTo>
                  <a:pt x="4952" y="1"/>
                </a:moveTo>
                <a:lnTo>
                  <a:pt x="0" y="4953"/>
                </a:lnTo>
                <a:lnTo>
                  <a:pt x="0" y="13776"/>
                </a:lnTo>
                <a:lnTo>
                  <a:pt x="1195" y="13776"/>
                </a:lnTo>
                <a:lnTo>
                  <a:pt x="1195" y="5451"/>
                </a:lnTo>
                <a:lnTo>
                  <a:pt x="5792" y="855"/>
                </a:lnTo>
                <a:lnTo>
                  <a:pt x="49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4954097" y="1502952"/>
            <a:ext cx="51138" cy="301227"/>
          </a:xfrm>
          <a:custGeom>
            <a:avLst/>
            <a:gdLst/>
            <a:ahLst/>
            <a:cxnLst/>
            <a:rect l="l" t="t" r="r" b="b"/>
            <a:pathLst>
              <a:path w="1196" h="7045" extrusionOk="0">
                <a:moveTo>
                  <a:pt x="0" y="1"/>
                </a:moveTo>
                <a:lnTo>
                  <a:pt x="0" y="7045"/>
                </a:lnTo>
                <a:lnTo>
                  <a:pt x="1196" y="7045"/>
                </a:lnTo>
                <a:lnTo>
                  <a:pt x="11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0"/>
          <p:cNvSpPr/>
          <p:nvPr/>
        </p:nvSpPr>
        <p:spPr>
          <a:xfrm>
            <a:off x="4935240" y="1173195"/>
            <a:ext cx="145461" cy="145461"/>
          </a:xfrm>
          <a:custGeom>
            <a:avLst/>
            <a:gdLst/>
            <a:ahLst/>
            <a:cxnLst/>
            <a:rect l="l" t="t" r="r" b="b"/>
            <a:pathLst>
              <a:path w="3402" h="3402" extrusionOk="0">
                <a:moveTo>
                  <a:pt x="1523" y="0"/>
                </a:moveTo>
                <a:lnTo>
                  <a:pt x="1352" y="29"/>
                </a:lnTo>
                <a:lnTo>
                  <a:pt x="1195" y="71"/>
                </a:lnTo>
                <a:lnTo>
                  <a:pt x="1039" y="128"/>
                </a:lnTo>
                <a:lnTo>
                  <a:pt x="882" y="199"/>
                </a:lnTo>
                <a:lnTo>
                  <a:pt x="740" y="285"/>
                </a:lnTo>
                <a:lnTo>
                  <a:pt x="612" y="384"/>
                </a:lnTo>
                <a:lnTo>
                  <a:pt x="498" y="498"/>
                </a:lnTo>
                <a:lnTo>
                  <a:pt x="384" y="612"/>
                </a:lnTo>
                <a:lnTo>
                  <a:pt x="285" y="740"/>
                </a:lnTo>
                <a:lnTo>
                  <a:pt x="199" y="882"/>
                </a:lnTo>
                <a:lnTo>
                  <a:pt x="128" y="1039"/>
                </a:lnTo>
                <a:lnTo>
                  <a:pt x="71" y="1195"/>
                </a:lnTo>
                <a:lnTo>
                  <a:pt x="29" y="1352"/>
                </a:lnTo>
                <a:lnTo>
                  <a:pt x="0" y="1523"/>
                </a:lnTo>
                <a:lnTo>
                  <a:pt x="0" y="1693"/>
                </a:lnTo>
                <a:lnTo>
                  <a:pt x="0" y="1878"/>
                </a:lnTo>
                <a:lnTo>
                  <a:pt x="29" y="2035"/>
                </a:lnTo>
                <a:lnTo>
                  <a:pt x="71" y="2206"/>
                </a:lnTo>
                <a:lnTo>
                  <a:pt x="128" y="2362"/>
                </a:lnTo>
                <a:lnTo>
                  <a:pt x="199" y="2505"/>
                </a:lnTo>
                <a:lnTo>
                  <a:pt x="285" y="2647"/>
                </a:lnTo>
                <a:lnTo>
                  <a:pt x="384" y="2775"/>
                </a:lnTo>
                <a:lnTo>
                  <a:pt x="498" y="2903"/>
                </a:lnTo>
                <a:lnTo>
                  <a:pt x="612" y="3017"/>
                </a:lnTo>
                <a:lnTo>
                  <a:pt x="740" y="3102"/>
                </a:lnTo>
                <a:lnTo>
                  <a:pt x="882" y="3188"/>
                </a:lnTo>
                <a:lnTo>
                  <a:pt x="1039" y="3259"/>
                </a:lnTo>
                <a:lnTo>
                  <a:pt x="1195" y="3330"/>
                </a:lnTo>
                <a:lnTo>
                  <a:pt x="1352" y="3358"/>
                </a:lnTo>
                <a:lnTo>
                  <a:pt x="1523" y="3387"/>
                </a:lnTo>
                <a:lnTo>
                  <a:pt x="1694" y="3401"/>
                </a:lnTo>
                <a:lnTo>
                  <a:pt x="1879" y="3387"/>
                </a:lnTo>
                <a:lnTo>
                  <a:pt x="2035" y="3358"/>
                </a:lnTo>
                <a:lnTo>
                  <a:pt x="2206" y="3330"/>
                </a:lnTo>
                <a:lnTo>
                  <a:pt x="2362" y="3259"/>
                </a:lnTo>
                <a:lnTo>
                  <a:pt x="2505" y="3188"/>
                </a:lnTo>
                <a:lnTo>
                  <a:pt x="2647" y="3102"/>
                </a:lnTo>
                <a:lnTo>
                  <a:pt x="2775" y="3017"/>
                </a:lnTo>
                <a:lnTo>
                  <a:pt x="2903" y="2903"/>
                </a:lnTo>
                <a:lnTo>
                  <a:pt x="3017" y="2775"/>
                </a:lnTo>
                <a:lnTo>
                  <a:pt x="3102" y="2647"/>
                </a:lnTo>
                <a:lnTo>
                  <a:pt x="3188" y="2505"/>
                </a:lnTo>
                <a:lnTo>
                  <a:pt x="3259" y="2362"/>
                </a:lnTo>
                <a:lnTo>
                  <a:pt x="3330" y="2206"/>
                </a:lnTo>
                <a:lnTo>
                  <a:pt x="3358" y="2035"/>
                </a:lnTo>
                <a:lnTo>
                  <a:pt x="3387" y="1878"/>
                </a:lnTo>
                <a:lnTo>
                  <a:pt x="3401" y="1693"/>
                </a:lnTo>
                <a:lnTo>
                  <a:pt x="3387" y="1523"/>
                </a:lnTo>
                <a:lnTo>
                  <a:pt x="3358" y="1352"/>
                </a:lnTo>
                <a:lnTo>
                  <a:pt x="3330" y="1195"/>
                </a:lnTo>
                <a:lnTo>
                  <a:pt x="3259" y="1039"/>
                </a:lnTo>
                <a:lnTo>
                  <a:pt x="3188" y="882"/>
                </a:lnTo>
                <a:lnTo>
                  <a:pt x="3102" y="740"/>
                </a:lnTo>
                <a:lnTo>
                  <a:pt x="3017" y="612"/>
                </a:lnTo>
                <a:lnTo>
                  <a:pt x="2903" y="498"/>
                </a:lnTo>
                <a:lnTo>
                  <a:pt x="2775" y="384"/>
                </a:lnTo>
                <a:lnTo>
                  <a:pt x="2647" y="285"/>
                </a:lnTo>
                <a:lnTo>
                  <a:pt x="2505" y="199"/>
                </a:lnTo>
                <a:lnTo>
                  <a:pt x="2362" y="128"/>
                </a:lnTo>
                <a:lnTo>
                  <a:pt x="2206" y="71"/>
                </a:lnTo>
                <a:lnTo>
                  <a:pt x="2035" y="29"/>
                </a:lnTo>
                <a:lnTo>
                  <a:pt x="18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0"/>
          <p:cNvSpPr/>
          <p:nvPr/>
        </p:nvSpPr>
        <p:spPr>
          <a:xfrm>
            <a:off x="4774595" y="1012550"/>
            <a:ext cx="145461" cy="145461"/>
          </a:xfrm>
          <a:custGeom>
            <a:avLst/>
            <a:gdLst/>
            <a:ahLst/>
            <a:cxnLst/>
            <a:rect l="l" t="t" r="r" b="b"/>
            <a:pathLst>
              <a:path w="3402" h="3402" extrusionOk="0">
                <a:moveTo>
                  <a:pt x="1708" y="0"/>
                </a:moveTo>
                <a:lnTo>
                  <a:pt x="1523" y="15"/>
                </a:lnTo>
                <a:lnTo>
                  <a:pt x="1352" y="29"/>
                </a:lnTo>
                <a:lnTo>
                  <a:pt x="1196" y="72"/>
                </a:lnTo>
                <a:lnTo>
                  <a:pt x="1039" y="128"/>
                </a:lnTo>
                <a:lnTo>
                  <a:pt x="897" y="200"/>
                </a:lnTo>
                <a:lnTo>
                  <a:pt x="755" y="285"/>
                </a:lnTo>
                <a:lnTo>
                  <a:pt x="612" y="385"/>
                </a:lnTo>
                <a:lnTo>
                  <a:pt x="499" y="498"/>
                </a:lnTo>
                <a:lnTo>
                  <a:pt x="385" y="612"/>
                </a:lnTo>
                <a:lnTo>
                  <a:pt x="285" y="755"/>
                </a:lnTo>
                <a:lnTo>
                  <a:pt x="200" y="897"/>
                </a:lnTo>
                <a:lnTo>
                  <a:pt x="129" y="1039"/>
                </a:lnTo>
                <a:lnTo>
                  <a:pt x="72" y="1196"/>
                </a:lnTo>
                <a:lnTo>
                  <a:pt x="29" y="1352"/>
                </a:lnTo>
                <a:lnTo>
                  <a:pt x="15" y="1523"/>
                </a:lnTo>
                <a:lnTo>
                  <a:pt x="0" y="1708"/>
                </a:lnTo>
                <a:lnTo>
                  <a:pt x="15" y="1879"/>
                </a:lnTo>
                <a:lnTo>
                  <a:pt x="29" y="2050"/>
                </a:lnTo>
                <a:lnTo>
                  <a:pt x="72" y="2206"/>
                </a:lnTo>
                <a:lnTo>
                  <a:pt x="129" y="2363"/>
                </a:lnTo>
                <a:lnTo>
                  <a:pt x="200" y="2519"/>
                </a:lnTo>
                <a:lnTo>
                  <a:pt x="285" y="2647"/>
                </a:lnTo>
                <a:lnTo>
                  <a:pt x="385" y="2789"/>
                </a:lnTo>
                <a:lnTo>
                  <a:pt x="499" y="2903"/>
                </a:lnTo>
                <a:lnTo>
                  <a:pt x="612" y="3017"/>
                </a:lnTo>
                <a:lnTo>
                  <a:pt x="755" y="3117"/>
                </a:lnTo>
                <a:lnTo>
                  <a:pt x="897" y="3202"/>
                </a:lnTo>
                <a:lnTo>
                  <a:pt x="1039" y="3273"/>
                </a:lnTo>
                <a:lnTo>
                  <a:pt x="1196" y="3330"/>
                </a:lnTo>
                <a:lnTo>
                  <a:pt x="1352" y="3373"/>
                </a:lnTo>
                <a:lnTo>
                  <a:pt x="1523" y="3387"/>
                </a:lnTo>
                <a:lnTo>
                  <a:pt x="1708" y="3401"/>
                </a:lnTo>
                <a:lnTo>
                  <a:pt x="1879" y="3387"/>
                </a:lnTo>
                <a:lnTo>
                  <a:pt x="2050" y="3373"/>
                </a:lnTo>
                <a:lnTo>
                  <a:pt x="2206" y="3330"/>
                </a:lnTo>
                <a:lnTo>
                  <a:pt x="2363" y="3273"/>
                </a:lnTo>
                <a:lnTo>
                  <a:pt x="2519" y="3202"/>
                </a:lnTo>
                <a:lnTo>
                  <a:pt x="2647" y="3117"/>
                </a:lnTo>
                <a:lnTo>
                  <a:pt x="2790" y="3017"/>
                </a:lnTo>
                <a:lnTo>
                  <a:pt x="2903" y="2903"/>
                </a:lnTo>
                <a:lnTo>
                  <a:pt x="3017" y="2789"/>
                </a:lnTo>
                <a:lnTo>
                  <a:pt x="3117" y="2647"/>
                </a:lnTo>
                <a:lnTo>
                  <a:pt x="3202" y="2519"/>
                </a:lnTo>
                <a:lnTo>
                  <a:pt x="3273" y="2363"/>
                </a:lnTo>
                <a:lnTo>
                  <a:pt x="3330" y="2206"/>
                </a:lnTo>
                <a:lnTo>
                  <a:pt x="3373" y="2050"/>
                </a:lnTo>
                <a:lnTo>
                  <a:pt x="3387" y="1879"/>
                </a:lnTo>
                <a:lnTo>
                  <a:pt x="3401" y="1708"/>
                </a:lnTo>
                <a:lnTo>
                  <a:pt x="3387" y="1523"/>
                </a:lnTo>
                <a:lnTo>
                  <a:pt x="3373" y="1352"/>
                </a:lnTo>
                <a:lnTo>
                  <a:pt x="3330" y="1196"/>
                </a:lnTo>
                <a:lnTo>
                  <a:pt x="3273" y="1039"/>
                </a:lnTo>
                <a:lnTo>
                  <a:pt x="3202" y="897"/>
                </a:lnTo>
                <a:lnTo>
                  <a:pt x="3117" y="755"/>
                </a:lnTo>
                <a:lnTo>
                  <a:pt x="3017" y="612"/>
                </a:lnTo>
                <a:lnTo>
                  <a:pt x="2903" y="498"/>
                </a:lnTo>
                <a:lnTo>
                  <a:pt x="2790" y="385"/>
                </a:lnTo>
                <a:lnTo>
                  <a:pt x="2647" y="285"/>
                </a:lnTo>
                <a:lnTo>
                  <a:pt x="2519" y="200"/>
                </a:lnTo>
                <a:lnTo>
                  <a:pt x="2363" y="128"/>
                </a:lnTo>
                <a:lnTo>
                  <a:pt x="2206" y="72"/>
                </a:lnTo>
                <a:lnTo>
                  <a:pt x="2050" y="29"/>
                </a:lnTo>
                <a:lnTo>
                  <a:pt x="1879" y="15"/>
                </a:lnTo>
                <a:lnTo>
                  <a:pt x="17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4062702" y="1161009"/>
            <a:ext cx="145461" cy="145461"/>
          </a:xfrm>
          <a:custGeom>
            <a:avLst/>
            <a:gdLst/>
            <a:ahLst/>
            <a:cxnLst/>
            <a:rect l="l" t="t" r="r" b="b"/>
            <a:pathLst>
              <a:path w="3402" h="3402" extrusionOk="0">
                <a:moveTo>
                  <a:pt x="1537" y="1"/>
                </a:moveTo>
                <a:lnTo>
                  <a:pt x="1367" y="29"/>
                </a:lnTo>
                <a:lnTo>
                  <a:pt x="1196" y="72"/>
                </a:lnTo>
                <a:lnTo>
                  <a:pt x="1039" y="129"/>
                </a:lnTo>
                <a:lnTo>
                  <a:pt x="897" y="200"/>
                </a:lnTo>
                <a:lnTo>
                  <a:pt x="755" y="285"/>
                </a:lnTo>
                <a:lnTo>
                  <a:pt x="627" y="385"/>
                </a:lnTo>
                <a:lnTo>
                  <a:pt x="499" y="499"/>
                </a:lnTo>
                <a:lnTo>
                  <a:pt x="399" y="612"/>
                </a:lnTo>
                <a:lnTo>
                  <a:pt x="299" y="740"/>
                </a:lnTo>
                <a:lnTo>
                  <a:pt x="214" y="883"/>
                </a:lnTo>
                <a:lnTo>
                  <a:pt x="143" y="1039"/>
                </a:lnTo>
                <a:lnTo>
                  <a:pt x="86" y="1196"/>
                </a:lnTo>
                <a:lnTo>
                  <a:pt x="43" y="1352"/>
                </a:lnTo>
                <a:lnTo>
                  <a:pt x="15" y="1523"/>
                </a:lnTo>
                <a:lnTo>
                  <a:pt x="1" y="1694"/>
                </a:lnTo>
                <a:lnTo>
                  <a:pt x="15" y="1865"/>
                </a:lnTo>
                <a:lnTo>
                  <a:pt x="43" y="2035"/>
                </a:lnTo>
                <a:lnTo>
                  <a:pt x="86" y="2206"/>
                </a:lnTo>
                <a:lnTo>
                  <a:pt x="143" y="2363"/>
                </a:lnTo>
                <a:lnTo>
                  <a:pt x="214" y="2505"/>
                </a:lnTo>
                <a:lnTo>
                  <a:pt x="299" y="2647"/>
                </a:lnTo>
                <a:lnTo>
                  <a:pt x="399" y="2775"/>
                </a:lnTo>
                <a:lnTo>
                  <a:pt x="499" y="2903"/>
                </a:lnTo>
                <a:lnTo>
                  <a:pt x="627" y="3003"/>
                </a:lnTo>
                <a:lnTo>
                  <a:pt x="755" y="3103"/>
                </a:lnTo>
                <a:lnTo>
                  <a:pt x="897" y="3188"/>
                </a:lnTo>
                <a:lnTo>
                  <a:pt x="1039" y="3259"/>
                </a:lnTo>
                <a:lnTo>
                  <a:pt x="1196" y="3316"/>
                </a:lnTo>
                <a:lnTo>
                  <a:pt x="1367" y="3359"/>
                </a:lnTo>
                <a:lnTo>
                  <a:pt x="1537" y="3387"/>
                </a:lnTo>
                <a:lnTo>
                  <a:pt x="1708" y="3401"/>
                </a:lnTo>
                <a:lnTo>
                  <a:pt x="1879" y="3387"/>
                </a:lnTo>
                <a:lnTo>
                  <a:pt x="2050" y="3359"/>
                </a:lnTo>
                <a:lnTo>
                  <a:pt x="2206" y="3316"/>
                </a:lnTo>
                <a:lnTo>
                  <a:pt x="2363" y="3259"/>
                </a:lnTo>
                <a:lnTo>
                  <a:pt x="2519" y="3188"/>
                </a:lnTo>
                <a:lnTo>
                  <a:pt x="2661" y="3103"/>
                </a:lnTo>
                <a:lnTo>
                  <a:pt x="2790" y="3003"/>
                </a:lnTo>
                <a:lnTo>
                  <a:pt x="2903" y="2903"/>
                </a:lnTo>
                <a:lnTo>
                  <a:pt x="3017" y="2775"/>
                </a:lnTo>
                <a:lnTo>
                  <a:pt x="3117" y="2647"/>
                </a:lnTo>
                <a:lnTo>
                  <a:pt x="3202" y="2505"/>
                </a:lnTo>
                <a:lnTo>
                  <a:pt x="3273" y="2363"/>
                </a:lnTo>
                <a:lnTo>
                  <a:pt x="3330" y="2206"/>
                </a:lnTo>
                <a:lnTo>
                  <a:pt x="3373" y="2035"/>
                </a:lnTo>
                <a:lnTo>
                  <a:pt x="3401" y="1865"/>
                </a:lnTo>
                <a:lnTo>
                  <a:pt x="3401" y="1694"/>
                </a:lnTo>
                <a:lnTo>
                  <a:pt x="3401" y="1523"/>
                </a:lnTo>
                <a:lnTo>
                  <a:pt x="3373" y="1352"/>
                </a:lnTo>
                <a:lnTo>
                  <a:pt x="3330" y="1196"/>
                </a:lnTo>
                <a:lnTo>
                  <a:pt x="3273" y="1039"/>
                </a:lnTo>
                <a:lnTo>
                  <a:pt x="3202" y="883"/>
                </a:lnTo>
                <a:lnTo>
                  <a:pt x="3117" y="740"/>
                </a:lnTo>
                <a:lnTo>
                  <a:pt x="3017" y="612"/>
                </a:lnTo>
                <a:lnTo>
                  <a:pt x="2903" y="499"/>
                </a:lnTo>
                <a:lnTo>
                  <a:pt x="2790" y="385"/>
                </a:lnTo>
                <a:lnTo>
                  <a:pt x="2661" y="285"/>
                </a:lnTo>
                <a:lnTo>
                  <a:pt x="2519" y="200"/>
                </a:lnTo>
                <a:lnTo>
                  <a:pt x="2363" y="129"/>
                </a:lnTo>
                <a:lnTo>
                  <a:pt x="2206" y="72"/>
                </a:lnTo>
                <a:lnTo>
                  <a:pt x="2050" y="29"/>
                </a:lnTo>
                <a:lnTo>
                  <a:pt x="18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5512058" y="2002208"/>
            <a:ext cx="620625" cy="278095"/>
          </a:xfrm>
          <a:custGeom>
            <a:avLst/>
            <a:gdLst/>
            <a:ahLst/>
            <a:cxnLst/>
            <a:rect l="l" t="t" r="r" b="b"/>
            <a:pathLst>
              <a:path w="14515" h="6504" extrusionOk="0">
                <a:moveTo>
                  <a:pt x="13675" y="0"/>
                </a:moveTo>
                <a:lnTo>
                  <a:pt x="8367" y="5308"/>
                </a:lnTo>
                <a:lnTo>
                  <a:pt x="0" y="5308"/>
                </a:lnTo>
                <a:lnTo>
                  <a:pt x="0" y="6503"/>
                </a:lnTo>
                <a:lnTo>
                  <a:pt x="8865" y="6503"/>
                </a:lnTo>
                <a:lnTo>
                  <a:pt x="14515" y="840"/>
                </a:lnTo>
                <a:lnTo>
                  <a:pt x="1367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0"/>
          <p:cNvSpPr/>
          <p:nvPr/>
        </p:nvSpPr>
        <p:spPr>
          <a:xfrm>
            <a:off x="5512058" y="2038083"/>
            <a:ext cx="301184" cy="51181"/>
          </a:xfrm>
          <a:custGeom>
            <a:avLst/>
            <a:gdLst/>
            <a:ahLst/>
            <a:cxnLst/>
            <a:rect l="l" t="t" r="r" b="b"/>
            <a:pathLst>
              <a:path w="7044" h="1197" extrusionOk="0">
                <a:moveTo>
                  <a:pt x="0" y="1"/>
                </a:moveTo>
                <a:lnTo>
                  <a:pt x="0" y="1196"/>
                </a:lnTo>
                <a:lnTo>
                  <a:pt x="7044" y="1196"/>
                </a:lnTo>
                <a:lnTo>
                  <a:pt x="704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0"/>
          <p:cNvSpPr/>
          <p:nvPr/>
        </p:nvSpPr>
        <p:spPr>
          <a:xfrm>
            <a:off x="5512058" y="2522413"/>
            <a:ext cx="751463" cy="254364"/>
          </a:xfrm>
          <a:custGeom>
            <a:avLst/>
            <a:gdLst/>
            <a:ahLst/>
            <a:cxnLst/>
            <a:rect l="l" t="t" r="r" b="b"/>
            <a:pathLst>
              <a:path w="17575" h="5949" extrusionOk="0">
                <a:moveTo>
                  <a:pt x="0" y="1"/>
                </a:moveTo>
                <a:lnTo>
                  <a:pt x="0" y="1182"/>
                </a:lnTo>
                <a:lnTo>
                  <a:pt x="11967" y="1182"/>
                </a:lnTo>
                <a:lnTo>
                  <a:pt x="16734" y="5949"/>
                </a:lnTo>
                <a:lnTo>
                  <a:pt x="17574" y="5109"/>
                </a:lnTo>
                <a:lnTo>
                  <a:pt x="1246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0"/>
          <p:cNvSpPr/>
          <p:nvPr/>
        </p:nvSpPr>
        <p:spPr>
          <a:xfrm>
            <a:off x="5512058" y="2688532"/>
            <a:ext cx="588985" cy="248293"/>
          </a:xfrm>
          <a:custGeom>
            <a:avLst/>
            <a:gdLst/>
            <a:ahLst/>
            <a:cxnLst/>
            <a:rect l="l" t="t" r="r" b="b"/>
            <a:pathLst>
              <a:path w="13775" h="5807" extrusionOk="0">
                <a:moveTo>
                  <a:pt x="0" y="1"/>
                </a:moveTo>
                <a:lnTo>
                  <a:pt x="0" y="1196"/>
                </a:lnTo>
                <a:lnTo>
                  <a:pt x="8325" y="1196"/>
                </a:lnTo>
                <a:lnTo>
                  <a:pt x="12935" y="5806"/>
                </a:lnTo>
                <a:lnTo>
                  <a:pt x="13775" y="4953"/>
                </a:lnTo>
                <a:lnTo>
                  <a:pt x="882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0"/>
          <p:cNvSpPr/>
          <p:nvPr/>
        </p:nvSpPr>
        <p:spPr>
          <a:xfrm>
            <a:off x="5512058" y="2855848"/>
            <a:ext cx="301184" cy="51181"/>
          </a:xfrm>
          <a:custGeom>
            <a:avLst/>
            <a:gdLst/>
            <a:ahLst/>
            <a:cxnLst/>
            <a:rect l="l" t="t" r="r" b="b"/>
            <a:pathLst>
              <a:path w="7044" h="1197" extrusionOk="0">
                <a:moveTo>
                  <a:pt x="0" y="1"/>
                </a:moveTo>
                <a:lnTo>
                  <a:pt x="0" y="1196"/>
                </a:lnTo>
                <a:lnTo>
                  <a:pt x="7044" y="1196"/>
                </a:lnTo>
                <a:lnTo>
                  <a:pt x="704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0"/>
          <p:cNvSpPr/>
          <p:nvPr/>
        </p:nvSpPr>
        <p:spPr>
          <a:xfrm>
            <a:off x="5998184" y="2836991"/>
            <a:ext cx="145461" cy="145461"/>
          </a:xfrm>
          <a:custGeom>
            <a:avLst/>
            <a:gdLst/>
            <a:ahLst/>
            <a:cxnLst/>
            <a:rect l="l" t="t" r="r" b="b"/>
            <a:pathLst>
              <a:path w="3402" h="3402" extrusionOk="0">
                <a:moveTo>
                  <a:pt x="1523" y="1"/>
                </a:moveTo>
                <a:lnTo>
                  <a:pt x="1353" y="29"/>
                </a:lnTo>
                <a:lnTo>
                  <a:pt x="1196" y="72"/>
                </a:lnTo>
                <a:lnTo>
                  <a:pt x="1040" y="129"/>
                </a:lnTo>
                <a:lnTo>
                  <a:pt x="883" y="200"/>
                </a:lnTo>
                <a:lnTo>
                  <a:pt x="741" y="285"/>
                </a:lnTo>
                <a:lnTo>
                  <a:pt x="613" y="385"/>
                </a:lnTo>
                <a:lnTo>
                  <a:pt x="499" y="499"/>
                </a:lnTo>
                <a:lnTo>
                  <a:pt x="385" y="613"/>
                </a:lnTo>
                <a:lnTo>
                  <a:pt x="285" y="755"/>
                </a:lnTo>
                <a:lnTo>
                  <a:pt x="200" y="883"/>
                </a:lnTo>
                <a:lnTo>
                  <a:pt x="129" y="1040"/>
                </a:lnTo>
                <a:lnTo>
                  <a:pt x="72" y="1196"/>
                </a:lnTo>
                <a:lnTo>
                  <a:pt x="29" y="1353"/>
                </a:lnTo>
                <a:lnTo>
                  <a:pt x="1" y="1523"/>
                </a:lnTo>
                <a:lnTo>
                  <a:pt x="1" y="1694"/>
                </a:lnTo>
                <a:lnTo>
                  <a:pt x="1" y="1879"/>
                </a:lnTo>
                <a:lnTo>
                  <a:pt x="29" y="2050"/>
                </a:lnTo>
                <a:lnTo>
                  <a:pt x="72" y="2206"/>
                </a:lnTo>
                <a:lnTo>
                  <a:pt x="129" y="2363"/>
                </a:lnTo>
                <a:lnTo>
                  <a:pt x="200" y="2505"/>
                </a:lnTo>
                <a:lnTo>
                  <a:pt x="285" y="2648"/>
                </a:lnTo>
                <a:lnTo>
                  <a:pt x="385" y="2776"/>
                </a:lnTo>
                <a:lnTo>
                  <a:pt x="499" y="2904"/>
                </a:lnTo>
                <a:lnTo>
                  <a:pt x="613" y="3017"/>
                </a:lnTo>
                <a:lnTo>
                  <a:pt x="741" y="3117"/>
                </a:lnTo>
                <a:lnTo>
                  <a:pt x="883" y="3202"/>
                </a:lnTo>
                <a:lnTo>
                  <a:pt x="1040" y="3274"/>
                </a:lnTo>
                <a:lnTo>
                  <a:pt x="1196" y="3331"/>
                </a:lnTo>
                <a:lnTo>
                  <a:pt x="1353" y="3373"/>
                </a:lnTo>
                <a:lnTo>
                  <a:pt x="1523" y="3387"/>
                </a:lnTo>
                <a:lnTo>
                  <a:pt x="1694" y="3402"/>
                </a:lnTo>
                <a:lnTo>
                  <a:pt x="1865" y="3387"/>
                </a:lnTo>
                <a:lnTo>
                  <a:pt x="2036" y="3373"/>
                </a:lnTo>
                <a:lnTo>
                  <a:pt x="2206" y="3331"/>
                </a:lnTo>
                <a:lnTo>
                  <a:pt x="2363" y="3274"/>
                </a:lnTo>
                <a:lnTo>
                  <a:pt x="2505" y="3202"/>
                </a:lnTo>
                <a:lnTo>
                  <a:pt x="2648" y="3117"/>
                </a:lnTo>
                <a:lnTo>
                  <a:pt x="2776" y="3017"/>
                </a:lnTo>
                <a:lnTo>
                  <a:pt x="2904" y="2904"/>
                </a:lnTo>
                <a:lnTo>
                  <a:pt x="3003" y="2776"/>
                </a:lnTo>
                <a:lnTo>
                  <a:pt x="3103" y="2648"/>
                </a:lnTo>
                <a:lnTo>
                  <a:pt x="3188" y="2505"/>
                </a:lnTo>
                <a:lnTo>
                  <a:pt x="3259" y="2363"/>
                </a:lnTo>
                <a:lnTo>
                  <a:pt x="3316" y="2206"/>
                </a:lnTo>
                <a:lnTo>
                  <a:pt x="3359" y="2050"/>
                </a:lnTo>
                <a:lnTo>
                  <a:pt x="3388" y="1879"/>
                </a:lnTo>
                <a:lnTo>
                  <a:pt x="3402" y="1694"/>
                </a:lnTo>
                <a:lnTo>
                  <a:pt x="3388" y="1523"/>
                </a:lnTo>
                <a:lnTo>
                  <a:pt x="3359" y="1353"/>
                </a:lnTo>
                <a:lnTo>
                  <a:pt x="3316" y="1196"/>
                </a:lnTo>
                <a:lnTo>
                  <a:pt x="3259" y="1040"/>
                </a:lnTo>
                <a:lnTo>
                  <a:pt x="3188" y="883"/>
                </a:lnTo>
                <a:lnTo>
                  <a:pt x="3103" y="755"/>
                </a:lnTo>
                <a:lnTo>
                  <a:pt x="3003" y="613"/>
                </a:lnTo>
                <a:lnTo>
                  <a:pt x="2904" y="499"/>
                </a:lnTo>
                <a:lnTo>
                  <a:pt x="2776" y="385"/>
                </a:lnTo>
                <a:lnTo>
                  <a:pt x="2648" y="285"/>
                </a:lnTo>
                <a:lnTo>
                  <a:pt x="2505" y="200"/>
                </a:lnTo>
                <a:lnTo>
                  <a:pt x="2363" y="129"/>
                </a:lnTo>
                <a:lnTo>
                  <a:pt x="2206" y="72"/>
                </a:lnTo>
                <a:lnTo>
                  <a:pt x="2036" y="29"/>
                </a:lnTo>
                <a:lnTo>
                  <a:pt x="18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0"/>
          <p:cNvSpPr/>
          <p:nvPr/>
        </p:nvSpPr>
        <p:spPr>
          <a:xfrm>
            <a:off x="6158230" y="2676388"/>
            <a:ext cx="146060" cy="145418"/>
          </a:xfrm>
          <a:custGeom>
            <a:avLst/>
            <a:gdLst/>
            <a:ahLst/>
            <a:cxnLst/>
            <a:rect l="l" t="t" r="r" b="b"/>
            <a:pathLst>
              <a:path w="3416" h="3401" extrusionOk="0">
                <a:moveTo>
                  <a:pt x="1708" y="0"/>
                </a:moveTo>
                <a:lnTo>
                  <a:pt x="1537" y="14"/>
                </a:lnTo>
                <a:lnTo>
                  <a:pt x="1366" y="43"/>
                </a:lnTo>
                <a:lnTo>
                  <a:pt x="1196" y="71"/>
                </a:lnTo>
                <a:lnTo>
                  <a:pt x="1039" y="128"/>
                </a:lnTo>
                <a:lnTo>
                  <a:pt x="897" y="213"/>
                </a:lnTo>
                <a:lnTo>
                  <a:pt x="754" y="285"/>
                </a:lnTo>
                <a:lnTo>
                  <a:pt x="626" y="384"/>
                </a:lnTo>
                <a:lnTo>
                  <a:pt x="498" y="498"/>
                </a:lnTo>
                <a:lnTo>
                  <a:pt x="399" y="626"/>
                </a:lnTo>
                <a:lnTo>
                  <a:pt x="299" y="754"/>
                </a:lnTo>
                <a:lnTo>
                  <a:pt x="214" y="897"/>
                </a:lnTo>
                <a:lnTo>
                  <a:pt x="143" y="1039"/>
                </a:lnTo>
                <a:lnTo>
                  <a:pt x="86" y="1195"/>
                </a:lnTo>
                <a:lnTo>
                  <a:pt x="43" y="1366"/>
                </a:lnTo>
                <a:lnTo>
                  <a:pt x="14" y="1523"/>
                </a:lnTo>
                <a:lnTo>
                  <a:pt x="0" y="1708"/>
                </a:lnTo>
                <a:lnTo>
                  <a:pt x="14" y="1878"/>
                </a:lnTo>
                <a:lnTo>
                  <a:pt x="43" y="2049"/>
                </a:lnTo>
                <a:lnTo>
                  <a:pt x="86" y="2206"/>
                </a:lnTo>
                <a:lnTo>
                  <a:pt x="143" y="2362"/>
                </a:lnTo>
                <a:lnTo>
                  <a:pt x="214" y="2519"/>
                </a:lnTo>
                <a:lnTo>
                  <a:pt x="299" y="2661"/>
                </a:lnTo>
                <a:lnTo>
                  <a:pt x="399" y="2789"/>
                </a:lnTo>
                <a:lnTo>
                  <a:pt x="498" y="2903"/>
                </a:lnTo>
                <a:lnTo>
                  <a:pt x="626" y="3017"/>
                </a:lnTo>
                <a:lnTo>
                  <a:pt x="754" y="3116"/>
                </a:lnTo>
                <a:lnTo>
                  <a:pt x="897" y="3202"/>
                </a:lnTo>
                <a:lnTo>
                  <a:pt x="1039" y="3273"/>
                </a:lnTo>
                <a:lnTo>
                  <a:pt x="1196" y="3330"/>
                </a:lnTo>
                <a:lnTo>
                  <a:pt x="1366" y="3373"/>
                </a:lnTo>
                <a:lnTo>
                  <a:pt x="1537" y="3401"/>
                </a:lnTo>
                <a:lnTo>
                  <a:pt x="1879" y="3401"/>
                </a:lnTo>
                <a:lnTo>
                  <a:pt x="2049" y="3373"/>
                </a:lnTo>
                <a:lnTo>
                  <a:pt x="2220" y="3330"/>
                </a:lnTo>
                <a:lnTo>
                  <a:pt x="2377" y="3273"/>
                </a:lnTo>
                <a:lnTo>
                  <a:pt x="2519" y="3202"/>
                </a:lnTo>
                <a:lnTo>
                  <a:pt x="2661" y="3116"/>
                </a:lnTo>
                <a:lnTo>
                  <a:pt x="2789" y="3017"/>
                </a:lnTo>
                <a:lnTo>
                  <a:pt x="2917" y="2903"/>
                </a:lnTo>
                <a:lnTo>
                  <a:pt x="3017" y="2789"/>
                </a:lnTo>
                <a:lnTo>
                  <a:pt x="3117" y="2661"/>
                </a:lnTo>
                <a:lnTo>
                  <a:pt x="3202" y="2519"/>
                </a:lnTo>
                <a:lnTo>
                  <a:pt x="3273" y="2362"/>
                </a:lnTo>
                <a:lnTo>
                  <a:pt x="3330" y="2206"/>
                </a:lnTo>
                <a:lnTo>
                  <a:pt x="3373" y="2049"/>
                </a:lnTo>
                <a:lnTo>
                  <a:pt x="3401" y="1878"/>
                </a:lnTo>
                <a:lnTo>
                  <a:pt x="3415" y="1708"/>
                </a:lnTo>
                <a:lnTo>
                  <a:pt x="3401" y="1523"/>
                </a:lnTo>
                <a:lnTo>
                  <a:pt x="3373" y="1366"/>
                </a:lnTo>
                <a:lnTo>
                  <a:pt x="3330" y="1195"/>
                </a:lnTo>
                <a:lnTo>
                  <a:pt x="3273" y="1039"/>
                </a:lnTo>
                <a:lnTo>
                  <a:pt x="3202" y="897"/>
                </a:lnTo>
                <a:lnTo>
                  <a:pt x="3117" y="754"/>
                </a:lnTo>
                <a:lnTo>
                  <a:pt x="3017" y="626"/>
                </a:lnTo>
                <a:lnTo>
                  <a:pt x="2917" y="498"/>
                </a:lnTo>
                <a:lnTo>
                  <a:pt x="2789" y="384"/>
                </a:lnTo>
                <a:lnTo>
                  <a:pt x="2661" y="285"/>
                </a:lnTo>
                <a:lnTo>
                  <a:pt x="2519" y="213"/>
                </a:lnTo>
                <a:lnTo>
                  <a:pt x="2377" y="128"/>
                </a:lnTo>
                <a:lnTo>
                  <a:pt x="2220" y="71"/>
                </a:lnTo>
                <a:lnTo>
                  <a:pt x="2049" y="43"/>
                </a:lnTo>
                <a:lnTo>
                  <a:pt x="1879" y="14"/>
                </a:lnTo>
                <a:lnTo>
                  <a:pt x="17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0"/>
          <p:cNvSpPr/>
          <p:nvPr/>
        </p:nvSpPr>
        <p:spPr>
          <a:xfrm>
            <a:off x="6010370" y="1964494"/>
            <a:ext cx="145461" cy="146060"/>
          </a:xfrm>
          <a:custGeom>
            <a:avLst/>
            <a:gdLst/>
            <a:ahLst/>
            <a:cxnLst/>
            <a:rect l="l" t="t" r="r" b="b"/>
            <a:pathLst>
              <a:path w="3402" h="3416" extrusionOk="0">
                <a:moveTo>
                  <a:pt x="1694" y="0"/>
                </a:moveTo>
                <a:lnTo>
                  <a:pt x="1523" y="14"/>
                </a:lnTo>
                <a:lnTo>
                  <a:pt x="1352" y="43"/>
                </a:lnTo>
                <a:lnTo>
                  <a:pt x="1196" y="85"/>
                </a:lnTo>
                <a:lnTo>
                  <a:pt x="1039" y="142"/>
                </a:lnTo>
                <a:lnTo>
                  <a:pt x="883" y="213"/>
                </a:lnTo>
                <a:lnTo>
                  <a:pt x="755" y="299"/>
                </a:lnTo>
                <a:lnTo>
                  <a:pt x="612" y="398"/>
                </a:lnTo>
                <a:lnTo>
                  <a:pt x="498" y="498"/>
                </a:lnTo>
                <a:lnTo>
                  <a:pt x="385" y="626"/>
                </a:lnTo>
                <a:lnTo>
                  <a:pt x="285" y="754"/>
                </a:lnTo>
                <a:lnTo>
                  <a:pt x="200" y="897"/>
                </a:lnTo>
                <a:lnTo>
                  <a:pt x="128" y="1039"/>
                </a:lnTo>
                <a:lnTo>
                  <a:pt x="72" y="1195"/>
                </a:lnTo>
                <a:lnTo>
                  <a:pt x="29" y="1366"/>
                </a:lnTo>
                <a:lnTo>
                  <a:pt x="0" y="1537"/>
                </a:lnTo>
                <a:lnTo>
                  <a:pt x="0" y="1708"/>
                </a:lnTo>
                <a:lnTo>
                  <a:pt x="0" y="1878"/>
                </a:lnTo>
                <a:lnTo>
                  <a:pt x="29" y="2049"/>
                </a:lnTo>
                <a:lnTo>
                  <a:pt x="72" y="2220"/>
                </a:lnTo>
                <a:lnTo>
                  <a:pt x="128" y="2376"/>
                </a:lnTo>
                <a:lnTo>
                  <a:pt x="200" y="2519"/>
                </a:lnTo>
                <a:lnTo>
                  <a:pt x="285" y="2661"/>
                </a:lnTo>
                <a:lnTo>
                  <a:pt x="385" y="2789"/>
                </a:lnTo>
                <a:lnTo>
                  <a:pt x="498" y="2917"/>
                </a:lnTo>
                <a:lnTo>
                  <a:pt x="612" y="3017"/>
                </a:lnTo>
                <a:lnTo>
                  <a:pt x="755" y="3116"/>
                </a:lnTo>
                <a:lnTo>
                  <a:pt x="883" y="3202"/>
                </a:lnTo>
                <a:lnTo>
                  <a:pt x="1039" y="3273"/>
                </a:lnTo>
                <a:lnTo>
                  <a:pt x="1196" y="3330"/>
                </a:lnTo>
                <a:lnTo>
                  <a:pt x="1352" y="3373"/>
                </a:lnTo>
                <a:lnTo>
                  <a:pt x="1523" y="3401"/>
                </a:lnTo>
                <a:lnTo>
                  <a:pt x="1694" y="3415"/>
                </a:lnTo>
                <a:lnTo>
                  <a:pt x="1879" y="3401"/>
                </a:lnTo>
                <a:lnTo>
                  <a:pt x="2035" y="3373"/>
                </a:lnTo>
                <a:lnTo>
                  <a:pt x="2206" y="3330"/>
                </a:lnTo>
                <a:lnTo>
                  <a:pt x="2363" y="3273"/>
                </a:lnTo>
                <a:lnTo>
                  <a:pt x="2505" y="3202"/>
                </a:lnTo>
                <a:lnTo>
                  <a:pt x="2647" y="3116"/>
                </a:lnTo>
                <a:lnTo>
                  <a:pt x="2775" y="3017"/>
                </a:lnTo>
                <a:lnTo>
                  <a:pt x="2903" y="2917"/>
                </a:lnTo>
                <a:lnTo>
                  <a:pt x="3017" y="2789"/>
                </a:lnTo>
                <a:lnTo>
                  <a:pt x="3117" y="2661"/>
                </a:lnTo>
                <a:lnTo>
                  <a:pt x="3202" y="2519"/>
                </a:lnTo>
                <a:lnTo>
                  <a:pt x="3273" y="2376"/>
                </a:lnTo>
                <a:lnTo>
                  <a:pt x="3330" y="2220"/>
                </a:lnTo>
                <a:lnTo>
                  <a:pt x="3373" y="2049"/>
                </a:lnTo>
                <a:lnTo>
                  <a:pt x="3387" y="1878"/>
                </a:lnTo>
                <a:lnTo>
                  <a:pt x="3401" y="1708"/>
                </a:lnTo>
                <a:lnTo>
                  <a:pt x="3387" y="1537"/>
                </a:lnTo>
                <a:lnTo>
                  <a:pt x="3373" y="1366"/>
                </a:lnTo>
                <a:lnTo>
                  <a:pt x="3330" y="1195"/>
                </a:lnTo>
                <a:lnTo>
                  <a:pt x="3273" y="1039"/>
                </a:lnTo>
                <a:lnTo>
                  <a:pt x="3202" y="897"/>
                </a:lnTo>
                <a:lnTo>
                  <a:pt x="3117" y="754"/>
                </a:lnTo>
                <a:lnTo>
                  <a:pt x="3017" y="626"/>
                </a:lnTo>
                <a:lnTo>
                  <a:pt x="2903" y="498"/>
                </a:lnTo>
                <a:lnTo>
                  <a:pt x="2775" y="398"/>
                </a:lnTo>
                <a:lnTo>
                  <a:pt x="2647" y="299"/>
                </a:lnTo>
                <a:lnTo>
                  <a:pt x="2505" y="213"/>
                </a:lnTo>
                <a:lnTo>
                  <a:pt x="2363" y="142"/>
                </a:lnTo>
                <a:lnTo>
                  <a:pt x="2206" y="85"/>
                </a:lnTo>
                <a:lnTo>
                  <a:pt x="2035" y="43"/>
                </a:lnTo>
                <a:lnTo>
                  <a:pt x="1879" y="14"/>
                </a:lnTo>
                <a:lnTo>
                  <a:pt x="169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3010705" y="2412008"/>
            <a:ext cx="620625" cy="278095"/>
          </a:xfrm>
          <a:custGeom>
            <a:avLst/>
            <a:gdLst/>
            <a:ahLst/>
            <a:cxnLst/>
            <a:rect l="l" t="t" r="r" b="b"/>
            <a:pathLst>
              <a:path w="14515" h="6504" extrusionOk="0">
                <a:moveTo>
                  <a:pt x="840" y="0"/>
                </a:moveTo>
                <a:lnTo>
                  <a:pt x="0" y="840"/>
                </a:lnTo>
                <a:lnTo>
                  <a:pt x="5664" y="6503"/>
                </a:lnTo>
                <a:lnTo>
                  <a:pt x="14515" y="6503"/>
                </a:lnTo>
                <a:lnTo>
                  <a:pt x="14515" y="5308"/>
                </a:lnTo>
                <a:lnTo>
                  <a:pt x="6147" y="5308"/>
                </a:lnTo>
                <a:lnTo>
                  <a:pt x="84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0"/>
          <p:cNvSpPr/>
          <p:nvPr/>
        </p:nvSpPr>
        <p:spPr>
          <a:xfrm>
            <a:off x="3330114" y="2447883"/>
            <a:ext cx="301227" cy="51181"/>
          </a:xfrm>
          <a:custGeom>
            <a:avLst/>
            <a:gdLst/>
            <a:ahLst/>
            <a:cxnLst/>
            <a:rect l="l" t="t" r="r" b="b"/>
            <a:pathLst>
              <a:path w="7045" h="1197" extrusionOk="0">
                <a:moveTo>
                  <a:pt x="1" y="1"/>
                </a:moveTo>
                <a:lnTo>
                  <a:pt x="1" y="1196"/>
                </a:lnTo>
                <a:lnTo>
                  <a:pt x="7045" y="1196"/>
                </a:lnTo>
                <a:lnTo>
                  <a:pt x="704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0"/>
          <p:cNvSpPr/>
          <p:nvPr/>
        </p:nvSpPr>
        <p:spPr>
          <a:xfrm>
            <a:off x="2879863" y="2932213"/>
            <a:ext cx="751463" cy="254364"/>
          </a:xfrm>
          <a:custGeom>
            <a:avLst/>
            <a:gdLst/>
            <a:ahLst/>
            <a:cxnLst/>
            <a:rect l="l" t="t" r="r" b="b"/>
            <a:pathLst>
              <a:path w="17575" h="5949" extrusionOk="0">
                <a:moveTo>
                  <a:pt x="5109" y="1"/>
                </a:moveTo>
                <a:lnTo>
                  <a:pt x="1" y="5109"/>
                </a:lnTo>
                <a:lnTo>
                  <a:pt x="840" y="5949"/>
                </a:lnTo>
                <a:lnTo>
                  <a:pt x="5607" y="1182"/>
                </a:lnTo>
                <a:lnTo>
                  <a:pt x="17575" y="1182"/>
                </a:lnTo>
                <a:lnTo>
                  <a:pt x="1757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3042304" y="3098332"/>
            <a:ext cx="589027" cy="248293"/>
          </a:xfrm>
          <a:custGeom>
            <a:avLst/>
            <a:gdLst/>
            <a:ahLst/>
            <a:cxnLst/>
            <a:rect l="l" t="t" r="r" b="b"/>
            <a:pathLst>
              <a:path w="13776" h="5807" extrusionOk="0">
                <a:moveTo>
                  <a:pt x="4953" y="1"/>
                </a:moveTo>
                <a:lnTo>
                  <a:pt x="1" y="4953"/>
                </a:lnTo>
                <a:lnTo>
                  <a:pt x="841" y="5806"/>
                </a:lnTo>
                <a:lnTo>
                  <a:pt x="5451" y="1196"/>
                </a:lnTo>
                <a:lnTo>
                  <a:pt x="13776" y="1196"/>
                </a:lnTo>
                <a:lnTo>
                  <a:pt x="1377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0"/>
          <p:cNvSpPr/>
          <p:nvPr/>
        </p:nvSpPr>
        <p:spPr>
          <a:xfrm>
            <a:off x="3330114" y="3265648"/>
            <a:ext cx="301227" cy="51181"/>
          </a:xfrm>
          <a:custGeom>
            <a:avLst/>
            <a:gdLst/>
            <a:ahLst/>
            <a:cxnLst/>
            <a:rect l="l" t="t" r="r" b="b"/>
            <a:pathLst>
              <a:path w="7045" h="1197" extrusionOk="0">
                <a:moveTo>
                  <a:pt x="1" y="1"/>
                </a:moveTo>
                <a:lnTo>
                  <a:pt x="1" y="1196"/>
                </a:lnTo>
                <a:lnTo>
                  <a:pt x="7045" y="1196"/>
                </a:lnTo>
                <a:lnTo>
                  <a:pt x="704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0"/>
          <p:cNvSpPr/>
          <p:nvPr/>
        </p:nvSpPr>
        <p:spPr>
          <a:xfrm>
            <a:off x="2999716" y="3246791"/>
            <a:ext cx="146102" cy="145461"/>
          </a:xfrm>
          <a:custGeom>
            <a:avLst/>
            <a:gdLst/>
            <a:ahLst/>
            <a:cxnLst/>
            <a:rect l="l" t="t" r="r" b="b"/>
            <a:pathLst>
              <a:path w="3417" h="3402" extrusionOk="0">
                <a:moveTo>
                  <a:pt x="1538" y="1"/>
                </a:moveTo>
                <a:lnTo>
                  <a:pt x="1367" y="29"/>
                </a:lnTo>
                <a:lnTo>
                  <a:pt x="1196" y="72"/>
                </a:lnTo>
                <a:lnTo>
                  <a:pt x="1040" y="129"/>
                </a:lnTo>
                <a:lnTo>
                  <a:pt x="897" y="200"/>
                </a:lnTo>
                <a:lnTo>
                  <a:pt x="755" y="285"/>
                </a:lnTo>
                <a:lnTo>
                  <a:pt x="627" y="385"/>
                </a:lnTo>
                <a:lnTo>
                  <a:pt x="499" y="499"/>
                </a:lnTo>
                <a:lnTo>
                  <a:pt x="399" y="613"/>
                </a:lnTo>
                <a:lnTo>
                  <a:pt x="300" y="755"/>
                </a:lnTo>
                <a:lnTo>
                  <a:pt x="214" y="883"/>
                </a:lnTo>
                <a:lnTo>
                  <a:pt x="143" y="1040"/>
                </a:lnTo>
                <a:lnTo>
                  <a:pt x="86" y="1196"/>
                </a:lnTo>
                <a:lnTo>
                  <a:pt x="44" y="1353"/>
                </a:lnTo>
                <a:lnTo>
                  <a:pt x="15" y="1523"/>
                </a:lnTo>
                <a:lnTo>
                  <a:pt x="1" y="1694"/>
                </a:lnTo>
                <a:lnTo>
                  <a:pt x="15" y="1879"/>
                </a:lnTo>
                <a:lnTo>
                  <a:pt x="44" y="2050"/>
                </a:lnTo>
                <a:lnTo>
                  <a:pt x="86" y="2206"/>
                </a:lnTo>
                <a:lnTo>
                  <a:pt x="143" y="2363"/>
                </a:lnTo>
                <a:lnTo>
                  <a:pt x="214" y="2505"/>
                </a:lnTo>
                <a:lnTo>
                  <a:pt x="300" y="2648"/>
                </a:lnTo>
                <a:lnTo>
                  <a:pt x="399" y="2776"/>
                </a:lnTo>
                <a:lnTo>
                  <a:pt x="499" y="2904"/>
                </a:lnTo>
                <a:lnTo>
                  <a:pt x="627" y="3017"/>
                </a:lnTo>
                <a:lnTo>
                  <a:pt x="755" y="3117"/>
                </a:lnTo>
                <a:lnTo>
                  <a:pt x="897" y="3202"/>
                </a:lnTo>
                <a:lnTo>
                  <a:pt x="1040" y="3274"/>
                </a:lnTo>
                <a:lnTo>
                  <a:pt x="1196" y="3331"/>
                </a:lnTo>
                <a:lnTo>
                  <a:pt x="1367" y="3373"/>
                </a:lnTo>
                <a:lnTo>
                  <a:pt x="1538" y="3387"/>
                </a:lnTo>
                <a:lnTo>
                  <a:pt x="1708" y="3402"/>
                </a:lnTo>
                <a:lnTo>
                  <a:pt x="1879" y="3387"/>
                </a:lnTo>
                <a:lnTo>
                  <a:pt x="2050" y="3373"/>
                </a:lnTo>
                <a:lnTo>
                  <a:pt x="2221" y="3331"/>
                </a:lnTo>
                <a:lnTo>
                  <a:pt x="2377" y="3274"/>
                </a:lnTo>
                <a:lnTo>
                  <a:pt x="2520" y="3202"/>
                </a:lnTo>
                <a:lnTo>
                  <a:pt x="2662" y="3117"/>
                </a:lnTo>
                <a:lnTo>
                  <a:pt x="2790" y="3017"/>
                </a:lnTo>
                <a:lnTo>
                  <a:pt x="2918" y="2904"/>
                </a:lnTo>
                <a:lnTo>
                  <a:pt x="3018" y="2776"/>
                </a:lnTo>
                <a:lnTo>
                  <a:pt x="3117" y="2648"/>
                </a:lnTo>
                <a:lnTo>
                  <a:pt x="3203" y="2505"/>
                </a:lnTo>
                <a:lnTo>
                  <a:pt x="3274" y="2363"/>
                </a:lnTo>
                <a:lnTo>
                  <a:pt x="3331" y="2206"/>
                </a:lnTo>
                <a:lnTo>
                  <a:pt x="3373" y="2050"/>
                </a:lnTo>
                <a:lnTo>
                  <a:pt x="3402" y="1879"/>
                </a:lnTo>
                <a:lnTo>
                  <a:pt x="3416" y="1694"/>
                </a:lnTo>
                <a:lnTo>
                  <a:pt x="3402" y="1523"/>
                </a:lnTo>
                <a:lnTo>
                  <a:pt x="3373" y="1353"/>
                </a:lnTo>
                <a:lnTo>
                  <a:pt x="3331" y="1196"/>
                </a:lnTo>
                <a:lnTo>
                  <a:pt x="3274" y="1040"/>
                </a:lnTo>
                <a:lnTo>
                  <a:pt x="3203" y="883"/>
                </a:lnTo>
                <a:lnTo>
                  <a:pt x="3117" y="755"/>
                </a:lnTo>
                <a:lnTo>
                  <a:pt x="3018" y="613"/>
                </a:lnTo>
                <a:lnTo>
                  <a:pt x="2918" y="499"/>
                </a:lnTo>
                <a:lnTo>
                  <a:pt x="2790" y="385"/>
                </a:lnTo>
                <a:lnTo>
                  <a:pt x="2662" y="285"/>
                </a:lnTo>
                <a:lnTo>
                  <a:pt x="2520" y="200"/>
                </a:lnTo>
                <a:lnTo>
                  <a:pt x="2377" y="129"/>
                </a:lnTo>
                <a:lnTo>
                  <a:pt x="2221" y="72"/>
                </a:lnTo>
                <a:lnTo>
                  <a:pt x="2050" y="29"/>
                </a:lnTo>
                <a:lnTo>
                  <a:pt x="187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2839712" y="3086188"/>
            <a:ext cx="145461" cy="145418"/>
          </a:xfrm>
          <a:custGeom>
            <a:avLst/>
            <a:gdLst/>
            <a:ahLst/>
            <a:cxnLst/>
            <a:rect l="l" t="t" r="r" b="b"/>
            <a:pathLst>
              <a:path w="3402" h="3401" extrusionOk="0">
                <a:moveTo>
                  <a:pt x="1694" y="0"/>
                </a:moveTo>
                <a:lnTo>
                  <a:pt x="1523" y="14"/>
                </a:lnTo>
                <a:lnTo>
                  <a:pt x="1352" y="43"/>
                </a:lnTo>
                <a:lnTo>
                  <a:pt x="1196" y="71"/>
                </a:lnTo>
                <a:lnTo>
                  <a:pt x="1039" y="128"/>
                </a:lnTo>
                <a:lnTo>
                  <a:pt x="883" y="213"/>
                </a:lnTo>
                <a:lnTo>
                  <a:pt x="740" y="285"/>
                </a:lnTo>
                <a:lnTo>
                  <a:pt x="612" y="384"/>
                </a:lnTo>
                <a:lnTo>
                  <a:pt x="498" y="498"/>
                </a:lnTo>
                <a:lnTo>
                  <a:pt x="385" y="626"/>
                </a:lnTo>
                <a:lnTo>
                  <a:pt x="285" y="754"/>
                </a:lnTo>
                <a:lnTo>
                  <a:pt x="200" y="897"/>
                </a:lnTo>
                <a:lnTo>
                  <a:pt x="128" y="1039"/>
                </a:lnTo>
                <a:lnTo>
                  <a:pt x="72" y="1195"/>
                </a:lnTo>
                <a:lnTo>
                  <a:pt x="29" y="1366"/>
                </a:lnTo>
                <a:lnTo>
                  <a:pt x="0" y="1523"/>
                </a:lnTo>
                <a:lnTo>
                  <a:pt x="0" y="1708"/>
                </a:lnTo>
                <a:lnTo>
                  <a:pt x="0" y="1878"/>
                </a:lnTo>
                <a:lnTo>
                  <a:pt x="29" y="2049"/>
                </a:lnTo>
                <a:lnTo>
                  <a:pt x="72" y="2206"/>
                </a:lnTo>
                <a:lnTo>
                  <a:pt x="128" y="2362"/>
                </a:lnTo>
                <a:lnTo>
                  <a:pt x="200" y="2519"/>
                </a:lnTo>
                <a:lnTo>
                  <a:pt x="285" y="2661"/>
                </a:lnTo>
                <a:lnTo>
                  <a:pt x="385" y="2789"/>
                </a:lnTo>
                <a:lnTo>
                  <a:pt x="498" y="2903"/>
                </a:lnTo>
                <a:lnTo>
                  <a:pt x="612" y="3017"/>
                </a:lnTo>
                <a:lnTo>
                  <a:pt x="740" y="3116"/>
                </a:lnTo>
                <a:lnTo>
                  <a:pt x="883" y="3202"/>
                </a:lnTo>
                <a:lnTo>
                  <a:pt x="1039" y="3273"/>
                </a:lnTo>
                <a:lnTo>
                  <a:pt x="1196" y="3330"/>
                </a:lnTo>
                <a:lnTo>
                  <a:pt x="1352" y="3373"/>
                </a:lnTo>
                <a:lnTo>
                  <a:pt x="1523" y="3401"/>
                </a:lnTo>
                <a:lnTo>
                  <a:pt x="1865" y="3401"/>
                </a:lnTo>
                <a:lnTo>
                  <a:pt x="2035" y="3373"/>
                </a:lnTo>
                <a:lnTo>
                  <a:pt x="2206" y="3330"/>
                </a:lnTo>
                <a:lnTo>
                  <a:pt x="2363" y="3273"/>
                </a:lnTo>
                <a:lnTo>
                  <a:pt x="2505" y="3202"/>
                </a:lnTo>
                <a:lnTo>
                  <a:pt x="2647" y="3116"/>
                </a:lnTo>
                <a:lnTo>
                  <a:pt x="2775" y="3017"/>
                </a:lnTo>
                <a:lnTo>
                  <a:pt x="2903" y="2903"/>
                </a:lnTo>
                <a:lnTo>
                  <a:pt x="3003" y="2789"/>
                </a:lnTo>
                <a:lnTo>
                  <a:pt x="3103" y="2661"/>
                </a:lnTo>
                <a:lnTo>
                  <a:pt x="3188" y="2519"/>
                </a:lnTo>
                <a:lnTo>
                  <a:pt x="3259" y="2362"/>
                </a:lnTo>
                <a:lnTo>
                  <a:pt x="3316" y="2206"/>
                </a:lnTo>
                <a:lnTo>
                  <a:pt x="3359" y="2049"/>
                </a:lnTo>
                <a:lnTo>
                  <a:pt x="3387" y="1878"/>
                </a:lnTo>
                <a:lnTo>
                  <a:pt x="3401" y="1708"/>
                </a:lnTo>
                <a:lnTo>
                  <a:pt x="3387" y="1523"/>
                </a:lnTo>
                <a:lnTo>
                  <a:pt x="3359" y="1366"/>
                </a:lnTo>
                <a:lnTo>
                  <a:pt x="3316" y="1195"/>
                </a:lnTo>
                <a:lnTo>
                  <a:pt x="3259" y="1039"/>
                </a:lnTo>
                <a:lnTo>
                  <a:pt x="3188" y="897"/>
                </a:lnTo>
                <a:lnTo>
                  <a:pt x="3103" y="754"/>
                </a:lnTo>
                <a:lnTo>
                  <a:pt x="3003" y="626"/>
                </a:lnTo>
                <a:lnTo>
                  <a:pt x="2903" y="498"/>
                </a:lnTo>
                <a:lnTo>
                  <a:pt x="2775" y="384"/>
                </a:lnTo>
                <a:lnTo>
                  <a:pt x="2647" y="285"/>
                </a:lnTo>
                <a:lnTo>
                  <a:pt x="2505" y="213"/>
                </a:lnTo>
                <a:lnTo>
                  <a:pt x="2363" y="128"/>
                </a:lnTo>
                <a:lnTo>
                  <a:pt x="2206" y="71"/>
                </a:lnTo>
                <a:lnTo>
                  <a:pt x="2035" y="43"/>
                </a:lnTo>
                <a:lnTo>
                  <a:pt x="1865" y="14"/>
                </a:lnTo>
                <a:lnTo>
                  <a:pt x="169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0"/>
          <p:cNvSpPr/>
          <p:nvPr/>
        </p:nvSpPr>
        <p:spPr>
          <a:xfrm>
            <a:off x="2987573" y="2374294"/>
            <a:ext cx="145461" cy="146060"/>
          </a:xfrm>
          <a:custGeom>
            <a:avLst/>
            <a:gdLst/>
            <a:ahLst/>
            <a:cxnLst/>
            <a:rect l="l" t="t" r="r" b="b"/>
            <a:pathLst>
              <a:path w="3402" h="3416" extrusionOk="0">
                <a:moveTo>
                  <a:pt x="1708" y="0"/>
                </a:moveTo>
                <a:lnTo>
                  <a:pt x="1537" y="14"/>
                </a:lnTo>
                <a:lnTo>
                  <a:pt x="1366" y="43"/>
                </a:lnTo>
                <a:lnTo>
                  <a:pt x="1196" y="85"/>
                </a:lnTo>
                <a:lnTo>
                  <a:pt x="1039" y="142"/>
                </a:lnTo>
                <a:lnTo>
                  <a:pt x="897" y="213"/>
                </a:lnTo>
                <a:lnTo>
                  <a:pt x="754" y="299"/>
                </a:lnTo>
                <a:lnTo>
                  <a:pt x="626" y="398"/>
                </a:lnTo>
                <a:lnTo>
                  <a:pt x="498" y="498"/>
                </a:lnTo>
                <a:lnTo>
                  <a:pt x="384" y="626"/>
                </a:lnTo>
                <a:lnTo>
                  <a:pt x="299" y="754"/>
                </a:lnTo>
                <a:lnTo>
                  <a:pt x="214" y="897"/>
                </a:lnTo>
                <a:lnTo>
                  <a:pt x="143" y="1039"/>
                </a:lnTo>
                <a:lnTo>
                  <a:pt x="86" y="1195"/>
                </a:lnTo>
                <a:lnTo>
                  <a:pt x="43" y="1366"/>
                </a:lnTo>
                <a:lnTo>
                  <a:pt x="15" y="1537"/>
                </a:lnTo>
                <a:lnTo>
                  <a:pt x="0" y="1708"/>
                </a:lnTo>
                <a:lnTo>
                  <a:pt x="15" y="1878"/>
                </a:lnTo>
                <a:lnTo>
                  <a:pt x="43" y="2049"/>
                </a:lnTo>
                <a:lnTo>
                  <a:pt x="86" y="2220"/>
                </a:lnTo>
                <a:lnTo>
                  <a:pt x="143" y="2376"/>
                </a:lnTo>
                <a:lnTo>
                  <a:pt x="214" y="2519"/>
                </a:lnTo>
                <a:lnTo>
                  <a:pt x="299" y="2661"/>
                </a:lnTo>
                <a:lnTo>
                  <a:pt x="384" y="2789"/>
                </a:lnTo>
                <a:lnTo>
                  <a:pt x="498" y="2917"/>
                </a:lnTo>
                <a:lnTo>
                  <a:pt x="626" y="3017"/>
                </a:lnTo>
                <a:lnTo>
                  <a:pt x="754" y="3116"/>
                </a:lnTo>
                <a:lnTo>
                  <a:pt x="897" y="3202"/>
                </a:lnTo>
                <a:lnTo>
                  <a:pt x="1039" y="3273"/>
                </a:lnTo>
                <a:lnTo>
                  <a:pt x="1196" y="3330"/>
                </a:lnTo>
                <a:lnTo>
                  <a:pt x="1366" y="3373"/>
                </a:lnTo>
                <a:lnTo>
                  <a:pt x="1537" y="3401"/>
                </a:lnTo>
                <a:lnTo>
                  <a:pt x="1708" y="3415"/>
                </a:lnTo>
                <a:lnTo>
                  <a:pt x="1879" y="3401"/>
                </a:lnTo>
                <a:lnTo>
                  <a:pt x="2049" y="3373"/>
                </a:lnTo>
                <a:lnTo>
                  <a:pt x="2206" y="3330"/>
                </a:lnTo>
                <a:lnTo>
                  <a:pt x="2362" y="3273"/>
                </a:lnTo>
                <a:lnTo>
                  <a:pt x="2519" y="3202"/>
                </a:lnTo>
                <a:lnTo>
                  <a:pt x="2661" y="3116"/>
                </a:lnTo>
                <a:lnTo>
                  <a:pt x="2789" y="3017"/>
                </a:lnTo>
                <a:lnTo>
                  <a:pt x="2903" y="2917"/>
                </a:lnTo>
                <a:lnTo>
                  <a:pt x="3017" y="2789"/>
                </a:lnTo>
                <a:lnTo>
                  <a:pt x="3117" y="2661"/>
                </a:lnTo>
                <a:lnTo>
                  <a:pt x="3202" y="2519"/>
                </a:lnTo>
                <a:lnTo>
                  <a:pt x="3273" y="2376"/>
                </a:lnTo>
                <a:lnTo>
                  <a:pt x="3330" y="2220"/>
                </a:lnTo>
                <a:lnTo>
                  <a:pt x="3373" y="2049"/>
                </a:lnTo>
                <a:lnTo>
                  <a:pt x="3401" y="1878"/>
                </a:lnTo>
                <a:lnTo>
                  <a:pt x="3401" y="1708"/>
                </a:lnTo>
                <a:lnTo>
                  <a:pt x="3401" y="1537"/>
                </a:lnTo>
                <a:lnTo>
                  <a:pt x="3373" y="1366"/>
                </a:lnTo>
                <a:lnTo>
                  <a:pt x="3330" y="1195"/>
                </a:lnTo>
                <a:lnTo>
                  <a:pt x="3273" y="1039"/>
                </a:lnTo>
                <a:lnTo>
                  <a:pt x="3202" y="897"/>
                </a:lnTo>
                <a:lnTo>
                  <a:pt x="3117" y="754"/>
                </a:lnTo>
                <a:lnTo>
                  <a:pt x="3017" y="626"/>
                </a:lnTo>
                <a:lnTo>
                  <a:pt x="2903" y="498"/>
                </a:lnTo>
                <a:lnTo>
                  <a:pt x="2789" y="398"/>
                </a:lnTo>
                <a:lnTo>
                  <a:pt x="2661" y="299"/>
                </a:lnTo>
                <a:lnTo>
                  <a:pt x="2519" y="213"/>
                </a:lnTo>
                <a:lnTo>
                  <a:pt x="2362" y="142"/>
                </a:lnTo>
                <a:lnTo>
                  <a:pt x="2206" y="85"/>
                </a:lnTo>
                <a:lnTo>
                  <a:pt x="2049" y="43"/>
                </a:lnTo>
                <a:lnTo>
                  <a:pt x="1879" y="14"/>
                </a:lnTo>
                <a:lnTo>
                  <a:pt x="170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0"/>
          <p:cNvSpPr/>
          <p:nvPr/>
        </p:nvSpPr>
        <p:spPr>
          <a:xfrm>
            <a:off x="4011527" y="1180122"/>
            <a:ext cx="247800" cy="2478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4179310" y="3452475"/>
            <a:ext cx="784800" cy="78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0"/>
          <p:cNvSpPr/>
          <p:nvPr/>
        </p:nvSpPr>
        <p:spPr>
          <a:xfrm>
            <a:off x="4333697" y="3608632"/>
            <a:ext cx="472142" cy="472112"/>
          </a:xfrm>
          <a:custGeom>
            <a:avLst/>
            <a:gdLst/>
            <a:ahLst/>
            <a:cxnLst/>
            <a:rect l="l" t="t" r="r" b="b"/>
            <a:pathLst>
              <a:path w="12036" h="12036" extrusionOk="0">
                <a:moveTo>
                  <a:pt x="3246" y="2868"/>
                </a:moveTo>
                <a:cubicBezTo>
                  <a:pt x="3435" y="2868"/>
                  <a:pt x="3592" y="3025"/>
                  <a:pt x="3592" y="3246"/>
                </a:cubicBezTo>
                <a:cubicBezTo>
                  <a:pt x="3592" y="3435"/>
                  <a:pt x="3435" y="3592"/>
                  <a:pt x="3246" y="3592"/>
                </a:cubicBezTo>
                <a:cubicBezTo>
                  <a:pt x="3057" y="3592"/>
                  <a:pt x="2899" y="3435"/>
                  <a:pt x="2899" y="3246"/>
                </a:cubicBezTo>
                <a:cubicBezTo>
                  <a:pt x="2899" y="3025"/>
                  <a:pt x="3057" y="2868"/>
                  <a:pt x="3246" y="2868"/>
                </a:cubicBezTo>
                <a:close/>
                <a:moveTo>
                  <a:pt x="8854" y="2868"/>
                </a:moveTo>
                <a:cubicBezTo>
                  <a:pt x="9043" y="2868"/>
                  <a:pt x="9200" y="3025"/>
                  <a:pt x="9200" y="3246"/>
                </a:cubicBezTo>
                <a:cubicBezTo>
                  <a:pt x="9200" y="3435"/>
                  <a:pt x="9043" y="3592"/>
                  <a:pt x="8854" y="3592"/>
                </a:cubicBezTo>
                <a:cubicBezTo>
                  <a:pt x="8665" y="3592"/>
                  <a:pt x="8507" y="3435"/>
                  <a:pt x="8507" y="3246"/>
                </a:cubicBezTo>
                <a:cubicBezTo>
                  <a:pt x="8507" y="3025"/>
                  <a:pt x="8665" y="2868"/>
                  <a:pt x="8854" y="2868"/>
                </a:cubicBezTo>
                <a:close/>
                <a:moveTo>
                  <a:pt x="6774" y="3277"/>
                </a:moveTo>
                <a:cubicBezTo>
                  <a:pt x="6963" y="3277"/>
                  <a:pt x="7121" y="3435"/>
                  <a:pt x="7121" y="3624"/>
                </a:cubicBezTo>
                <a:lnTo>
                  <a:pt x="7121" y="3876"/>
                </a:lnTo>
                <a:cubicBezTo>
                  <a:pt x="7247" y="3907"/>
                  <a:pt x="7341" y="3970"/>
                  <a:pt x="7467" y="4065"/>
                </a:cubicBezTo>
                <a:lnTo>
                  <a:pt x="7656" y="3939"/>
                </a:lnTo>
                <a:cubicBezTo>
                  <a:pt x="7706" y="3919"/>
                  <a:pt x="7766" y="3908"/>
                  <a:pt x="7825" y="3908"/>
                </a:cubicBezTo>
                <a:cubicBezTo>
                  <a:pt x="7955" y="3908"/>
                  <a:pt x="8086" y="3957"/>
                  <a:pt x="8129" y="4065"/>
                </a:cubicBezTo>
                <a:lnTo>
                  <a:pt x="8854" y="5294"/>
                </a:lnTo>
                <a:cubicBezTo>
                  <a:pt x="8917" y="5451"/>
                  <a:pt x="8885" y="5672"/>
                  <a:pt x="8728" y="5735"/>
                </a:cubicBezTo>
                <a:lnTo>
                  <a:pt x="8539" y="5861"/>
                </a:lnTo>
                <a:lnTo>
                  <a:pt x="8539" y="6270"/>
                </a:lnTo>
                <a:lnTo>
                  <a:pt x="8728" y="6396"/>
                </a:lnTo>
                <a:cubicBezTo>
                  <a:pt x="8885" y="6459"/>
                  <a:pt x="8980" y="6711"/>
                  <a:pt x="8854" y="6869"/>
                </a:cubicBezTo>
                <a:lnTo>
                  <a:pt x="8129" y="8066"/>
                </a:lnTo>
                <a:cubicBezTo>
                  <a:pt x="8043" y="8174"/>
                  <a:pt x="7927" y="8222"/>
                  <a:pt x="7812" y="8222"/>
                </a:cubicBezTo>
                <a:cubicBezTo>
                  <a:pt x="7759" y="8222"/>
                  <a:pt x="7706" y="8212"/>
                  <a:pt x="7656" y="8192"/>
                </a:cubicBezTo>
                <a:lnTo>
                  <a:pt x="7467" y="8066"/>
                </a:lnTo>
                <a:cubicBezTo>
                  <a:pt x="7341" y="8160"/>
                  <a:pt x="7215" y="8223"/>
                  <a:pt x="7121" y="8255"/>
                </a:cubicBezTo>
                <a:lnTo>
                  <a:pt x="7121" y="8507"/>
                </a:lnTo>
                <a:cubicBezTo>
                  <a:pt x="7121" y="8696"/>
                  <a:pt x="6963" y="8854"/>
                  <a:pt x="6774" y="8854"/>
                </a:cubicBezTo>
                <a:lnTo>
                  <a:pt x="5357" y="8854"/>
                </a:lnTo>
                <a:cubicBezTo>
                  <a:pt x="5136" y="8854"/>
                  <a:pt x="4978" y="8696"/>
                  <a:pt x="4978" y="8507"/>
                </a:cubicBezTo>
                <a:lnTo>
                  <a:pt x="4978" y="8255"/>
                </a:lnTo>
                <a:cubicBezTo>
                  <a:pt x="4884" y="8223"/>
                  <a:pt x="4758" y="8160"/>
                  <a:pt x="4632" y="8066"/>
                </a:cubicBezTo>
                <a:lnTo>
                  <a:pt x="4443" y="8192"/>
                </a:lnTo>
                <a:cubicBezTo>
                  <a:pt x="4393" y="8212"/>
                  <a:pt x="4334" y="8222"/>
                  <a:pt x="4274" y="8222"/>
                </a:cubicBezTo>
                <a:cubicBezTo>
                  <a:pt x="4145" y="8222"/>
                  <a:pt x="4013" y="8174"/>
                  <a:pt x="3970" y="8066"/>
                </a:cubicBezTo>
                <a:lnTo>
                  <a:pt x="3246" y="6869"/>
                </a:lnTo>
                <a:cubicBezTo>
                  <a:pt x="3183" y="6680"/>
                  <a:pt x="3214" y="6459"/>
                  <a:pt x="3372" y="6396"/>
                </a:cubicBezTo>
                <a:lnTo>
                  <a:pt x="3561" y="6270"/>
                </a:lnTo>
                <a:lnTo>
                  <a:pt x="3561" y="5861"/>
                </a:lnTo>
                <a:lnTo>
                  <a:pt x="3372" y="5735"/>
                </a:lnTo>
                <a:cubicBezTo>
                  <a:pt x="3214" y="5672"/>
                  <a:pt x="3151" y="5420"/>
                  <a:pt x="3246" y="5294"/>
                </a:cubicBezTo>
                <a:lnTo>
                  <a:pt x="3970" y="4065"/>
                </a:lnTo>
                <a:cubicBezTo>
                  <a:pt x="4013" y="3958"/>
                  <a:pt x="4142" y="3880"/>
                  <a:pt x="4270" y="3880"/>
                </a:cubicBezTo>
                <a:cubicBezTo>
                  <a:pt x="4331" y="3880"/>
                  <a:pt x="4392" y="3898"/>
                  <a:pt x="4443" y="3939"/>
                </a:cubicBezTo>
                <a:lnTo>
                  <a:pt x="4632" y="4065"/>
                </a:lnTo>
                <a:cubicBezTo>
                  <a:pt x="4758" y="3970"/>
                  <a:pt x="4884" y="3907"/>
                  <a:pt x="4978" y="3876"/>
                </a:cubicBezTo>
                <a:lnTo>
                  <a:pt x="4978" y="3624"/>
                </a:lnTo>
                <a:cubicBezTo>
                  <a:pt x="4978" y="3435"/>
                  <a:pt x="5136" y="3277"/>
                  <a:pt x="5357" y="3277"/>
                </a:cubicBezTo>
                <a:close/>
                <a:moveTo>
                  <a:pt x="3246" y="8475"/>
                </a:moveTo>
                <a:cubicBezTo>
                  <a:pt x="3435" y="8475"/>
                  <a:pt x="3592" y="8633"/>
                  <a:pt x="3592" y="8822"/>
                </a:cubicBezTo>
                <a:cubicBezTo>
                  <a:pt x="3592" y="9043"/>
                  <a:pt x="3435" y="9169"/>
                  <a:pt x="3246" y="9169"/>
                </a:cubicBezTo>
                <a:cubicBezTo>
                  <a:pt x="3057" y="9169"/>
                  <a:pt x="2899" y="9011"/>
                  <a:pt x="2899" y="8822"/>
                </a:cubicBezTo>
                <a:cubicBezTo>
                  <a:pt x="2899" y="8633"/>
                  <a:pt x="3057" y="8475"/>
                  <a:pt x="3246" y="8475"/>
                </a:cubicBezTo>
                <a:close/>
                <a:moveTo>
                  <a:pt x="8854" y="8475"/>
                </a:moveTo>
                <a:cubicBezTo>
                  <a:pt x="9043" y="8475"/>
                  <a:pt x="9200" y="8633"/>
                  <a:pt x="9200" y="8822"/>
                </a:cubicBezTo>
                <a:cubicBezTo>
                  <a:pt x="9200" y="9043"/>
                  <a:pt x="9043" y="9169"/>
                  <a:pt x="8854" y="9169"/>
                </a:cubicBezTo>
                <a:cubicBezTo>
                  <a:pt x="8665" y="9169"/>
                  <a:pt x="8507" y="9011"/>
                  <a:pt x="8507" y="8822"/>
                </a:cubicBezTo>
                <a:cubicBezTo>
                  <a:pt x="8507" y="8633"/>
                  <a:pt x="8665" y="8475"/>
                  <a:pt x="8854" y="8475"/>
                </a:cubicBezTo>
                <a:close/>
                <a:moveTo>
                  <a:pt x="3183" y="1"/>
                </a:moveTo>
                <a:cubicBezTo>
                  <a:pt x="2994" y="1"/>
                  <a:pt x="2836" y="158"/>
                  <a:pt x="2836" y="347"/>
                </a:cubicBezTo>
                <a:lnTo>
                  <a:pt x="2836" y="1418"/>
                </a:lnTo>
                <a:lnTo>
                  <a:pt x="2458" y="1418"/>
                </a:lnTo>
                <a:cubicBezTo>
                  <a:pt x="1891" y="1418"/>
                  <a:pt x="1418" y="1891"/>
                  <a:pt x="1418" y="2490"/>
                </a:cubicBezTo>
                <a:lnTo>
                  <a:pt x="1418" y="2836"/>
                </a:lnTo>
                <a:lnTo>
                  <a:pt x="347" y="2836"/>
                </a:lnTo>
                <a:cubicBezTo>
                  <a:pt x="158" y="2836"/>
                  <a:pt x="1" y="2994"/>
                  <a:pt x="1" y="3183"/>
                </a:cubicBezTo>
                <a:cubicBezTo>
                  <a:pt x="1" y="3372"/>
                  <a:pt x="158" y="3529"/>
                  <a:pt x="347" y="3529"/>
                </a:cubicBezTo>
                <a:lnTo>
                  <a:pt x="1418" y="3529"/>
                </a:lnTo>
                <a:lnTo>
                  <a:pt x="1418" y="4254"/>
                </a:lnTo>
                <a:lnTo>
                  <a:pt x="347" y="4254"/>
                </a:lnTo>
                <a:cubicBezTo>
                  <a:pt x="158" y="4254"/>
                  <a:pt x="1" y="4411"/>
                  <a:pt x="1" y="4600"/>
                </a:cubicBezTo>
                <a:cubicBezTo>
                  <a:pt x="1" y="4821"/>
                  <a:pt x="158" y="4978"/>
                  <a:pt x="347" y="4978"/>
                </a:cubicBezTo>
                <a:lnTo>
                  <a:pt x="1418" y="4978"/>
                </a:lnTo>
                <a:lnTo>
                  <a:pt x="1418" y="5672"/>
                </a:lnTo>
                <a:lnTo>
                  <a:pt x="347" y="5672"/>
                </a:lnTo>
                <a:cubicBezTo>
                  <a:pt x="158" y="5672"/>
                  <a:pt x="1" y="5829"/>
                  <a:pt x="1" y="6018"/>
                </a:cubicBezTo>
                <a:cubicBezTo>
                  <a:pt x="1" y="6239"/>
                  <a:pt x="158" y="6396"/>
                  <a:pt x="347" y="6396"/>
                </a:cubicBezTo>
                <a:lnTo>
                  <a:pt x="1418" y="6396"/>
                </a:lnTo>
                <a:lnTo>
                  <a:pt x="1418" y="7089"/>
                </a:lnTo>
                <a:lnTo>
                  <a:pt x="347" y="7089"/>
                </a:lnTo>
                <a:cubicBezTo>
                  <a:pt x="158" y="7089"/>
                  <a:pt x="1" y="7247"/>
                  <a:pt x="1" y="7436"/>
                </a:cubicBezTo>
                <a:cubicBezTo>
                  <a:pt x="1" y="7656"/>
                  <a:pt x="158" y="7814"/>
                  <a:pt x="347" y="7814"/>
                </a:cubicBezTo>
                <a:lnTo>
                  <a:pt x="1418" y="7814"/>
                </a:lnTo>
                <a:lnTo>
                  <a:pt x="1418" y="8507"/>
                </a:lnTo>
                <a:lnTo>
                  <a:pt x="347" y="8507"/>
                </a:lnTo>
                <a:cubicBezTo>
                  <a:pt x="158" y="8507"/>
                  <a:pt x="1" y="8665"/>
                  <a:pt x="1" y="8854"/>
                </a:cubicBezTo>
                <a:cubicBezTo>
                  <a:pt x="1" y="9074"/>
                  <a:pt x="158" y="9232"/>
                  <a:pt x="347" y="9232"/>
                </a:cubicBezTo>
                <a:lnTo>
                  <a:pt x="1418" y="9232"/>
                </a:lnTo>
                <a:lnTo>
                  <a:pt x="1418" y="9578"/>
                </a:lnTo>
                <a:cubicBezTo>
                  <a:pt x="1418" y="10177"/>
                  <a:pt x="1891" y="10618"/>
                  <a:pt x="2458" y="10618"/>
                </a:cubicBezTo>
                <a:lnTo>
                  <a:pt x="2836" y="10618"/>
                </a:lnTo>
                <a:lnTo>
                  <a:pt x="2836" y="11689"/>
                </a:lnTo>
                <a:cubicBezTo>
                  <a:pt x="2836" y="11878"/>
                  <a:pt x="2994" y="12036"/>
                  <a:pt x="3183" y="12036"/>
                </a:cubicBezTo>
                <a:cubicBezTo>
                  <a:pt x="3372" y="12036"/>
                  <a:pt x="3529" y="11878"/>
                  <a:pt x="3529" y="11689"/>
                </a:cubicBezTo>
                <a:lnTo>
                  <a:pt x="3529" y="10618"/>
                </a:lnTo>
                <a:lnTo>
                  <a:pt x="4254" y="10618"/>
                </a:lnTo>
                <a:lnTo>
                  <a:pt x="4254" y="11689"/>
                </a:lnTo>
                <a:cubicBezTo>
                  <a:pt x="4254" y="11878"/>
                  <a:pt x="4411" y="12036"/>
                  <a:pt x="4600" y="12036"/>
                </a:cubicBezTo>
                <a:cubicBezTo>
                  <a:pt x="4789" y="12036"/>
                  <a:pt x="4947" y="11878"/>
                  <a:pt x="4947" y="11689"/>
                </a:cubicBezTo>
                <a:lnTo>
                  <a:pt x="4947" y="10618"/>
                </a:lnTo>
                <a:lnTo>
                  <a:pt x="5672" y="10618"/>
                </a:lnTo>
                <a:lnTo>
                  <a:pt x="5672" y="11689"/>
                </a:lnTo>
                <a:cubicBezTo>
                  <a:pt x="5672" y="11878"/>
                  <a:pt x="5829" y="12036"/>
                  <a:pt x="6018" y="12036"/>
                </a:cubicBezTo>
                <a:cubicBezTo>
                  <a:pt x="6207" y="12036"/>
                  <a:pt x="6365" y="11878"/>
                  <a:pt x="6365" y="11689"/>
                </a:cubicBezTo>
                <a:lnTo>
                  <a:pt x="6365" y="10618"/>
                </a:lnTo>
                <a:lnTo>
                  <a:pt x="7089" y="10618"/>
                </a:lnTo>
                <a:lnTo>
                  <a:pt x="7089" y="11689"/>
                </a:lnTo>
                <a:cubicBezTo>
                  <a:pt x="7089" y="11878"/>
                  <a:pt x="7247" y="12036"/>
                  <a:pt x="7436" y="12036"/>
                </a:cubicBezTo>
                <a:cubicBezTo>
                  <a:pt x="7625" y="12036"/>
                  <a:pt x="7782" y="11878"/>
                  <a:pt x="7782" y="11689"/>
                </a:cubicBezTo>
                <a:lnTo>
                  <a:pt x="7782" y="10618"/>
                </a:lnTo>
                <a:lnTo>
                  <a:pt x="8507" y="10618"/>
                </a:lnTo>
                <a:lnTo>
                  <a:pt x="8507" y="11689"/>
                </a:lnTo>
                <a:cubicBezTo>
                  <a:pt x="8507" y="11878"/>
                  <a:pt x="8665" y="12036"/>
                  <a:pt x="8854" y="12036"/>
                </a:cubicBezTo>
                <a:cubicBezTo>
                  <a:pt x="9043" y="12036"/>
                  <a:pt x="9200" y="11878"/>
                  <a:pt x="9200" y="11689"/>
                </a:cubicBezTo>
                <a:lnTo>
                  <a:pt x="9200" y="10618"/>
                </a:lnTo>
                <a:lnTo>
                  <a:pt x="9547" y="10618"/>
                </a:lnTo>
                <a:cubicBezTo>
                  <a:pt x="10145" y="10618"/>
                  <a:pt x="10618" y="10177"/>
                  <a:pt x="10618" y="9578"/>
                </a:cubicBezTo>
                <a:lnTo>
                  <a:pt x="10618" y="9232"/>
                </a:lnTo>
                <a:lnTo>
                  <a:pt x="11689" y="9232"/>
                </a:lnTo>
                <a:cubicBezTo>
                  <a:pt x="11878" y="9232"/>
                  <a:pt x="12036" y="9074"/>
                  <a:pt x="12036" y="8854"/>
                </a:cubicBezTo>
                <a:cubicBezTo>
                  <a:pt x="12036" y="8665"/>
                  <a:pt x="11878" y="8507"/>
                  <a:pt x="11689" y="8507"/>
                </a:cubicBezTo>
                <a:lnTo>
                  <a:pt x="10618" y="8507"/>
                </a:lnTo>
                <a:lnTo>
                  <a:pt x="10618" y="7814"/>
                </a:lnTo>
                <a:lnTo>
                  <a:pt x="11689" y="7814"/>
                </a:lnTo>
                <a:cubicBezTo>
                  <a:pt x="11878" y="7814"/>
                  <a:pt x="12036" y="7656"/>
                  <a:pt x="12036" y="7436"/>
                </a:cubicBezTo>
                <a:cubicBezTo>
                  <a:pt x="12036" y="7247"/>
                  <a:pt x="11878" y="7089"/>
                  <a:pt x="11689" y="7089"/>
                </a:cubicBezTo>
                <a:lnTo>
                  <a:pt x="10618" y="7089"/>
                </a:lnTo>
                <a:lnTo>
                  <a:pt x="10618" y="6396"/>
                </a:lnTo>
                <a:lnTo>
                  <a:pt x="11689" y="6396"/>
                </a:lnTo>
                <a:cubicBezTo>
                  <a:pt x="11878" y="6396"/>
                  <a:pt x="12036" y="6239"/>
                  <a:pt x="12036" y="6018"/>
                </a:cubicBezTo>
                <a:cubicBezTo>
                  <a:pt x="12036" y="5829"/>
                  <a:pt x="11878" y="5672"/>
                  <a:pt x="11689" y="5672"/>
                </a:cubicBezTo>
                <a:lnTo>
                  <a:pt x="10618" y="5672"/>
                </a:lnTo>
                <a:lnTo>
                  <a:pt x="10618" y="4978"/>
                </a:lnTo>
                <a:lnTo>
                  <a:pt x="11689" y="4978"/>
                </a:lnTo>
                <a:cubicBezTo>
                  <a:pt x="11878" y="4978"/>
                  <a:pt x="12036" y="4821"/>
                  <a:pt x="12036" y="4600"/>
                </a:cubicBezTo>
                <a:cubicBezTo>
                  <a:pt x="12036" y="4411"/>
                  <a:pt x="11878" y="4254"/>
                  <a:pt x="11689" y="4254"/>
                </a:cubicBezTo>
                <a:lnTo>
                  <a:pt x="10618" y="4254"/>
                </a:lnTo>
                <a:lnTo>
                  <a:pt x="10618" y="3529"/>
                </a:lnTo>
                <a:lnTo>
                  <a:pt x="11689" y="3529"/>
                </a:lnTo>
                <a:cubicBezTo>
                  <a:pt x="11878" y="3529"/>
                  <a:pt x="12036" y="3372"/>
                  <a:pt x="12036" y="3183"/>
                </a:cubicBezTo>
                <a:cubicBezTo>
                  <a:pt x="12036" y="2994"/>
                  <a:pt x="11878" y="2836"/>
                  <a:pt x="11689" y="2836"/>
                </a:cubicBezTo>
                <a:lnTo>
                  <a:pt x="10618" y="2836"/>
                </a:lnTo>
                <a:lnTo>
                  <a:pt x="10618" y="2490"/>
                </a:lnTo>
                <a:cubicBezTo>
                  <a:pt x="10618" y="1891"/>
                  <a:pt x="10145" y="1418"/>
                  <a:pt x="9547" y="1418"/>
                </a:cubicBezTo>
                <a:lnTo>
                  <a:pt x="9200" y="1418"/>
                </a:lnTo>
                <a:lnTo>
                  <a:pt x="9200" y="347"/>
                </a:lnTo>
                <a:cubicBezTo>
                  <a:pt x="9200" y="158"/>
                  <a:pt x="9043" y="1"/>
                  <a:pt x="8854" y="1"/>
                </a:cubicBezTo>
                <a:cubicBezTo>
                  <a:pt x="8665" y="1"/>
                  <a:pt x="8507" y="158"/>
                  <a:pt x="8507" y="347"/>
                </a:cubicBezTo>
                <a:lnTo>
                  <a:pt x="8507" y="1418"/>
                </a:lnTo>
                <a:lnTo>
                  <a:pt x="7782" y="1418"/>
                </a:lnTo>
                <a:lnTo>
                  <a:pt x="7782" y="347"/>
                </a:lnTo>
                <a:cubicBezTo>
                  <a:pt x="7782" y="158"/>
                  <a:pt x="7625" y="1"/>
                  <a:pt x="7436" y="1"/>
                </a:cubicBezTo>
                <a:cubicBezTo>
                  <a:pt x="7247" y="1"/>
                  <a:pt x="7089" y="158"/>
                  <a:pt x="7089" y="347"/>
                </a:cubicBezTo>
                <a:lnTo>
                  <a:pt x="7089" y="1418"/>
                </a:lnTo>
                <a:lnTo>
                  <a:pt x="6365" y="1418"/>
                </a:lnTo>
                <a:lnTo>
                  <a:pt x="6365" y="347"/>
                </a:lnTo>
                <a:cubicBezTo>
                  <a:pt x="6365" y="158"/>
                  <a:pt x="6207" y="1"/>
                  <a:pt x="6018" y="1"/>
                </a:cubicBezTo>
                <a:cubicBezTo>
                  <a:pt x="5829" y="1"/>
                  <a:pt x="5672" y="158"/>
                  <a:pt x="5672" y="347"/>
                </a:cubicBezTo>
                <a:lnTo>
                  <a:pt x="5672" y="1418"/>
                </a:lnTo>
                <a:lnTo>
                  <a:pt x="4947" y="1418"/>
                </a:lnTo>
                <a:lnTo>
                  <a:pt x="4947" y="347"/>
                </a:lnTo>
                <a:cubicBezTo>
                  <a:pt x="4947" y="158"/>
                  <a:pt x="4789" y="1"/>
                  <a:pt x="4600" y="1"/>
                </a:cubicBezTo>
                <a:cubicBezTo>
                  <a:pt x="4411" y="1"/>
                  <a:pt x="4254" y="158"/>
                  <a:pt x="4254" y="347"/>
                </a:cubicBezTo>
                <a:lnTo>
                  <a:pt x="4254" y="1418"/>
                </a:lnTo>
                <a:lnTo>
                  <a:pt x="3529" y="1418"/>
                </a:lnTo>
                <a:lnTo>
                  <a:pt x="3529" y="347"/>
                </a:lnTo>
                <a:cubicBezTo>
                  <a:pt x="3529" y="158"/>
                  <a:pt x="3372" y="1"/>
                  <a:pt x="318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0"/>
          <p:cNvSpPr/>
          <p:nvPr/>
        </p:nvSpPr>
        <p:spPr>
          <a:xfrm>
            <a:off x="4557411" y="3831077"/>
            <a:ext cx="27224" cy="28477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693" y="568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0"/>
          <p:cNvSpPr/>
          <p:nvPr/>
        </p:nvSpPr>
        <p:spPr>
          <a:xfrm>
            <a:off x="4491901" y="3764355"/>
            <a:ext cx="158204" cy="160666"/>
          </a:xfrm>
          <a:custGeom>
            <a:avLst/>
            <a:gdLst/>
            <a:ahLst/>
            <a:cxnLst/>
            <a:rect l="l" t="t" r="r" b="b"/>
            <a:pathLst>
              <a:path w="4033" h="4096" extrusionOk="0">
                <a:moveTo>
                  <a:pt x="2017" y="1008"/>
                </a:moveTo>
                <a:cubicBezTo>
                  <a:pt x="2615" y="1008"/>
                  <a:pt x="3088" y="1481"/>
                  <a:pt x="3088" y="2048"/>
                </a:cubicBezTo>
                <a:cubicBezTo>
                  <a:pt x="3088" y="2647"/>
                  <a:pt x="2615" y="3119"/>
                  <a:pt x="2017" y="3119"/>
                </a:cubicBezTo>
                <a:cubicBezTo>
                  <a:pt x="1418" y="3119"/>
                  <a:pt x="945" y="2647"/>
                  <a:pt x="945" y="2048"/>
                </a:cubicBezTo>
                <a:cubicBezTo>
                  <a:pt x="945" y="1481"/>
                  <a:pt x="1418" y="1008"/>
                  <a:pt x="2017" y="1008"/>
                </a:cubicBezTo>
                <a:close/>
                <a:moveTo>
                  <a:pt x="1670" y="0"/>
                </a:moveTo>
                <a:lnTo>
                  <a:pt x="1670" y="126"/>
                </a:lnTo>
                <a:cubicBezTo>
                  <a:pt x="1670" y="284"/>
                  <a:pt x="1576" y="410"/>
                  <a:pt x="1418" y="441"/>
                </a:cubicBezTo>
                <a:cubicBezTo>
                  <a:pt x="1229" y="536"/>
                  <a:pt x="1040" y="630"/>
                  <a:pt x="882" y="756"/>
                </a:cubicBezTo>
                <a:cubicBezTo>
                  <a:pt x="809" y="811"/>
                  <a:pt x="725" y="845"/>
                  <a:pt x="643" y="845"/>
                </a:cubicBezTo>
                <a:cubicBezTo>
                  <a:pt x="584" y="845"/>
                  <a:pt x="526" y="828"/>
                  <a:pt x="473" y="788"/>
                </a:cubicBezTo>
                <a:lnTo>
                  <a:pt x="347" y="725"/>
                </a:lnTo>
                <a:lnTo>
                  <a:pt x="0" y="1324"/>
                </a:lnTo>
                <a:lnTo>
                  <a:pt x="126" y="1387"/>
                </a:lnTo>
                <a:cubicBezTo>
                  <a:pt x="252" y="1481"/>
                  <a:pt x="315" y="1639"/>
                  <a:pt x="284" y="1733"/>
                </a:cubicBezTo>
                <a:cubicBezTo>
                  <a:pt x="252" y="1985"/>
                  <a:pt x="252" y="2143"/>
                  <a:pt x="284" y="2363"/>
                </a:cubicBezTo>
                <a:cubicBezTo>
                  <a:pt x="315" y="2521"/>
                  <a:pt x="252" y="2647"/>
                  <a:pt x="126" y="2741"/>
                </a:cubicBezTo>
                <a:lnTo>
                  <a:pt x="0" y="2804"/>
                </a:lnTo>
                <a:lnTo>
                  <a:pt x="347" y="3403"/>
                </a:lnTo>
                <a:lnTo>
                  <a:pt x="473" y="3308"/>
                </a:lnTo>
                <a:cubicBezTo>
                  <a:pt x="518" y="3286"/>
                  <a:pt x="566" y="3276"/>
                  <a:pt x="616" y="3276"/>
                </a:cubicBezTo>
                <a:cubicBezTo>
                  <a:pt x="707" y="3276"/>
                  <a:pt x="801" y="3310"/>
                  <a:pt x="882" y="3371"/>
                </a:cubicBezTo>
                <a:cubicBezTo>
                  <a:pt x="1040" y="3529"/>
                  <a:pt x="1229" y="3592"/>
                  <a:pt x="1418" y="3686"/>
                </a:cubicBezTo>
                <a:cubicBezTo>
                  <a:pt x="1576" y="3718"/>
                  <a:pt x="1670" y="3875"/>
                  <a:pt x="1670" y="4001"/>
                </a:cubicBezTo>
                <a:lnTo>
                  <a:pt x="1670" y="4096"/>
                </a:lnTo>
                <a:lnTo>
                  <a:pt x="2363" y="4096"/>
                </a:lnTo>
                <a:lnTo>
                  <a:pt x="2363" y="4001"/>
                </a:lnTo>
                <a:cubicBezTo>
                  <a:pt x="2363" y="3844"/>
                  <a:pt x="2458" y="3718"/>
                  <a:pt x="2615" y="3686"/>
                </a:cubicBezTo>
                <a:cubicBezTo>
                  <a:pt x="2804" y="3592"/>
                  <a:pt x="2993" y="3466"/>
                  <a:pt x="3151" y="3371"/>
                </a:cubicBezTo>
                <a:cubicBezTo>
                  <a:pt x="3232" y="3310"/>
                  <a:pt x="3327" y="3276"/>
                  <a:pt x="3417" y="3276"/>
                </a:cubicBezTo>
                <a:cubicBezTo>
                  <a:pt x="3467" y="3276"/>
                  <a:pt x="3516" y="3286"/>
                  <a:pt x="3560" y="3308"/>
                </a:cubicBezTo>
                <a:lnTo>
                  <a:pt x="3686" y="3403"/>
                </a:lnTo>
                <a:lnTo>
                  <a:pt x="4033" y="2804"/>
                </a:lnTo>
                <a:lnTo>
                  <a:pt x="3907" y="2741"/>
                </a:lnTo>
                <a:cubicBezTo>
                  <a:pt x="3781" y="2647"/>
                  <a:pt x="3718" y="2489"/>
                  <a:pt x="3749" y="2363"/>
                </a:cubicBezTo>
                <a:cubicBezTo>
                  <a:pt x="3781" y="2143"/>
                  <a:pt x="3781" y="1985"/>
                  <a:pt x="3749" y="1733"/>
                </a:cubicBezTo>
                <a:cubicBezTo>
                  <a:pt x="3718" y="1576"/>
                  <a:pt x="3781" y="1481"/>
                  <a:pt x="3907" y="1387"/>
                </a:cubicBezTo>
                <a:lnTo>
                  <a:pt x="4033" y="1324"/>
                </a:lnTo>
                <a:lnTo>
                  <a:pt x="3686" y="725"/>
                </a:lnTo>
                <a:lnTo>
                  <a:pt x="3560" y="788"/>
                </a:lnTo>
                <a:cubicBezTo>
                  <a:pt x="3502" y="832"/>
                  <a:pt x="3437" y="855"/>
                  <a:pt x="3371" y="855"/>
                </a:cubicBezTo>
                <a:cubicBezTo>
                  <a:pt x="3295" y="855"/>
                  <a:pt x="3218" y="824"/>
                  <a:pt x="3151" y="756"/>
                </a:cubicBezTo>
                <a:cubicBezTo>
                  <a:pt x="2993" y="599"/>
                  <a:pt x="2804" y="536"/>
                  <a:pt x="2615" y="441"/>
                </a:cubicBezTo>
                <a:cubicBezTo>
                  <a:pt x="2458" y="410"/>
                  <a:pt x="2363" y="252"/>
                  <a:pt x="2363" y="126"/>
                </a:cubicBezTo>
                <a:lnTo>
                  <a:pt x="236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6" name="Google Shape;566;p20"/>
          <p:cNvGrpSpPr/>
          <p:nvPr/>
        </p:nvGrpSpPr>
        <p:grpSpPr>
          <a:xfrm>
            <a:off x="6949580" y="3042675"/>
            <a:ext cx="1734600" cy="1684132"/>
            <a:chOff x="6949580" y="3042675"/>
            <a:chExt cx="1734600" cy="1684132"/>
          </a:xfrm>
        </p:grpSpPr>
        <p:sp>
          <p:nvSpPr>
            <p:cNvPr id="567" name="Google Shape;567;p20"/>
            <p:cNvSpPr/>
            <p:nvPr/>
          </p:nvSpPr>
          <p:spPr>
            <a:xfrm>
              <a:off x="7514630" y="3042675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8" name="Google Shape;568;p20"/>
            <p:cNvSpPr txBox="1"/>
            <p:nvPr/>
          </p:nvSpPr>
          <p:spPr>
            <a:xfrm>
              <a:off x="6949580" y="3791397"/>
              <a:ext cx="1734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SPLIT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9" name="Google Shape;569;p20"/>
            <p:cNvSpPr txBox="1"/>
            <p:nvPr/>
          </p:nvSpPr>
          <p:spPr>
            <a:xfrm>
              <a:off x="7054580" y="4137907"/>
              <a:ext cx="1524600" cy="5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80% training, </a:t>
              </a:r>
              <a:endPara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lvl="0" algn="ctr"/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% testing</a:t>
              </a:r>
              <a:endParaRPr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endParaRPr>
            </a:p>
          </p:txBody>
        </p:sp>
      </p:grpSp>
      <p:grpSp>
        <p:nvGrpSpPr>
          <p:cNvPr id="570" name="Google Shape;570;p20"/>
          <p:cNvGrpSpPr/>
          <p:nvPr/>
        </p:nvGrpSpPr>
        <p:grpSpPr>
          <a:xfrm>
            <a:off x="6949580" y="1001783"/>
            <a:ext cx="1734600" cy="1729392"/>
            <a:chOff x="6949580" y="1001783"/>
            <a:chExt cx="1734600" cy="1729392"/>
          </a:xfrm>
        </p:grpSpPr>
        <p:sp>
          <p:nvSpPr>
            <p:cNvPr id="571" name="Google Shape;571;p20"/>
            <p:cNvSpPr/>
            <p:nvPr/>
          </p:nvSpPr>
          <p:spPr>
            <a:xfrm>
              <a:off x="7514630" y="1001783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2" name="Google Shape;572;p20"/>
            <p:cNvSpPr txBox="1"/>
            <p:nvPr/>
          </p:nvSpPr>
          <p:spPr>
            <a:xfrm>
              <a:off x="6949580" y="1784975"/>
              <a:ext cx="1734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CLASS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3" name="Google Shape;573;p20"/>
            <p:cNvSpPr txBox="1"/>
            <p:nvPr/>
          </p:nvSpPr>
          <p:spPr>
            <a:xfrm>
              <a:off x="7054580" y="2142275"/>
              <a:ext cx="1524600" cy="5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>
                  <a:latin typeface="Times New Roman" panose="02020603050405020304" pitchFamily="18" charset="0"/>
                  <a:ea typeface="Roboto"/>
                  <a:cs typeface="Times New Roman" panose="02020603050405020304" pitchFamily="18" charset="0"/>
                  <a:sym typeface="Roboto"/>
                </a:rPr>
                <a:t>46 classes of handwritten characters.</a:t>
              </a:r>
            </a:p>
          </p:txBody>
        </p:sp>
      </p:grpSp>
      <p:grpSp>
        <p:nvGrpSpPr>
          <p:cNvPr id="574" name="Google Shape;574;p20"/>
          <p:cNvGrpSpPr/>
          <p:nvPr/>
        </p:nvGrpSpPr>
        <p:grpSpPr>
          <a:xfrm>
            <a:off x="456753" y="1001783"/>
            <a:ext cx="1734600" cy="1729392"/>
            <a:chOff x="456753" y="1001783"/>
            <a:chExt cx="1734600" cy="1729392"/>
          </a:xfrm>
        </p:grpSpPr>
        <p:sp>
          <p:nvSpPr>
            <p:cNvPr id="575" name="Google Shape;575;p20"/>
            <p:cNvSpPr/>
            <p:nvPr/>
          </p:nvSpPr>
          <p:spPr>
            <a:xfrm>
              <a:off x="1021803" y="1001783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6" name="Google Shape;576;p20"/>
            <p:cNvSpPr txBox="1"/>
            <p:nvPr/>
          </p:nvSpPr>
          <p:spPr>
            <a:xfrm>
              <a:off x="456753" y="1784975"/>
              <a:ext cx="1734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NAME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7" name="Google Shape;577;p20"/>
            <p:cNvSpPr txBox="1"/>
            <p:nvPr/>
          </p:nvSpPr>
          <p:spPr>
            <a:xfrm>
              <a:off x="561753" y="2142275"/>
              <a:ext cx="1524600" cy="5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 err="1">
                  <a:latin typeface="Times New Roman" panose="02020603050405020304" pitchFamily="18" charset="0"/>
                  <a:ea typeface="Roboto"/>
                  <a:cs typeface="Times New Roman" panose="02020603050405020304" pitchFamily="18" charset="0"/>
                  <a:sym typeface="Roboto"/>
                </a:rPr>
                <a:t>Devanagari</a:t>
              </a:r>
              <a:r>
                <a:rPr lang="en-US" dirty="0">
                  <a:latin typeface="Times New Roman" panose="02020603050405020304" pitchFamily="18" charset="0"/>
                  <a:ea typeface="Roboto"/>
                  <a:cs typeface="Times New Roman" panose="02020603050405020304" pitchFamily="18" charset="0"/>
                  <a:sym typeface="Roboto"/>
                </a:rPr>
                <a:t> Character Dataset.</a:t>
              </a:r>
            </a:p>
          </p:txBody>
        </p:sp>
      </p:grpSp>
      <p:grpSp>
        <p:nvGrpSpPr>
          <p:cNvPr id="578" name="Google Shape;578;p20"/>
          <p:cNvGrpSpPr/>
          <p:nvPr/>
        </p:nvGrpSpPr>
        <p:grpSpPr>
          <a:xfrm>
            <a:off x="456753" y="3042675"/>
            <a:ext cx="1734600" cy="1684132"/>
            <a:chOff x="456753" y="3042675"/>
            <a:chExt cx="1734600" cy="1684132"/>
          </a:xfrm>
        </p:grpSpPr>
        <p:sp>
          <p:nvSpPr>
            <p:cNvPr id="579" name="Google Shape;579;p20"/>
            <p:cNvSpPr/>
            <p:nvPr/>
          </p:nvSpPr>
          <p:spPr>
            <a:xfrm>
              <a:off x="1021803" y="3042675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80" name="Google Shape;580;p20"/>
            <p:cNvSpPr txBox="1"/>
            <p:nvPr/>
          </p:nvSpPr>
          <p:spPr>
            <a:xfrm>
              <a:off x="456753" y="3791397"/>
              <a:ext cx="1734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IMAGE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81" name="Google Shape;581;p20"/>
            <p:cNvSpPr txBox="1"/>
            <p:nvPr/>
          </p:nvSpPr>
          <p:spPr>
            <a:xfrm>
              <a:off x="561753" y="4137907"/>
              <a:ext cx="1524600" cy="5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Images resized to 224×224 pixels</a:t>
              </a:r>
              <a:endParaRPr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endParaRPr>
            </a:p>
          </p:txBody>
        </p:sp>
      </p:grpSp>
      <p:cxnSp>
        <p:nvCxnSpPr>
          <p:cNvPr id="582" name="Google Shape;582;p20"/>
          <p:cNvCxnSpPr>
            <a:stCxn id="560" idx="2"/>
            <a:endCxn id="575" idx="6"/>
          </p:cNvCxnSpPr>
          <p:nvPr/>
        </p:nvCxnSpPr>
        <p:spPr>
          <a:xfrm flipH="1">
            <a:off x="1626227" y="1304022"/>
            <a:ext cx="23853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83" name="Google Shape;583;p20"/>
          <p:cNvCxnSpPr>
            <a:stCxn id="579" idx="6"/>
            <a:endCxn id="530" idx="2"/>
          </p:cNvCxnSpPr>
          <p:nvPr/>
        </p:nvCxnSpPr>
        <p:spPr>
          <a:xfrm rot="10800000" flipH="1">
            <a:off x="1626303" y="3158925"/>
            <a:ext cx="1162200" cy="1860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4" name="Google Shape;584;p20"/>
          <p:cNvCxnSpPr>
            <a:stCxn id="571" idx="2"/>
            <a:endCxn id="531" idx="6"/>
          </p:cNvCxnSpPr>
          <p:nvPr/>
        </p:nvCxnSpPr>
        <p:spPr>
          <a:xfrm flipH="1">
            <a:off x="6194930" y="1304033"/>
            <a:ext cx="1319700" cy="7335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5" name="Google Shape;585;p20"/>
          <p:cNvCxnSpPr>
            <a:stCxn id="567" idx="2"/>
            <a:endCxn id="561" idx="6"/>
          </p:cNvCxnSpPr>
          <p:nvPr/>
        </p:nvCxnSpPr>
        <p:spPr>
          <a:xfrm flipH="1">
            <a:off x="4964030" y="3344925"/>
            <a:ext cx="2550600" cy="5001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35"/>
          <p:cNvSpPr/>
          <p:nvPr/>
        </p:nvSpPr>
        <p:spPr>
          <a:xfrm>
            <a:off x="4160625" y="2988113"/>
            <a:ext cx="824700" cy="82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35"/>
          <p:cNvSpPr/>
          <p:nvPr/>
        </p:nvSpPr>
        <p:spPr>
          <a:xfrm>
            <a:off x="4159638" y="1025963"/>
            <a:ext cx="824700" cy="824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35"/>
          <p:cNvSpPr/>
          <p:nvPr/>
        </p:nvSpPr>
        <p:spPr>
          <a:xfrm>
            <a:off x="7300975" y="2028313"/>
            <a:ext cx="824700" cy="824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35"/>
          <p:cNvSpPr/>
          <p:nvPr/>
        </p:nvSpPr>
        <p:spPr>
          <a:xfrm>
            <a:off x="1019288" y="1025963"/>
            <a:ext cx="824700" cy="824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SYSTEM ARCHITECTURE</a:t>
            </a:r>
            <a:endParaRPr dirty="0"/>
          </a:p>
        </p:txBody>
      </p:sp>
      <p:grpSp>
        <p:nvGrpSpPr>
          <p:cNvPr id="1744" name="Google Shape;1744;p35"/>
          <p:cNvGrpSpPr/>
          <p:nvPr/>
        </p:nvGrpSpPr>
        <p:grpSpPr>
          <a:xfrm>
            <a:off x="1251221" y="1291306"/>
            <a:ext cx="360818" cy="294030"/>
            <a:chOff x="7963196" y="2903752"/>
            <a:chExt cx="360818" cy="294030"/>
          </a:xfrm>
        </p:grpSpPr>
        <p:sp>
          <p:nvSpPr>
            <p:cNvPr id="1745" name="Google Shape;1745;p35"/>
            <p:cNvSpPr/>
            <p:nvPr/>
          </p:nvSpPr>
          <p:spPr>
            <a:xfrm>
              <a:off x="8022666" y="2987604"/>
              <a:ext cx="301348" cy="42405"/>
            </a:xfrm>
            <a:custGeom>
              <a:avLst/>
              <a:gdLst/>
              <a:ahLst/>
              <a:cxnLst/>
              <a:rect l="l" t="t" r="r" b="b"/>
              <a:pathLst>
                <a:path w="8812" h="1240" extrusionOk="0">
                  <a:moveTo>
                    <a:pt x="977" y="1"/>
                  </a:moveTo>
                  <a:cubicBezTo>
                    <a:pt x="500" y="1"/>
                    <a:pt x="96" y="358"/>
                    <a:pt x="48" y="834"/>
                  </a:cubicBezTo>
                  <a:lnTo>
                    <a:pt x="0" y="1239"/>
                  </a:lnTo>
                  <a:lnTo>
                    <a:pt x="8716" y="1239"/>
                  </a:lnTo>
                  <a:lnTo>
                    <a:pt x="8740" y="1025"/>
                  </a:lnTo>
                  <a:cubicBezTo>
                    <a:pt x="8812" y="477"/>
                    <a:pt x="8383" y="1"/>
                    <a:pt x="7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8003925" y="3051143"/>
              <a:ext cx="314412" cy="146639"/>
            </a:xfrm>
            <a:custGeom>
              <a:avLst/>
              <a:gdLst/>
              <a:ahLst/>
              <a:cxnLst/>
              <a:rect l="l" t="t" r="r" b="b"/>
              <a:pathLst>
                <a:path w="9194" h="4288" extrusionOk="0">
                  <a:moveTo>
                    <a:pt x="477" y="0"/>
                  </a:moveTo>
                  <a:lnTo>
                    <a:pt x="1" y="4287"/>
                  </a:lnTo>
                  <a:lnTo>
                    <a:pt x="7907" y="4287"/>
                  </a:lnTo>
                  <a:cubicBezTo>
                    <a:pt x="8002" y="4287"/>
                    <a:pt x="8121" y="4263"/>
                    <a:pt x="8240" y="4216"/>
                  </a:cubicBezTo>
                  <a:cubicBezTo>
                    <a:pt x="8550" y="4097"/>
                    <a:pt x="8764" y="3811"/>
                    <a:pt x="8812" y="3477"/>
                  </a:cubicBezTo>
                  <a:lnTo>
                    <a:pt x="91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7963196" y="2903752"/>
              <a:ext cx="338829" cy="291568"/>
            </a:xfrm>
            <a:custGeom>
              <a:avLst/>
              <a:gdLst/>
              <a:ahLst/>
              <a:cxnLst/>
              <a:rect l="l" t="t" r="r" b="b"/>
              <a:pathLst>
                <a:path w="9908" h="8526" extrusionOk="0">
                  <a:moveTo>
                    <a:pt x="930" y="0"/>
                  </a:moveTo>
                  <a:cubicBezTo>
                    <a:pt x="406" y="0"/>
                    <a:pt x="1" y="405"/>
                    <a:pt x="1" y="929"/>
                  </a:cubicBezTo>
                  <a:lnTo>
                    <a:pt x="1" y="7668"/>
                  </a:lnTo>
                  <a:cubicBezTo>
                    <a:pt x="1" y="8073"/>
                    <a:pt x="239" y="8407"/>
                    <a:pt x="596" y="8526"/>
                  </a:cubicBezTo>
                  <a:lnTo>
                    <a:pt x="1192" y="3215"/>
                  </a:lnTo>
                  <a:cubicBezTo>
                    <a:pt x="1285" y="2444"/>
                    <a:pt x="1905" y="1857"/>
                    <a:pt x="2670" y="1857"/>
                  </a:cubicBezTo>
                  <a:cubicBezTo>
                    <a:pt x="2685" y="1857"/>
                    <a:pt x="2701" y="1857"/>
                    <a:pt x="2716" y="1858"/>
                  </a:cubicBezTo>
                  <a:lnTo>
                    <a:pt x="9574" y="1858"/>
                  </a:lnTo>
                  <a:cubicBezTo>
                    <a:pt x="9693" y="1858"/>
                    <a:pt x="9812" y="1858"/>
                    <a:pt x="9908" y="1881"/>
                  </a:cubicBezTo>
                  <a:cubicBezTo>
                    <a:pt x="9789" y="1500"/>
                    <a:pt x="9431" y="1238"/>
                    <a:pt x="9027" y="1238"/>
                  </a:cubicBezTo>
                  <a:lnTo>
                    <a:pt x="4740" y="1238"/>
                  </a:lnTo>
                  <a:lnTo>
                    <a:pt x="3597" y="95"/>
                  </a:lnTo>
                  <a:cubicBezTo>
                    <a:pt x="3549" y="48"/>
                    <a:pt x="3454" y="0"/>
                    <a:pt x="33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9" name="Google Shape;1749;p35"/>
          <p:cNvSpPr txBox="1"/>
          <p:nvPr/>
        </p:nvSpPr>
        <p:spPr>
          <a:xfrm>
            <a:off x="457201" y="1945230"/>
            <a:ext cx="1948882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751" name="Google Shape;1751;p35"/>
          <p:cNvGrpSpPr/>
          <p:nvPr/>
        </p:nvGrpSpPr>
        <p:grpSpPr>
          <a:xfrm>
            <a:off x="4411141" y="1255456"/>
            <a:ext cx="321730" cy="365708"/>
            <a:chOff x="2440779" y="4628606"/>
            <a:chExt cx="321730" cy="365708"/>
          </a:xfrm>
        </p:grpSpPr>
        <p:sp>
          <p:nvSpPr>
            <p:cNvPr id="1752" name="Google Shape;1752;p35"/>
            <p:cNvSpPr/>
            <p:nvPr/>
          </p:nvSpPr>
          <p:spPr>
            <a:xfrm>
              <a:off x="2440779" y="4628606"/>
              <a:ext cx="276931" cy="320909"/>
            </a:xfrm>
            <a:custGeom>
              <a:avLst/>
              <a:gdLst/>
              <a:ahLst/>
              <a:cxnLst/>
              <a:rect l="l" t="t" r="r" b="b"/>
              <a:pathLst>
                <a:path w="8098" h="9384" extrusionOk="0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2483970" y="4671797"/>
              <a:ext cx="278539" cy="322517"/>
            </a:xfrm>
            <a:custGeom>
              <a:avLst/>
              <a:gdLst/>
              <a:ahLst/>
              <a:cxnLst/>
              <a:rect l="l" t="t" r="r" b="b"/>
              <a:pathLst>
                <a:path w="8145" h="9431" extrusionOk="0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2483149" y="4671797"/>
              <a:ext cx="64360" cy="6436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6" name="Google Shape;1756;p35"/>
          <p:cNvSpPr txBox="1"/>
          <p:nvPr/>
        </p:nvSpPr>
        <p:spPr>
          <a:xfrm>
            <a:off x="3597551" y="1945230"/>
            <a:ext cx="1948882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Preprocessing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758" name="Google Shape;1758;p35"/>
          <p:cNvGrpSpPr/>
          <p:nvPr/>
        </p:nvGrpSpPr>
        <p:grpSpPr>
          <a:xfrm>
            <a:off x="7532914" y="2263025"/>
            <a:ext cx="360819" cy="355292"/>
            <a:chOff x="4781114" y="2878202"/>
            <a:chExt cx="360819" cy="355292"/>
          </a:xfrm>
        </p:grpSpPr>
        <p:sp>
          <p:nvSpPr>
            <p:cNvPr id="1759" name="Google Shape;1759;p35"/>
            <p:cNvSpPr/>
            <p:nvPr/>
          </p:nvSpPr>
          <p:spPr>
            <a:xfrm>
              <a:off x="4902990" y="2878202"/>
              <a:ext cx="116247" cy="110378"/>
            </a:xfrm>
            <a:custGeom>
              <a:avLst/>
              <a:gdLst/>
              <a:ahLst/>
              <a:cxnLst/>
              <a:rect l="l" t="t" r="r" b="b"/>
              <a:pathLst>
                <a:path w="3407" h="3235" extrusionOk="0">
                  <a:moveTo>
                    <a:pt x="1645" y="0"/>
                  </a:moveTo>
                  <a:cubicBezTo>
                    <a:pt x="811" y="0"/>
                    <a:pt x="1" y="641"/>
                    <a:pt x="1" y="1610"/>
                  </a:cubicBezTo>
                  <a:cubicBezTo>
                    <a:pt x="1" y="2591"/>
                    <a:pt x="804" y="3235"/>
                    <a:pt x="1634" y="3235"/>
                  </a:cubicBezTo>
                  <a:cubicBezTo>
                    <a:pt x="2033" y="3235"/>
                    <a:pt x="2438" y="3086"/>
                    <a:pt x="2763" y="2753"/>
                  </a:cubicBezTo>
                  <a:cubicBezTo>
                    <a:pt x="3406" y="2134"/>
                    <a:pt x="3406" y="1110"/>
                    <a:pt x="2763" y="467"/>
                  </a:cubicBezTo>
                  <a:cubicBezTo>
                    <a:pt x="2441" y="145"/>
                    <a:pt x="2041" y="0"/>
                    <a:pt x="16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781114" y="3000522"/>
              <a:ext cx="115428" cy="110754"/>
            </a:xfrm>
            <a:custGeom>
              <a:avLst/>
              <a:gdLst/>
              <a:ahLst/>
              <a:cxnLst/>
              <a:rect l="l" t="t" r="r" b="b"/>
              <a:pathLst>
                <a:path w="3383" h="3246" extrusionOk="0">
                  <a:moveTo>
                    <a:pt x="1626" y="1"/>
                  </a:moveTo>
                  <a:cubicBezTo>
                    <a:pt x="800" y="1"/>
                    <a:pt x="1" y="652"/>
                    <a:pt x="1" y="1621"/>
                  </a:cubicBezTo>
                  <a:cubicBezTo>
                    <a:pt x="1" y="2602"/>
                    <a:pt x="793" y="3246"/>
                    <a:pt x="1616" y="3246"/>
                  </a:cubicBezTo>
                  <a:cubicBezTo>
                    <a:pt x="2012" y="3246"/>
                    <a:pt x="2414" y="3097"/>
                    <a:pt x="2739" y="2764"/>
                  </a:cubicBezTo>
                  <a:cubicBezTo>
                    <a:pt x="3382" y="2145"/>
                    <a:pt x="3382" y="1121"/>
                    <a:pt x="2739" y="478"/>
                  </a:cubicBezTo>
                  <a:cubicBezTo>
                    <a:pt x="2417" y="148"/>
                    <a:pt x="2019" y="1"/>
                    <a:pt x="1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5025686" y="3000522"/>
              <a:ext cx="116247" cy="110754"/>
            </a:xfrm>
            <a:custGeom>
              <a:avLst/>
              <a:gdLst/>
              <a:ahLst/>
              <a:cxnLst/>
              <a:rect l="l" t="t" r="r" b="b"/>
              <a:pathLst>
                <a:path w="3407" h="3246" extrusionOk="0">
                  <a:moveTo>
                    <a:pt x="1634" y="1"/>
                  </a:moveTo>
                  <a:cubicBezTo>
                    <a:pt x="800" y="1"/>
                    <a:pt x="1" y="652"/>
                    <a:pt x="1" y="1621"/>
                  </a:cubicBezTo>
                  <a:cubicBezTo>
                    <a:pt x="1" y="2602"/>
                    <a:pt x="793" y="3246"/>
                    <a:pt x="1623" y="3246"/>
                  </a:cubicBezTo>
                  <a:cubicBezTo>
                    <a:pt x="2023" y="3246"/>
                    <a:pt x="2431" y="3097"/>
                    <a:pt x="2763" y="2764"/>
                  </a:cubicBezTo>
                  <a:cubicBezTo>
                    <a:pt x="3406" y="2145"/>
                    <a:pt x="3406" y="1121"/>
                    <a:pt x="2763" y="478"/>
                  </a:cubicBezTo>
                  <a:cubicBezTo>
                    <a:pt x="2434" y="148"/>
                    <a:pt x="2030" y="1"/>
                    <a:pt x="1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4890707" y="3123081"/>
              <a:ext cx="122832" cy="110412"/>
            </a:xfrm>
            <a:custGeom>
              <a:avLst/>
              <a:gdLst/>
              <a:ahLst/>
              <a:cxnLst/>
              <a:rect l="l" t="t" r="r" b="b"/>
              <a:pathLst>
                <a:path w="3600" h="3236" extrusionOk="0">
                  <a:moveTo>
                    <a:pt x="2003" y="1"/>
                  </a:moveTo>
                  <a:cubicBezTo>
                    <a:pt x="964" y="1"/>
                    <a:pt x="1" y="1047"/>
                    <a:pt x="504" y="2244"/>
                  </a:cubicBezTo>
                  <a:cubicBezTo>
                    <a:pt x="784" y="2925"/>
                    <a:pt x="1376" y="3235"/>
                    <a:pt x="1968" y="3235"/>
                  </a:cubicBezTo>
                  <a:cubicBezTo>
                    <a:pt x="2784" y="3235"/>
                    <a:pt x="3600" y="2646"/>
                    <a:pt x="3600" y="1625"/>
                  </a:cubicBezTo>
                  <a:cubicBezTo>
                    <a:pt x="3600" y="1196"/>
                    <a:pt x="3433" y="791"/>
                    <a:pt x="3123" y="482"/>
                  </a:cubicBezTo>
                  <a:cubicBezTo>
                    <a:pt x="2787" y="146"/>
                    <a:pt x="2390" y="1"/>
                    <a:pt x="2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37958" y="2939277"/>
              <a:ext cx="57765" cy="53022"/>
            </a:xfrm>
            <a:custGeom>
              <a:avLst/>
              <a:gdLst/>
              <a:ahLst/>
              <a:cxnLst/>
              <a:rect l="l" t="t" r="r" b="b"/>
              <a:pathLst>
                <a:path w="1693" h="1554" extrusionOk="0">
                  <a:moveTo>
                    <a:pt x="1354" y="1"/>
                  </a:moveTo>
                  <a:cubicBezTo>
                    <a:pt x="1291" y="1"/>
                    <a:pt x="1226" y="20"/>
                    <a:pt x="1169" y="58"/>
                  </a:cubicBezTo>
                  <a:cubicBezTo>
                    <a:pt x="788" y="344"/>
                    <a:pt x="430" y="677"/>
                    <a:pt x="168" y="1082"/>
                  </a:cubicBezTo>
                  <a:cubicBezTo>
                    <a:pt x="0" y="1318"/>
                    <a:pt x="201" y="1553"/>
                    <a:pt x="417" y="1553"/>
                  </a:cubicBezTo>
                  <a:cubicBezTo>
                    <a:pt x="507" y="1553"/>
                    <a:pt x="599" y="1513"/>
                    <a:pt x="669" y="1415"/>
                  </a:cubicBezTo>
                  <a:cubicBezTo>
                    <a:pt x="883" y="1082"/>
                    <a:pt x="1193" y="796"/>
                    <a:pt x="1526" y="558"/>
                  </a:cubicBezTo>
                  <a:cubicBezTo>
                    <a:pt x="1669" y="463"/>
                    <a:pt x="1693" y="272"/>
                    <a:pt x="1597" y="129"/>
                  </a:cubicBezTo>
                  <a:cubicBezTo>
                    <a:pt x="1540" y="44"/>
                    <a:pt x="1449" y="1"/>
                    <a:pt x="1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5020841" y="3119499"/>
              <a:ext cx="58652" cy="53227"/>
            </a:xfrm>
            <a:custGeom>
              <a:avLst/>
              <a:gdLst/>
              <a:ahLst/>
              <a:cxnLst/>
              <a:rect l="l" t="t" r="r" b="b"/>
              <a:pathLst>
                <a:path w="1719" h="1560" extrusionOk="0">
                  <a:moveTo>
                    <a:pt x="1290" y="1"/>
                  </a:moveTo>
                  <a:cubicBezTo>
                    <a:pt x="1203" y="1"/>
                    <a:pt x="1115" y="40"/>
                    <a:pt x="1048" y="134"/>
                  </a:cubicBezTo>
                  <a:cubicBezTo>
                    <a:pt x="810" y="468"/>
                    <a:pt x="524" y="777"/>
                    <a:pt x="191" y="992"/>
                  </a:cubicBezTo>
                  <a:cubicBezTo>
                    <a:pt x="48" y="1087"/>
                    <a:pt x="0" y="1277"/>
                    <a:pt x="119" y="1420"/>
                  </a:cubicBezTo>
                  <a:cubicBezTo>
                    <a:pt x="163" y="1507"/>
                    <a:pt x="260" y="1559"/>
                    <a:pt x="355" y="1559"/>
                  </a:cubicBezTo>
                  <a:cubicBezTo>
                    <a:pt x="417" y="1559"/>
                    <a:pt x="478" y="1538"/>
                    <a:pt x="524" y="1492"/>
                  </a:cubicBezTo>
                  <a:cubicBezTo>
                    <a:pt x="929" y="1230"/>
                    <a:pt x="1262" y="872"/>
                    <a:pt x="1548" y="491"/>
                  </a:cubicBezTo>
                  <a:cubicBezTo>
                    <a:pt x="1719" y="252"/>
                    <a:pt x="1510" y="1"/>
                    <a:pt x="1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837855" y="3119499"/>
              <a:ext cx="58686" cy="53227"/>
            </a:xfrm>
            <a:custGeom>
              <a:avLst/>
              <a:gdLst/>
              <a:ahLst/>
              <a:cxnLst/>
              <a:rect l="l" t="t" r="r" b="b"/>
              <a:pathLst>
                <a:path w="1720" h="1560" extrusionOk="0">
                  <a:moveTo>
                    <a:pt x="429" y="1"/>
                  </a:moveTo>
                  <a:cubicBezTo>
                    <a:pt x="210" y="1"/>
                    <a:pt x="1" y="252"/>
                    <a:pt x="171" y="491"/>
                  </a:cubicBezTo>
                  <a:cubicBezTo>
                    <a:pt x="457" y="872"/>
                    <a:pt x="791" y="1230"/>
                    <a:pt x="1196" y="1492"/>
                  </a:cubicBezTo>
                  <a:cubicBezTo>
                    <a:pt x="1242" y="1538"/>
                    <a:pt x="1303" y="1559"/>
                    <a:pt x="1365" y="1559"/>
                  </a:cubicBezTo>
                  <a:cubicBezTo>
                    <a:pt x="1464" y="1559"/>
                    <a:pt x="1566" y="1507"/>
                    <a:pt x="1624" y="1420"/>
                  </a:cubicBezTo>
                  <a:cubicBezTo>
                    <a:pt x="1719" y="1277"/>
                    <a:pt x="1672" y="1087"/>
                    <a:pt x="1529" y="992"/>
                  </a:cubicBezTo>
                  <a:cubicBezTo>
                    <a:pt x="1196" y="777"/>
                    <a:pt x="910" y="468"/>
                    <a:pt x="672" y="134"/>
                  </a:cubicBezTo>
                  <a:cubicBezTo>
                    <a:pt x="604" y="40"/>
                    <a:pt x="516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5020841" y="2939277"/>
              <a:ext cx="57765" cy="53022"/>
            </a:xfrm>
            <a:custGeom>
              <a:avLst/>
              <a:gdLst/>
              <a:ahLst/>
              <a:cxnLst/>
              <a:rect l="l" t="t" r="r" b="b"/>
              <a:pathLst>
                <a:path w="1693" h="1554" extrusionOk="0">
                  <a:moveTo>
                    <a:pt x="339" y="1"/>
                  </a:moveTo>
                  <a:cubicBezTo>
                    <a:pt x="244" y="1"/>
                    <a:pt x="152" y="44"/>
                    <a:pt x="95" y="129"/>
                  </a:cubicBezTo>
                  <a:cubicBezTo>
                    <a:pt x="0" y="272"/>
                    <a:pt x="24" y="463"/>
                    <a:pt x="167" y="558"/>
                  </a:cubicBezTo>
                  <a:cubicBezTo>
                    <a:pt x="500" y="796"/>
                    <a:pt x="810" y="1082"/>
                    <a:pt x="1024" y="1415"/>
                  </a:cubicBezTo>
                  <a:cubicBezTo>
                    <a:pt x="1094" y="1513"/>
                    <a:pt x="1186" y="1553"/>
                    <a:pt x="1276" y="1553"/>
                  </a:cubicBezTo>
                  <a:cubicBezTo>
                    <a:pt x="1492" y="1553"/>
                    <a:pt x="1693" y="1318"/>
                    <a:pt x="1524" y="1082"/>
                  </a:cubicBezTo>
                  <a:cubicBezTo>
                    <a:pt x="1262" y="677"/>
                    <a:pt x="905" y="344"/>
                    <a:pt x="524" y="58"/>
                  </a:cubicBezTo>
                  <a:cubicBezTo>
                    <a:pt x="467" y="20"/>
                    <a:pt x="402" y="1"/>
                    <a:pt x="3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7" name="Google Shape;1767;p35"/>
          <p:cNvGrpSpPr/>
          <p:nvPr/>
        </p:nvGrpSpPr>
        <p:grpSpPr>
          <a:xfrm>
            <a:off x="6738901" y="2929230"/>
            <a:ext cx="1948882" cy="824600"/>
            <a:chOff x="457200" y="959300"/>
            <a:chExt cx="2061000" cy="824600"/>
          </a:xfrm>
        </p:grpSpPr>
        <p:sp>
          <p:nvSpPr>
            <p:cNvPr id="1768" name="Google Shape;1768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ViT Model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9" name="Google Shape;1769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70" name="Google Shape;1770;p35"/>
          <p:cNvSpPr/>
          <p:nvPr/>
        </p:nvSpPr>
        <p:spPr>
          <a:xfrm>
            <a:off x="4377954" y="3217722"/>
            <a:ext cx="390060" cy="36549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35"/>
          <p:cNvSpPr/>
          <p:nvPr/>
        </p:nvSpPr>
        <p:spPr>
          <a:xfrm>
            <a:off x="1019288" y="2988113"/>
            <a:ext cx="824700" cy="82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2" name="Google Shape;1772;p35"/>
          <p:cNvGrpSpPr/>
          <p:nvPr/>
        </p:nvGrpSpPr>
        <p:grpSpPr>
          <a:xfrm>
            <a:off x="457201" y="3907380"/>
            <a:ext cx="1948882" cy="824600"/>
            <a:chOff x="457200" y="959300"/>
            <a:chExt cx="2061000" cy="824600"/>
          </a:xfrm>
        </p:grpSpPr>
        <p:sp>
          <p:nvSpPr>
            <p:cNvPr id="1773" name="Google Shape;1773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74" name="Google Shape;1774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5" name="Google Shape;1775;p35"/>
          <p:cNvGrpSpPr/>
          <p:nvPr/>
        </p:nvGrpSpPr>
        <p:grpSpPr>
          <a:xfrm>
            <a:off x="3598551" y="3907380"/>
            <a:ext cx="1948882" cy="824600"/>
            <a:chOff x="457200" y="959300"/>
            <a:chExt cx="2061000" cy="824600"/>
          </a:xfrm>
        </p:grpSpPr>
        <p:sp>
          <p:nvSpPr>
            <p:cNvPr id="1776" name="Google Shape;1776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Prediction</a:t>
              </a:r>
              <a:endParaRPr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77" name="Google Shape;1777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8" name="Google Shape;1778;p35"/>
          <p:cNvGrpSpPr/>
          <p:nvPr/>
        </p:nvGrpSpPr>
        <p:grpSpPr>
          <a:xfrm>
            <a:off x="1243322" y="3221070"/>
            <a:ext cx="376627" cy="358819"/>
            <a:chOff x="2430622" y="2290545"/>
            <a:chExt cx="376627" cy="358819"/>
          </a:xfrm>
        </p:grpSpPr>
        <p:sp>
          <p:nvSpPr>
            <p:cNvPr id="1779" name="Google Shape;1779;p35"/>
            <p:cNvSpPr/>
            <p:nvPr/>
          </p:nvSpPr>
          <p:spPr>
            <a:xfrm>
              <a:off x="2430622" y="2290545"/>
              <a:ext cx="269166" cy="327896"/>
            </a:xfrm>
            <a:custGeom>
              <a:avLst/>
              <a:gdLst/>
              <a:ahLst/>
              <a:cxnLst/>
              <a:rect l="l" t="t" r="r" b="b"/>
              <a:pathLst>
                <a:path w="7860" h="9575" extrusionOk="0">
                  <a:moveTo>
                    <a:pt x="6264" y="2025"/>
                  </a:moveTo>
                  <a:cubicBezTo>
                    <a:pt x="6669" y="2025"/>
                    <a:pt x="6669" y="2620"/>
                    <a:pt x="6264" y="2620"/>
                  </a:cubicBezTo>
                  <a:lnTo>
                    <a:pt x="4430" y="2620"/>
                  </a:lnTo>
                  <a:cubicBezTo>
                    <a:pt x="4025" y="2620"/>
                    <a:pt x="4025" y="2025"/>
                    <a:pt x="4430" y="2025"/>
                  </a:cubicBezTo>
                  <a:close/>
                  <a:moveTo>
                    <a:pt x="3406" y="2025"/>
                  </a:moveTo>
                  <a:cubicBezTo>
                    <a:pt x="3811" y="2025"/>
                    <a:pt x="3811" y="2644"/>
                    <a:pt x="3406" y="2644"/>
                  </a:cubicBezTo>
                  <a:lnTo>
                    <a:pt x="1572" y="2644"/>
                  </a:lnTo>
                  <a:cubicBezTo>
                    <a:pt x="1144" y="2644"/>
                    <a:pt x="1144" y="2025"/>
                    <a:pt x="1572" y="2025"/>
                  </a:cubicBezTo>
                  <a:close/>
                  <a:moveTo>
                    <a:pt x="3406" y="3239"/>
                  </a:moveTo>
                  <a:cubicBezTo>
                    <a:pt x="3811" y="3239"/>
                    <a:pt x="3811" y="3859"/>
                    <a:pt x="3406" y="3859"/>
                  </a:cubicBezTo>
                  <a:lnTo>
                    <a:pt x="1572" y="3859"/>
                  </a:lnTo>
                  <a:cubicBezTo>
                    <a:pt x="1144" y="3859"/>
                    <a:pt x="1144" y="3239"/>
                    <a:pt x="1572" y="3239"/>
                  </a:cubicBezTo>
                  <a:close/>
                  <a:moveTo>
                    <a:pt x="6264" y="3239"/>
                  </a:moveTo>
                  <a:cubicBezTo>
                    <a:pt x="6669" y="3239"/>
                    <a:pt x="6669" y="3859"/>
                    <a:pt x="6264" y="3859"/>
                  </a:cubicBezTo>
                  <a:lnTo>
                    <a:pt x="4430" y="3859"/>
                  </a:lnTo>
                  <a:cubicBezTo>
                    <a:pt x="4025" y="3859"/>
                    <a:pt x="4025" y="3239"/>
                    <a:pt x="4430" y="3239"/>
                  </a:cubicBezTo>
                  <a:close/>
                  <a:moveTo>
                    <a:pt x="3406" y="4478"/>
                  </a:moveTo>
                  <a:cubicBezTo>
                    <a:pt x="3811" y="4478"/>
                    <a:pt x="3811" y="5097"/>
                    <a:pt x="3406" y="5097"/>
                  </a:cubicBezTo>
                  <a:lnTo>
                    <a:pt x="1572" y="5097"/>
                  </a:lnTo>
                  <a:cubicBezTo>
                    <a:pt x="1144" y="5097"/>
                    <a:pt x="1144" y="4478"/>
                    <a:pt x="1572" y="4478"/>
                  </a:cubicBezTo>
                  <a:close/>
                  <a:moveTo>
                    <a:pt x="5311" y="4478"/>
                  </a:moveTo>
                  <a:cubicBezTo>
                    <a:pt x="5716" y="4478"/>
                    <a:pt x="5716" y="5097"/>
                    <a:pt x="5311" y="5097"/>
                  </a:cubicBezTo>
                  <a:lnTo>
                    <a:pt x="4406" y="5097"/>
                  </a:lnTo>
                  <a:cubicBezTo>
                    <a:pt x="4263" y="5097"/>
                    <a:pt x="4120" y="4954"/>
                    <a:pt x="4120" y="4811"/>
                  </a:cubicBezTo>
                  <a:lnTo>
                    <a:pt x="4120" y="4787"/>
                  </a:lnTo>
                  <a:cubicBezTo>
                    <a:pt x="4120" y="4621"/>
                    <a:pt x="4263" y="4478"/>
                    <a:pt x="4406" y="4478"/>
                  </a:cubicBezTo>
                  <a:close/>
                  <a:moveTo>
                    <a:pt x="3406" y="5716"/>
                  </a:moveTo>
                  <a:cubicBezTo>
                    <a:pt x="3811" y="5716"/>
                    <a:pt x="3811" y="6311"/>
                    <a:pt x="3406" y="6311"/>
                  </a:cubicBezTo>
                  <a:lnTo>
                    <a:pt x="1572" y="6311"/>
                  </a:lnTo>
                  <a:cubicBezTo>
                    <a:pt x="1144" y="6311"/>
                    <a:pt x="1144" y="5716"/>
                    <a:pt x="1572" y="5716"/>
                  </a:cubicBezTo>
                  <a:close/>
                  <a:moveTo>
                    <a:pt x="3406" y="6954"/>
                  </a:moveTo>
                  <a:cubicBezTo>
                    <a:pt x="3811" y="6954"/>
                    <a:pt x="3811" y="7574"/>
                    <a:pt x="3406" y="7574"/>
                  </a:cubicBezTo>
                  <a:lnTo>
                    <a:pt x="1572" y="7574"/>
                  </a:lnTo>
                  <a:cubicBezTo>
                    <a:pt x="1144" y="7574"/>
                    <a:pt x="1144" y="6954"/>
                    <a:pt x="1572" y="6954"/>
                  </a:cubicBezTo>
                  <a:close/>
                  <a:moveTo>
                    <a:pt x="1263" y="1"/>
                  </a:moveTo>
                  <a:cubicBezTo>
                    <a:pt x="572" y="1"/>
                    <a:pt x="1" y="548"/>
                    <a:pt x="1" y="1239"/>
                  </a:cubicBezTo>
                  <a:lnTo>
                    <a:pt x="1" y="8336"/>
                  </a:lnTo>
                  <a:cubicBezTo>
                    <a:pt x="1" y="9026"/>
                    <a:pt x="572" y="9574"/>
                    <a:pt x="1263" y="9574"/>
                  </a:cubicBezTo>
                  <a:lnTo>
                    <a:pt x="4835" y="9574"/>
                  </a:lnTo>
                  <a:cubicBezTo>
                    <a:pt x="3531" y="7488"/>
                    <a:pt x="5012" y="4787"/>
                    <a:pt x="7470" y="4787"/>
                  </a:cubicBezTo>
                  <a:cubicBezTo>
                    <a:pt x="7481" y="4787"/>
                    <a:pt x="7491" y="4787"/>
                    <a:pt x="7502" y="4787"/>
                  </a:cubicBezTo>
                  <a:lnTo>
                    <a:pt x="7550" y="4787"/>
                  </a:lnTo>
                  <a:cubicBezTo>
                    <a:pt x="7645" y="4787"/>
                    <a:pt x="7740" y="4787"/>
                    <a:pt x="7859" y="4811"/>
                  </a:cubicBezTo>
                  <a:lnTo>
                    <a:pt x="7859" y="1239"/>
                  </a:lnTo>
                  <a:cubicBezTo>
                    <a:pt x="7836" y="548"/>
                    <a:pt x="7288" y="1"/>
                    <a:pt x="6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2565993" y="2474852"/>
              <a:ext cx="241256" cy="174513"/>
            </a:xfrm>
            <a:custGeom>
              <a:avLst/>
              <a:gdLst/>
              <a:ahLst/>
              <a:cxnLst/>
              <a:rect l="l" t="t" r="r" b="b"/>
              <a:pathLst>
                <a:path w="7045" h="5096" extrusionOk="0">
                  <a:moveTo>
                    <a:pt x="4400" y="1625"/>
                  </a:moveTo>
                  <a:cubicBezTo>
                    <a:pt x="4628" y="1625"/>
                    <a:pt x="4838" y="1897"/>
                    <a:pt x="4645" y="2144"/>
                  </a:cubicBezTo>
                  <a:lnTo>
                    <a:pt x="3668" y="3359"/>
                  </a:lnTo>
                  <a:cubicBezTo>
                    <a:pt x="3613" y="3428"/>
                    <a:pt x="3525" y="3465"/>
                    <a:pt x="3438" y="3465"/>
                  </a:cubicBezTo>
                  <a:cubicBezTo>
                    <a:pt x="3375" y="3465"/>
                    <a:pt x="3313" y="3446"/>
                    <a:pt x="3263" y="3406"/>
                  </a:cubicBezTo>
                  <a:lnTo>
                    <a:pt x="2525" y="2882"/>
                  </a:lnTo>
                  <a:cubicBezTo>
                    <a:pt x="2382" y="2787"/>
                    <a:pt x="2358" y="2573"/>
                    <a:pt x="2454" y="2454"/>
                  </a:cubicBezTo>
                  <a:cubicBezTo>
                    <a:pt x="2512" y="2366"/>
                    <a:pt x="2605" y="2315"/>
                    <a:pt x="2702" y="2315"/>
                  </a:cubicBezTo>
                  <a:cubicBezTo>
                    <a:pt x="2764" y="2315"/>
                    <a:pt x="2827" y="2336"/>
                    <a:pt x="2882" y="2382"/>
                  </a:cubicBezTo>
                  <a:lnTo>
                    <a:pt x="3382" y="2739"/>
                  </a:lnTo>
                  <a:lnTo>
                    <a:pt x="4168" y="1739"/>
                  </a:lnTo>
                  <a:cubicBezTo>
                    <a:pt x="4237" y="1659"/>
                    <a:pt x="4319" y="1625"/>
                    <a:pt x="4400" y="1625"/>
                  </a:cubicBezTo>
                  <a:close/>
                  <a:moveTo>
                    <a:pt x="3525" y="1"/>
                  </a:moveTo>
                  <a:cubicBezTo>
                    <a:pt x="739" y="1"/>
                    <a:pt x="1" y="3835"/>
                    <a:pt x="2549" y="4883"/>
                  </a:cubicBezTo>
                  <a:cubicBezTo>
                    <a:pt x="2902" y="5030"/>
                    <a:pt x="3247" y="5096"/>
                    <a:pt x="3576" y="5096"/>
                  </a:cubicBezTo>
                  <a:cubicBezTo>
                    <a:pt x="5644" y="5096"/>
                    <a:pt x="7044" y="2468"/>
                    <a:pt x="5359" y="763"/>
                  </a:cubicBezTo>
                  <a:cubicBezTo>
                    <a:pt x="4883" y="263"/>
                    <a:pt x="4240" y="1"/>
                    <a:pt x="3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81" name="Google Shape;1781;p35"/>
          <p:cNvCxnSpPr>
            <a:stCxn id="1742" idx="6"/>
            <a:endCxn id="1740" idx="2"/>
          </p:cNvCxnSpPr>
          <p:nvPr/>
        </p:nvCxnSpPr>
        <p:spPr>
          <a:xfrm>
            <a:off x="1843988" y="1438313"/>
            <a:ext cx="231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2" name="Google Shape;1782;p35"/>
          <p:cNvCxnSpPr>
            <a:stCxn id="1740" idx="6"/>
            <a:endCxn id="1741" idx="1"/>
          </p:cNvCxnSpPr>
          <p:nvPr/>
        </p:nvCxnSpPr>
        <p:spPr>
          <a:xfrm>
            <a:off x="4984338" y="1438313"/>
            <a:ext cx="2437500" cy="71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3" name="Google Shape;1783;p35"/>
          <p:cNvCxnSpPr>
            <a:stCxn id="1741" idx="3"/>
            <a:endCxn id="1739" idx="6"/>
          </p:cNvCxnSpPr>
          <p:nvPr/>
        </p:nvCxnSpPr>
        <p:spPr>
          <a:xfrm flipH="1">
            <a:off x="4985450" y="2732238"/>
            <a:ext cx="2436300" cy="66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4" name="Google Shape;1784;p35"/>
          <p:cNvCxnSpPr>
            <a:stCxn id="1739" idx="2"/>
            <a:endCxn id="1771" idx="6"/>
          </p:cNvCxnSpPr>
          <p:nvPr/>
        </p:nvCxnSpPr>
        <p:spPr>
          <a:xfrm rot="10800000">
            <a:off x="1844025" y="3400463"/>
            <a:ext cx="2316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36269" y="1053945"/>
            <a:ext cx="6839712" cy="3438144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PREPROCESSING</a:t>
            </a:r>
            <a:endParaRPr dirty="0"/>
          </a:p>
        </p:txBody>
      </p:sp>
      <p:sp>
        <p:nvSpPr>
          <p:cNvPr id="884" name="Google Shape;884;p25"/>
          <p:cNvSpPr/>
          <p:nvPr/>
        </p:nvSpPr>
        <p:spPr>
          <a:xfrm>
            <a:off x="457200" y="962025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5" name="Google Shape;885;p25"/>
          <p:cNvGrpSpPr/>
          <p:nvPr/>
        </p:nvGrpSpPr>
        <p:grpSpPr>
          <a:xfrm>
            <a:off x="533400" y="962025"/>
            <a:ext cx="1633700" cy="1638422"/>
            <a:chOff x="533400" y="962025"/>
            <a:chExt cx="1633700" cy="1638422"/>
          </a:xfrm>
        </p:grpSpPr>
        <p:sp>
          <p:nvSpPr>
            <p:cNvPr id="886" name="Google Shape;886;p25"/>
            <p:cNvSpPr/>
            <p:nvPr/>
          </p:nvSpPr>
          <p:spPr>
            <a:xfrm>
              <a:off x="628650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1</a:t>
              </a:r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887" name="Google Shape;887;p25"/>
            <p:cNvSpPr txBox="1"/>
            <p:nvPr/>
          </p:nvSpPr>
          <p:spPr>
            <a:xfrm>
              <a:off x="533400" y="1389750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IMAGE SIZE</a:t>
              </a:r>
              <a:endParaRPr sz="16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88" name="Google Shape;888;p25"/>
            <p:cNvSpPr txBox="1"/>
            <p:nvPr/>
          </p:nvSpPr>
          <p:spPr>
            <a:xfrm>
              <a:off x="533400" y="1995047"/>
              <a:ext cx="16337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>
                  <a:latin typeface="Georgia" panose="02040502050405020303" pitchFamily="18" charset="0"/>
                </a:rPr>
                <a:t>I</a:t>
              </a:r>
              <a:r>
                <a:rPr lang="en-US" dirty="0" smtClean="0">
                  <a:latin typeface="Georgia" panose="02040502050405020303" pitchFamily="18" charset="0"/>
                </a:rPr>
                <a:t>mages </a:t>
              </a:r>
              <a:r>
                <a:rPr lang="en-US" dirty="0">
                  <a:latin typeface="Georgia" panose="02040502050405020303" pitchFamily="18" charset="0"/>
                </a:rPr>
                <a:t>resized to </a:t>
              </a:r>
              <a:r>
                <a:rPr lang="en-US" b="1" dirty="0">
                  <a:latin typeface="Georgia" panose="02040502050405020303" pitchFamily="18" charset="0"/>
                </a:rPr>
                <a:t>64 × 64 pixels</a:t>
              </a:r>
              <a:endParaRPr dirty="0">
                <a:solidFill>
                  <a:srgbClr val="000000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9" name="Google Shape;889;p25"/>
            <p:cNvSpPr txBox="1"/>
            <p:nvPr/>
          </p:nvSpPr>
          <p:spPr>
            <a:xfrm>
              <a:off x="1795400" y="962025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890" name="Google Shape;890;p25"/>
          <p:cNvSpPr/>
          <p:nvPr/>
        </p:nvSpPr>
        <p:spPr>
          <a:xfrm>
            <a:off x="2609800" y="962025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25"/>
          <p:cNvGrpSpPr/>
          <p:nvPr/>
        </p:nvGrpSpPr>
        <p:grpSpPr>
          <a:xfrm>
            <a:off x="2686000" y="962025"/>
            <a:ext cx="1633700" cy="1638422"/>
            <a:chOff x="2686000" y="962025"/>
            <a:chExt cx="1633700" cy="1638422"/>
          </a:xfrm>
        </p:grpSpPr>
        <p:sp>
          <p:nvSpPr>
            <p:cNvPr id="892" name="Google Shape;892;p25"/>
            <p:cNvSpPr/>
            <p:nvPr/>
          </p:nvSpPr>
          <p:spPr>
            <a:xfrm>
              <a:off x="2781250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893" name="Google Shape;893;p25"/>
            <p:cNvSpPr txBox="1"/>
            <p:nvPr/>
          </p:nvSpPr>
          <p:spPr>
            <a:xfrm>
              <a:off x="2686000" y="1389750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6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Batch Size</a:t>
              </a:r>
              <a:endParaRPr sz="16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94" name="Google Shape;894;p25"/>
            <p:cNvSpPr txBox="1"/>
            <p:nvPr/>
          </p:nvSpPr>
          <p:spPr>
            <a:xfrm>
              <a:off x="2686000" y="1995047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600" dirty="0">
                  <a:latin typeface="Georgia" panose="02040502050405020303" pitchFamily="18" charset="0"/>
                  <a:ea typeface="Roboto"/>
                  <a:cs typeface="Roboto"/>
                  <a:sym typeface="Roboto"/>
                </a:rPr>
                <a:t>32 samples per batch</a:t>
              </a:r>
              <a:endParaRPr sz="1600" dirty="0">
                <a:latin typeface="Georgia" panose="02040502050405020303" pitchFamily="18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5" name="Google Shape;895;p25"/>
            <p:cNvSpPr txBox="1"/>
            <p:nvPr/>
          </p:nvSpPr>
          <p:spPr>
            <a:xfrm>
              <a:off x="3948000" y="962025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896" name="Google Shape;896;p25"/>
          <p:cNvSpPr/>
          <p:nvPr/>
        </p:nvSpPr>
        <p:spPr>
          <a:xfrm>
            <a:off x="4762400" y="962025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7" name="Google Shape;897;p25"/>
          <p:cNvGrpSpPr/>
          <p:nvPr/>
        </p:nvGrpSpPr>
        <p:grpSpPr>
          <a:xfrm>
            <a:off x="4838600" y="962025"/>
            <a:ext cx="1633700" cy="1638422"/>
            <a:chOff x="4838600" y="962025"/>
            <a:chExt cx="1633700" cy="1638422"/>
          </a:xfrm>
        </p:grpSpPr>
        <p:sp>
          <p:nvSpPr>
            <p:cNvPr id="898" name="Google Shape;898;p25"/>
            <p:cNvSpPr/>
            <p:nvPr/>
          </p:nvSpPr>
          <p:spPr>
            <a:xfrm>
              <a:off x="4933850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899" name="Google Shape;899;p25"/>
            <p:cNvSpPr txBox="1"/>
            <p:nvPr/>
          </p:nvSpPr>
          <p:spPr>
            <a:xfrm>
              <a:off x="4838600" y="1389750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6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Normalization</a:t>
              </a:r>
              <a:endParaRPr sz="16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00" name="Google Shape;900;p25"/>
            <p:cNvSpPr txBox="1"/>
            <p:nvPr/>
          </p:nvSpPr>
          <p:spPr>
            <a:xfrm>
              <a:off x="4838600" y="1995047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600" dirty="0">
                  <a:latin typeface="Georgia" panose="02040502050405020303" pitchFamily="18" charset="0"/>
                  <a:ea typeface="Roboto"/>
                  <a:cs typeface="Roboto"/>
                  <a:sym typeface="Roboto"/>
                </a:rPr>
                <a:t>Pixel values scaled to the range [0, 1]</a:t>
              </a:r>
              <a:endParaRPr sz="1600" dirty="0">
                <a:solidFill>
                  <a:srgbClr val="000000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1" name="Google Shape;901;p25"/>
            <p:cNvSpPr txBox="1"/>
            <p:nvPr/>
          </p:nvSpPr>
          <p:spPr>
            <a:xfrm>
              <a:off x="6100600" y="962025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902" name="Google Shape;902;p25"/>
          <p:cNvSpPr/>
          <p:nvPr/>
        </p:nvSpPr>
        <p:spPr>
          <a:xfrm>
            <a:off x="6915000" y="962025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8027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3" name="Google Shape;903;p25"/>
          <p:cNvGrpSpPr/>
          <p:nvPr/>
        </p:nvGrpSpPr>
        <p:grpSpPr>
          <a:xfrm>
            <a:off x="6991200" y="962025"/>
            <a:ext cx="1633700" cy="1638422"/>
            <a:chOff x="6991200" y="962025"/>
            <a:chExt cx="1633700" cy="1638422"/>
          </a:xfrm>
        </p:grpSpPr>
        <p:sp>
          <p:nvSpPr>
            <p:cNvPr id="904" name="Google Shape;904;p25"/>
            <p:cNvSpPr/>
            <p:nvPr/>
          </p:nvSpPr>
          <p:spPr>
            <a:xfrm>
              <a:off x="7086450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</a:t>
              </a:r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25"/>
            <p:cNvSpPr txBox="1"/>
            <p:nvPr/>
          </p:nvSpPr>
          <p:spPr>
            <a:xfrm>
              <a:off x="6991200" y="1389750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6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 Pipeline</a:t>
              </a:r>
              <a:endParaRPr sz="16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06" name="Google Shape;906;p25"/>
            <p:cNvSpPr txBox="1"/>
            <p:nvPr/>
          </p:nvSpPr>
          <p:spPr>
            <a:xfrm>
              <a:off x="6991200" y="1995047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>
                  <a:latin typeface="Georgia" panose="02040502050405020303" pitchFamily="18" charset="0"/>
                </a:rPr>
                <a:t>Shuffling (buffer = 1000) for randomness</a:t>
              </a:r>
              <a:endParaRPr dirty="0">
                <a:solidFill>
                  <a:srgbClr val="000000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7" name="Google Shape;907;p25"/>
            <p:cNvSpPr txBox="1"/>
            <p:nvPr/>
          </p:nvSpPr>
          <p:spPr>
            <a:xfrm>
              <a:off x="8253200" y="962025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908" name="Google Shape;908;p25"/>
          <p:cNvCxnSpPr>
            <a:stCxn id="884" idx="3"/>
            <a:endCxn id="890" idx="1"/>
          </p:cNvCxnSpPr>
          <p:nvPr/>
        </p:nvCxnSpPr>
        <p:spPr>
          <a:xfrm>
            <a:off x="2229000" y="1838325"/>
            <a:ext cx="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9" name="Google Shape;909;p25"/>
          <p:cNvCxnSpPr>
            <a:stCxn id="890" idx="3"/>
            <a:endCxn id="896" idx="1"/>
          </p:cNvCxnSpPr>
          <p:nvPr/>
        </p:nvCxnSpPr>
        <p:spPr>
          <a:xfrm>
            <a:off x="4381600" y="1838325"/>
            <a:ext cx="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25"/>
          <p:cNvCxnSpPr>
            <a:stCxn id="896" idx="3"/>
            <a:endCxn id="902" idx="1"/>
          </p:cNvCxnSpPr>
          <p:nvPr/>
        </p:nvCxnSpPr>
        <p:spPr>
          <a:xfrm>
            <a:off x="6534200" y="1838325"/>
            <a:ext cx="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1" name="Google Shape;911;p25"/>
          <p:cNvSpPr/>
          <p:nvPr/>
        </p:nvSpPr>
        <p:spPr>
          <a:xfrm>
            <a:off x="3343299" y="3105347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2" name="Google Shape;912;p25"/>
          <p:cNvGrpSpPr/>
          <p:nvPr/>
        </p:nvGrpSpPr>
        <p:grpSpPr>
          <a:xfrm>
            <a:off x="3655076" y="3043634"/>
            <a:ext cx="1633700" cy="1638422"/>
            <a:chOff x="1609650" y="3093700"/>
            <a:chExt cx="1633700" cy="1638422"/>
          </a:xfrm>
        </p:grpSpPr>
        <p:sp>
          <p:nvSpPr>
            <p:cNvPr id="913" name="Google Shape;913;p25"/>
            <p:cNvSpPr/>
            <p:nvPr/>
          </p:nvSpPr>
          <p:spPr>
            <a:xfrm>
              <a:off x="1704900" y="3226225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</a:t>
              </a:r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25"/>
            <p:cNvSpPr txBox="1"/>
            <p:nvPr/>
          </p:nvSpPr>
          <p:spPr>
            <a:xfrm>
              <a:off x="1609650" y="3521425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Prefetching</a:t>
              </a:r>
              <a:endParaRPr sz="16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15" name="Google Shape;915;p25"/>
            <p:cNvSpPr txBox="1"/>
            <p:nvPr/>
          </p:nvSpPr>
          <p:spPr>
            <a:xfrm>
              <a:off x="1609650" y="4126722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 smtClean="0">
                  <a:latin typeface="Georgia" panose="02040502050405020303" pitchFamily="18" charset="0"/>
                  <a:ea typeface="Roboto"/>
                  <a:cs typeface="Roboto"/>
                  <a:sym typeface="Roboto"/>
                </a:rPr>
                <a:t>Prefetching for </a:t>
              </a:r>
              <a:r>
                <a:rPr lang="en-US" dirty="0">
                  <a:latin typeface="Georgia" panose="02040502050405020303" pitchFamily="18" charset="0"/>
                  <a:ea typeface="Roboto"/>
                  <a:cs typeface="Roboto"/>
                  <a:sym typeface="Roboto"/>
                </a:rPr>
                <a:t>faster GPU pipeline</a:t>
              </a:r>
              <a:endParaRPr dirty="0">
                <a:solidFill>
                  <a:srgbClr val="000000"/>
                </a:solidFill>
                <a:latin typeface="Georgia" panose="02040502050405020303" pitchFamily="18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6" name="Google Shape;916;p25"/>
            <p:cNvSpPr txBox="1"/>
            <p:nvPr/>
          </p:nvSpPr>
          <p:spPr>
            <a:xfrm>
              <a:off x="2871650" y="3093700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917" name="Google Shape;917;p25"/>
          <p:cNvSpPr/>
          <p:nvPr/>
        </p:nvSpPr>
        <p:spPr>
          <a:xfrm>
            <a:off x="5446227" y="3105347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26EAB8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25"/>
          <p:cNvGrpSpPr/>
          <p:nvPr/>
        </p:nvGrpSpPr>
        <p:grpSpPr>
          <a:xfrm>
            <a:off x="5580941" y="3185750"/>
            <a:ext cx="1538450" cy="1460625"/>
            <a:chOff x="3857500" y="3093700"/>
            <a:chExt cx="1538450" cy="1460625"/>
          </a:xfrm>
        </p:grpSpPr>
        <p:sp>
          <p:nvSpPr>
            <p:cNvPr id="919" name="Google Shape;919;p25"/>
            <p:cNvSpPr/>
            <p:nvPr/>
          </p:nvSpPr>
          <p:spPr>
            <a:xfrm>
              <a:off x="3978874" y="3307947"/>
              <a:ext cx="1259625" cy="43957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 smtClean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</a:t>
              </a:r>
              <a:endParaRPr sz="1800" dirty="0">
                <a:solidFill>
                  <a:schemeClr val="lt1"/>
                </a:solidFill>
              </a:endParaRPr>
            </a:p>
          </p:txBody>
        </p:sp>
        <p:sp>
          <p:nvSpPr>
            <p:cNvPr id="920" name="Google Shape;920;p25"/>
            <p:cNvSpPr txBox="1"/>
            <p:nvPr/>
          </p:nvSpPr>
          <p:spPr>
            <a:xfrm>
              <a:off x="3857500" y="3948925"/>
              <a:ext cx="153845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</a:t>
              </a:r>
              <a:r>
                <a:rPr lang="en" sz="16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rain_ds, test_ds</a:t>
              </a:r>
              <a:endParaRPr sz="16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22" name="Google Shape;922;p25"/>
            <p:cNvSpPr txBox="1"/>
            <p:nvPr/>
          </p:nvSpPr>
          <p:spPr>
            <a:xfrm>
              <a:off x="5024250" y="3093700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929" name="Google Shape;929;p25"/>
          <p:cNvCxnSpPr>
            <a:stCxn id="911" idx="3"/>
            <a:endCxn id="917" idx="1"/>
          </p:cNvCxnSpPr>
          <p:nvPr/>
        </p:nvCxnSpPr>
        <p:spPr>
          <a:xfrm>
            <a:off x="5115099" y="3981647"/>
            <a:ext cx="33112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1" name="Google Shape;931;p25"/>
          <p:cNvCxnSpPr>
            <a:stCxn id="902" idx="2"/>
            <a:endCxn id="911" idx="0"/>
          </p:cNvCxnSpPr>
          <p:nvPr/>
        </p:nvCxnSpPr>
        <p:spPr>
          <a:xfrm rot="5400000">
            <a:off x="5819689" y="1124136"/>
            <a:ext cx="390722" cy="357170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Model Architecture – Vision Transformer (</a:t>
            </a:r>
            <a:r>
              <a:rPr lang="fr-FR" dirty="0" err="1"/>
              <a:t>ViT</a:t>
            </a:r>
            <a:r>
              <a:rPr lang="fr-FR" dirty="0"/>
              <a:t>)</a:t>
            </a:r>
            <a:endParaRPr dirty="0"/>
          </a:p>
        </p:txBody>
      </p:sp>
      <p:graphicFrame>
        <p:nvGraphicFramePr>
          <p:cNvPr id="1185" name="Google Shape;1185;p29"/>
          <p:cNvGraphicFramePr/>
          <p:nvPr>
            <p:extLst>
              <p:ext uri="{D42A27DB-BD31-4B8C-83A1-F6EECF244321}">
                <p14:modId xmlns:p14="http://schemas.microsoft.com/office/powerpoint/2010/main" val="2531053050"/>
              </p:ext>
            </p:extLst>
          </p:nvPr>
        </p:nvGraphicFramePr>
        <p:xfrm>
          <a:off x="457200" y="922263"/>
          <a:ext cx="4586325" cy="3596400"/>
        </p:xfrm>
        <a:graphic>
          <a:graphicData uri="http://schemas.openxmlformats.org/drawingml/2006/table">
            <a:tbl>
              <a:tblPr>
                <a:noFill/>
                <a:tableStyleId>{80178864-EDEF-434E-98AB-0A50D9BCFAB6}</a:tableStyleId>
              </a:tblPr>
              <a:tblGrid>
                <a:gridCol w="449525"/>
                <a:gridCol w="4136800"/>
              </a:tblGrid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01</a:t>
                      </a:r>
                      <a:endParaRPr b="1" dirty="0">
                        <a:solidFill>
                          <a:schemeClr val="accen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smtClean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Core Idea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Applies transformer encoder layers directly to image patches instead of sequence data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02</a:t>
                      </a:r>
                      <a:endParaRPr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smtClean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Patch Extraction: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 Patches layer divides input images into 8×8 non-overlapping patches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03</a:t>
                      </a:r>
                      <a:endParaRPr b="1">
                        <a:solidFill>
                          <a:schemeClr val="accent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smtClean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Patch Encoding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PatchEncoder</a:t>
                      </a:r>
                      <a:r>
                        <a:rPr lang="en-US" sz="12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projects each patch into a 64-dimensional embedding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6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04</a:t>
                      </a:r>
                      <a:endParaRPr b="1">
                        <a:solidFill>
                          <a:schemeClr val="accent6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smtClean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Transformer Encoder Layers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 layers total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186" name="Google Shape;1186;p29"/>
          <p:cNvGrpSpPr/>
          <p:nvPr/>
        </p:nvGrpSpPr>
        <p:grpSpPr>
          <a:xfrm>
            <a:off x="4572000" y="997018"/>
            <a:ext cx="4114785" cy="3734967"/>
            <a:chOff x="457200" y="997005"/>
            <a:chExt cx="4114785" cy="3734967"/>
          </a:xfrm>
        </p:grpSpPr>
        <p:sp>
          <p:nvSpPr>
            <p:cNvPr id="1187" name="Google Shape;1187;p29"/>
            <p:cNvSpPr/>
            <p:nvPr/>
          </p:nvSpPr>
          <p:spPr>
            <a:xfrm>
              <a:off x="457200" y="4475703"/>
              <a:ext cx="3036451" cy="256268"/>
            </a:xfrm>
            <a:custGeom>
              <a:avLst/>
              <a:gdLst/>
              <a:ahLst/>
              <a:cxnLst/>
              <a:rect l="l" t="t" r="r" b="b"/>
              <a:pathLst>
                <a:path w="85915" h="7251" extrusionOk="0">
                  <a:moveTo>
                    <a:pt x="40754" y="1"/>
                  </a:moveTo>
                  <a:lnTo>
                    <a:pt x="38564" y="14"/>
                  </a:lnTo>
                  <a:lnTo>
                    <a:pt x="36414" y="42"/>
                  </a:lnTo>
                  <a:lnTo>
                    <a:pt x="34306" y="69"/>
                  </a:lnTo>
                  <a:lnTo>
                    <a:pt x="32225" y="110"/>
                  </a:lnTo>
                  <a:lnTo>
                    <a:pt x="30184" y="164"/>
                  </a:lnTo>
                  <a:lnTo>
                    <a:pt x="28185" y="219"/>
                  </a:lnTo>
                  <a:lnTo>
                    <a:pt x="26240" y="287"/>
                  </a:lnTo>
                  <a:lnTo>
                    <a:pt x="24335" y="355"/>
                  </a:lnTo>
                  <a:lnTo>
                    <a:pt x="22485" y="436"/>
                  </a:lnTo>
                  <a:lnTo>
                    <a:pt x="20690" y="518"/>
                  </a:lnTo>
                  <a:lnTo>
                    <a:pt x="18935" y="613"/>
                  </a:lnTo>
                  <a:lnTo>
                    <a:pt x="17262" y="722"/>
                  </a:lnTo>
                  <a:lnTo>
                    <a:pt x="15630" y="831"/>
                  </a:lnTo>
                  <a:lnTo>
                    <a:pt x="14079" y="939"/>
                  </a:lnTo>
                  <a:lnTo>
                    <a:pt x="12583" y="1062"/>
                  </a:lnTo>
                  <a:lnTo>
                    <a:pt x="11168" y="1184"/>
                  </a:lnTo>
                  <a:lnTo>
                    <a:pt x="9808" y="1320"/>
                  </a:lnTo>
                  <a:lnTo>
                    <a:pt x="8543" y="1456"/>
                  </a:lnTo>
                  <a:lnTo>
                    <a:pt x="7332" y="1592"/>
                  </a:lnTo>
                  <a:lnTo>
                    <a:pt x="6217" y="1742"/>
                  </a:lnTo>
                  <a:lnTo>
                    <a:pt x="5183" y="1892"/>
                  </a:lnTo>
                  <a:lnTo>
                    <a:pt x="4244" y="2055"/>
                  </a:lnTo>
                  <a:lnTo>
                    <a:pt x="3374" y="2218"/>
                  </a:lnTo>
                  <a:lnTo>
                    <a:pt x="2612" y="2381"/>
                  </a:lnTo>
                  <a:lnTo>
                    <a:pt x="1932" y="2545"/>
                  </a:lnTo>
                  <a:lnTo>
                    <a:pt x="1361" y="2721"/>
                  </a:lnTo>
                  <a:lnTo>
                    <a:pt x="1102" y="2803"/>
                  </a:lnTo>
                  <a:lnTo>
                    <a:pt x="871" y="2898"/>
                  </a:lnTo>
                  <a:lnTo>
                    <a:pt x="667" y="2980"/>
                  </a:lnTo>
                  <a:lnTo>
                    <a:pt x="504" y="3075"/>
                  </a:lnTo>
                  <a:lnTo>
                    <a:pt x="354" y="3157"/>
                  </a:lnTo>
                  <a:lnTo>
                    <a:pt x="218" y="3252"/>
                  </a:lnTo>
                  <a:lnTo>
                    <a:pt x="123" y="3347"/>
                  </a:lnTo>
                  <a:lnTo>
                    <a:pt x="55" y="3442"/>
                  </a:lnTo>
                  <a:lnTo>
                    <a:pt x="14" y="3538"/>
                  </a:lnTo>
                  <a:lnTo>
                    <a:pt x="0" y="3619"/>
                  </a:lnTo>
                  <a:lnTo>
                    <a:pt x="14" y="3714"/>
                  </a:lnTo>
                  <a:lnTo>
                    <a:pt x="55" y="3810"/>
                  </a:lnTo>
                  <a:lnTo>
                    <a:pt x="123" y="3905"/>
                  </a:lnTo>
                  <a:lnTo>
                    <a:pt x="218" y="4000"/>
                  </a:lnTo>
                  <a:lnTo>
                    <a:pt x="354" y="4082"/>
                  </a:lnTo>
                  <a:lnTo>
                    <a:pt x="504" y="4177"/>
                  </a:lnTo>
                  <a:lnTo>
                    <a:pt x="667" y="4272"/>
                  </a:lnTo>
                  <a:lnTo>
                    <a:pt x="871" y="4354"/>
                  </a:lnTo>
                  <a:lnTo>
                    <a:pt x="1102" y="4449"/>
                  </a:lnTo>
                  <a:lnTo>
                    <a:pt x="1361" y="4531"/>
                  </a:lnTo>
                  <a:lnTo>
                    <a:pt x="1932" y="4707"/>
                  </a:lnTo>
                  <a:lnTo>
                    <a:pt x="2612" y="4871"/>
                  </a:lnTo>
                  <a:lnTo>
                    <a:pt x="3374" y="5034"/>
                  </a:lnTo>
                  <a:lnTo>
                    <a:pt x="4244" y="5197"/>
                  </a:lnTo>
                  <a:lnTo>
                    <a:pt x="5183" y="5360"/>
                  </a:lnTo>
                  <a:lnTo>
                    <a:pt x="6217" y="5510"/>
                  </a:lnTo>
                  <a:lnTo>
                    <a:pt x="7332" y="5646"/>
                  </a:lnTo>
                  <a:lnTo>
                    <a:pt x="8543" y="5796"/>
                  </a:lnTo>
                  <a:lnTo>
                    <a:pt x="9808" y="5932"/>
                  </a:lnTo>
                  <a:lnTo>
                    <a:pt x="11168" y="6068"/>
                  </a:lnTo>
                  <a:lnTo>
                    <a:pt x="12583" y="6190"/>
                  </a:lnTo>
                  <a:lnTo>
                    <a:pt x="14079" y="6312"/>
                  </a:lnTo>
                  <a:lnTo>
                    <a:pt x="15630" y="6421"/>
                  </a:lnTo>
                  <a:lnTo>
                    <a:pt x="17262" y="6530"/>
                  </a:lnTo>
                  <a:lnTo>
                    <a:pt x="18935" y="6639"/>
                  </a:lnTo>
                  <a:lnTo>
                    <a:pt x="20690" y="6721"/>
                  </a:lnTo>
                  <a:lnTo>
                    <a:pt x="22485" y="6816"/>
                  </a:lnTo>
                  <a:lnTo>
                    <a:pt x="24335" y="6897"/>
                  </a:lnTo>
                  <a:lnTo>
                    <a:pt x="26240" y="6965"/>
                  </a:lnTo>
                  <a:lnTo>
                    <a:pt x="28185" y="7033"/>
                  </a:lnTo>
                  <a:lnTo>
                    <a:pt x="30184" y="7088"/>
                  </a:lnTo>
                  <a:lnTo>
                    <a:pt x="32225" y="7142"/>
                  </a:lnTo>
                  <a:lnTo>
                    <a:pt x="34306" y="7183"/>
                  </a:lnTo>
                  <a:lnTo>
                    <a:pt x="36414" y="7210"/>
                  </a:lnTo>
                  <a:lnTo>
                    <a:pt x="38564" y="7237"/>
                  </a:lnTo>
                  <a:lnTo>
                    <a:pt x="40754" y="7251"/>
                  </a:lnTo>
                  <a:lnTo>
                    <a:pt x="45175" y="7251"/>
                  </a:lnTo>
                  <a:lnTo>
                    <a:pt x="47351" y="7237"/>
                  </a:lnTo>
                  <a:lnTo>
                    <a:pt x="49500" y="7210"/>
                  </a:lnTo>
                  <a:lnTo>
                    <a:pt x="51622" y="7183"/>
                  </a:lnTo>
                  <a:lnTo>
                    <a:pt x="53690" y="7142"/>
                  </a:lnTo>
                  <a:lnTo>
                    <a:pt x="55730" y="7088"/>
                  </a:lnTo>
                  <a:lnTo>
                    <a:pt x="57730" y="7033"/>
                  </a:lnTo>
                  <a:lnTo>
                    <a:pt x="59675" y="6965"/>
                  </a:lnTo>
                  <a:lnTo>
                    <a:pt x="61579" y="6897"/>
                  </a:lnTo>
                  <a:lnTo>
                    <a:pt x="63429" y="6816"/>
                  </a:lnTo>
                  <a:lnTo>
                    <a:pt x="65238" y="6721"/>
                  </a:lnTo>
                  <a:lnTo>
                    <a:pt x="66980" y="6639"/>
                  </a:lnTo>
                  <a:lnTo>
                    <a:pt x="68666" y="6530"/>
                  </a:lnTo>
                  <a:lnTo>
                    <a:pt x="70285" y="6421"/>
                  </a:lnTo>
                  <a:lnTo>
                    <a:pt x="71836" y="6312"/>
                  </a:lnTo>
                  <a:lnTo>
                    <a:pt x="73332" y="6190"/>
                  </a:lnTo>
                  <a:lnTo>
                    <a:pt x="74760" y="6068"/>
                  </a:lnTo>
                  <a:lnTo>
                    <a:pt x="76107" y="5932"/>
                  </a:lnTo>
                  <a:lnTo>
                    <a:pt x="77386" y="5796"/>
                  </a:lnTo>
                  <a:lnTo>
                    <a:pt x="78583" y="5646"/>
                  </a:lnTo>
                  <a:lnTo>
                    <a:pt x="79698" y="5510"/>
                  </a:lnTo>
                  <a:lnTo>
                    <a:pt x="80732" y="5360"/>
                  </a:lnTo>
                  <a:lnTo>
                    <a:pt x="81684" y="5197"/>
                  </a:lnTo>
                  <a:lnTo>
                    <a:pt x="82541" y="5034"/>
                  </a:lnTo>
                  <a:lnTo>
                    <a:pt x="83303" y="4871"/>
                  </a:lnTo>
                  <a:lnTo>
                    <a:pt x="83983" y="4707"/>
                  </a:lnTo>
                  <a:lnTo>
                    <a:pt x="84568" y="4531"/>
                  </a:lnTo>
                  <a:lnTo>
                    <a:pt x="84813" y="4449"/>
                  </a:lnTo>
                  <a:lnTo>
                    <a:pt x="85044" y="4354"/>
                  </a:lnTo>
                  <a:lnTo>
                    <a:pt x="85248" y="4272"/>
                  </a:lnTo>
                  <a:lnTo>
                    <a:pt x="85425" y="4177"/>
                  </a:lnTo>
                  <a:lnTo>
                    <a:pt x="85574" y="4082"/>
                  </a:lnTo>
                  <a:lnTo>
                    <a:pt x="85697" y="4000"/>
                  </a:lnTo>
                  <a:lnTo>
                    <a:pt x="85792" y="3905"/>
                  </a:lnTo>
                  <a:lnTo>
                    <a:pt x="85860" y="3810"/>
                  </a:lnTo>
                  <a:lnTo>
                    <a:pt x="85901" y="3714"/>
                  </a:lnTo>
                  <a:lnTo>
                    <a:pt x="85914" y="3619"/>
                  </a:lnTo>
                  <a:lnTo>
                    <a:pt x="85901" y="3538"/>
                  </a:lnTo>
                  <a:lnTo>
                    <a:pt x="85860" y="3442"/>
                  </a:lnTo>
                  <a:lnTo>
                    <a:pt x="85792" y="3347"/>
                  </a:lnTo>
                  <a:lnTo>
                    <a:pt x="85697" y="3252"/>
                  </a:lnTo>
                  <a:lnTo>
                    <a:pt x="85574" y="3157"/>
                  </a:lnTo>
                  <a:lnTo>
                    <a:pt x="85425" y="3075"/>
                  </a:lnTo>
                  <a:lnTo>
                    <a:pt x="85248" y="2980"/>
                  </a:lnTo>
                  <a:lnTo>
                    <a:pt x="85044" y="2898"/>
                  </a:lnTo>
                  <a:lnTo>
                    <a:pt x="84813" y="2803"/>
                  </a:lnTo>
                  <a:lnTo>
                    <a:pt x="84568" y="2721"/>
                  </a:lnTo>
                  <a:lnTo>
                    <a:pt x="83983" y="2545"/>
                  </a:lnTo>
                  <a:lnTo>
                    <a:pt x="83303" y="2381"/>
                  </a:lnTo>
                  <a:lnTo>
                    <a:pt x="82541" y="2218"/>
                  </a:lnTo>
                  <a:lnTo>
                    <a:pt x="81684" y="2055"/>
                  </a:lnTo>
                  <a:lnTo>
                    <a:pt x="80732" y="1892"/>
                  </a:lnTo>
                  <a:lnTo>
                    <a:pt x="79698" y="1742"/>
                  </a:lnTo>
                  <a:lnTo>
                    <a:pt x="78583" y="1592"/>
                  </a:lnTo>
                  <a:lnTo>
                    <a:pt x="77386" y="1456"/>
                  </a:lnTo>
                  <a:lnTo>
                    <a:pt x="76107" y="1320"/>
                  </a:lnTo>
                  <a:lnTo>
                    <a:pt x="74760" y="1184"/>
                  </a:lnTo>
                  <a:lnTo>
                    <a:pt x="73332" y="1062"/>
                  </a:lnTo>
                  <a:lnTo>
                    <a:pt x="71836" y="939"/>
                  </a:lnTo>
                  <a:lnTo>
                    <a:pt x="70285" y="831"/>
                  </a:lnTo>
                  <a:lnTo>
                    <a:pt x="68666" y="722"/>
                  </a:lnTo>
                  <a:lnTo>
                    <a:pt x="66980" y="613"/>
                  </a:lnTo>
                  <a:lnTo>
                    <a:pt x="65238" y="518"/>
                  </a:lnTo>
                  <a:lnTo>
                    <a:pt x="63429" y="436"/>
                  </a:lnTo>
                  <a:lnTo>
                    <a:pt x="61579" y="355"/>
                  </a:lnTo>
                  <a:lnTo>
                    <a:pt x="59675" y="287"/>
                  </a:lnTo>
                  <a:lnTo>
                    <a:pt x="57730" y="219"/>
                  </a:lnTo>
                  <a:lnTo>
                    <a:pt x="55730" y="164"/>
                  </a:lnTo>
                  <a:lnTo>
                    <a:pt x="53690" y="110"/>
                  </a:lnTo>
                  <a:lnTo>
                    <a:pt x="51622" y="69"/>
                  </a:lnTo>
                  <a:lnTo>
                    <a:pt x="49500" y="42"/>
                  </a:lnTo>
                  <a:lnTo>
                    <a:pt x="47351" y="14"/>
                  </a:lnTo>
                  <a:lnTo>
                    <a:pt x="45175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1125429" y="3092593"/>
              <a:ext cx="204386" cy="1191325"/>
            </a:xfrm>
            <a:custGeom>
              <a:avLst/>
              <a:gdLst/>
              <a:ahLst/>
              <a:cxnLst/>
              <a:rect l="l" t="t" r="r" b="b"/>
              <a:pathLst>
                <a:path w="5783" h="33708" extrusionOk="0">
                  <a:moveTo>
                    <a:pt x="531" y="0"/>
                  </a:moveTo>
                  <a:lnTo>
                    <a:pt x="423" y="14"/>
                  </a:lnTo>
                  <a:lnTo>
                    <a:pt x="327" y="41"/>
                  </a:lnTo>
                  <a:lnTo>
                    <a:pt x="232" y="96"/>
                  </a:lnTo>
                  <a:lnTo>
                    <a:pt x="151" y="164"/>
                  </a:lnTo>
                  <a:lnTo>
                    <a:pt x="96" y="245"/>
                  </a:lnTo>
                  <a:lnTo>
                    <a:pt x="42" y="327"/>
                  </a:lnTo>
                  <a:lnTo>
                    <a:pt x="15" y="422"/>
                  </a:lnTo>
                  <a:lnTo>
                    <a:pt x="1" y="531"/>
                  </a:lnTo>
                  <a:lnTo>
                    <a:pt x="1" y="10420"/>
                  </a:lnTo>
                  <a:lnTo>
                    <a:pt x="15" y="10529"/>
                  </a:lnTo>
                  <a:lnTo>
                    <a:pt x="42" y="10624"/>
                  </a:lnTo>
                  <a:lnTo>
                    <a:pt x="83" y="10719"/>
                  </a:lnTo>
                  <a:lnTo>
                    <a:pt x="151" y="10801"/>
                  </a:lnTo>
                  <a:lnTo>
                    <a:pt x="4721" y="15371"/>
                  </a:lnTo>
                  <a:lnTo>
                    <a:pt x="4721" y="19983"/>
                  </a:lnTo>
                  <a:lnTo>
                    <a:pt x="341" y="24376"/>
                  </a:lnTo>
                  <a:lnTo>
                    <a:pt x="273" y="24444"/>
                  </a:lnTo>
                  <a:lnTo>
                    <a:pt x="219" y="24539"/>
                  </a:lnTo>
                  <a:lnTo>
                    <a:pt x="191" y="24635"/>
                  </a:lnTo>
                  <a:lnTo>
                    <a:pt x="178" y="24743"/>
                  </a:lnTo>
                  <a:lnTo>
                    <a:pt x="178" y="33177"/>
                  </a:lnTo>
                  <a:lnTo>
                    <a:pt x="191" y="33286"/>
                  </a:lnTo>
                  <a:lnTo>
                    <a:pt x="219" y="33395"/>
                  </a:lnTo>
                  <a:lnTo>
                    <a:pt x="273" y="33476"/>
                  </a:lnTo>
                  <a:lnTo>
                    <a:pt x="341" y="33558"/>
                  </a:lnTo>
                  <a:lnTo>
                    <a:pt x="409" y="33626"/>
                  </a:lnTo>
                  <a:lnTo>
                    <a:pt x="504" y="33667"/>
                  </a:lnTo>
                  <a:lnTo>
                    <a:pt x="599" y="33707"/>
                  </a:lnTo>
                  <a:lnTo>
                    <a:pt x="817" y="33707"/>
                  </a:lnTo>
                  <a:lnTo>
                    <a:pt x="912" y="33667"/>
                  </a:lnTo>
                  <a:lnTo>
                    <a:pt x="1007" y="33626"/>
                  </a:lnTo>
                  <a:lnTo>
                    <a:pt x="1089" y="33558"/>
                  </a:lnTo>
                  <a:lnTo>
                    <a:pt x="1144" y="33476"/>
                  </a:lnTo>
                  <a:lnTo>
                    <a:pt x="1198" y="33395"/>
                  </a:lnTo>
                  <a:lnTo>
                    <a:pt x="1225" y="33286"/>
                  </a:lnTo>
                  <a:lnTo>
                    <a:pt x="1239" y="33177"/>
                  </a:lnTo>
                  <a:lnTo>
                    <a:pt x="1239" y="24961"/>
                  </a:lnTo>
                  <a:lnTo>
                    <a:pt x="5632" y="20581"/>
                  </a:lnTo>
                  <a:lnTo>
                    <a:pt x="5700" y="20499"/>
                  </a:lnTo>
                  <a:lnTo>
                    <a:pt x="5741" y="20404"/>
                  </a:lnTo>
                  <a:lnTo>
                    <a:pt x="5768" y="20309"/>
                  </a:lnTo>
                  <a:lnTo>
                    <a:pt x="5782" y="20200"/>
                  </a:lnTo>
                  <a:lnTo>
                    <a:pt x="5782" y="15154"/>
                  </a:lnTo>
                  <a:lnTo>
                    <a:pt x="5768" y="15045"/>
                  </a:lnTo>
                  <a:lnTo>
                    <a:pt x="5741" y="14950"/>
                  </a:lnTo>
                  <a:lnTo>
                    <a:pt x="5700" y="14854"/>
                  </a:lnTo>
                  <a:lnTo>
                    <a:pt x="5632" y="14773"/>
                  </a:lnTo>
                  <a:lnTo>
                    <a:pt x="1062" y="10202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45"/>
                  </a:lnTo>
                  <a:lnTo>
                    <a:pt x="899" y="164"/>
                  </a:lnTo>
                  <a:lnTo>
                    <a:pt x="831" y="96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1484583" y="3638253"/>
              <a:ext cx="111541" cy="667302"/>
            </a:xfrm>
            <a:custGeom>
              <a:avLst/>
              <a:gdLst/>
              <a:ahLst/>
              <a:cxnLst/>
              <a:rect l="l" t="t" r="r" b="b"/>
              <a:pathLst>
                <a:path w="3156" h="18881" extrusionOk="0">
                  <a:moveTo>
                    <a:pt x="2517" y="0"/>
                  </a:moveTo>
                  <a:lnTo>
                    <a:pt x="2421" y="41"/>
                  </a:lnTo>
                  <a:lnTo>
                    <a:pt x="2326" y="82"/>
                  </a:lnTo>
                  <a:lnTo>
                    <a:pt x="2244" y="150"/>
                  </a:lnTo>
                  <a:lnTo>
                    <a:pt x="2176" y="232"/>
                  </a:lnTo>
                  <a:lnTo>
                    <a:pt x="2136" y="313"/>
                  </a:lnTo>
                  <a:lnTo>
                    <a:pt x="2108" y="422"/>
                  </a:lnTo>
                  <a:lnTo>
                    <a:pt x="2095" y="531"/>
                  </a:lnTo>
                  <a:lnTo>
                    <a:pt x="2095" y="6489"/>
                  </a:lnTo>
                  <a:lnTo>
                    <a:pt x="163" y="8420"/>
                  </a:lnTo>
                  <a:lnTo>
                    <a:pt x="95" y="8502"/>
                  </a:lnTo>
                  <a:lnTo>
                    <a:pt x="41" y="8583"/>
                  </a:lnTo>
                  <a:lnTo>
                    <a:pt x="14" y="8692"/>
                  </a:lnTo>
                  <a:lnTo>
                    <a:pt x="0" y="8787"/>
                  </a:lnTo>
                  <a:lnTo>
                    <a:pt x="0" y="18350"/>
                  </a:lnTo>
                  <a:lnTo>
                    <a:pt x="14" y="18459"/>
                  </a:lnTo>
                  <a:lnTo>
                    <a:pt x="41" y="18568"/>
                  </a:lnTo>
                  <a:lnTo>
                    <a:pt x="95" y="18649"/>
                  </a:lnTo>
                  <a:lnTo>
                    <a:pt x="163" y="18731"/>
                  </a:lnTo>
                  <a:lnTo>
                    <a:pt x="245" y="18799"/>
                  </a:lnTo>
                  <a:lnTo>
                    <a:pt x="327" y="18840"/>
                  </a:lnTo>
                  <a:lnTo>
                    <a:pt x="422" y="18881"/>
                  </a:lnTo>
                  <a:lnTo>
                    <a:pt x="639" y="18881"/>
                  </a:lnTo>
                  <a:lnTo>
                    <a:pt x="735" y="18840"/>
                  </a:lnTo>
                  <a:lnTo>
                    <a:pt x="830" y="18799"/>
                  </a:lnTo>
                  <a:lnTo>
                    <a:pt x="911" y="18731"/>
                  </a:lnTo>
                  <a:lnTo>
                    <a:pt x="979" y="18649"/>
                  </a:lnTo>
                  <a:lnTo>
                    <a:pt x="1020" y="18568"/>
                  </a:lnTo>
                  <a:lnTo>
                    <a:pt x="1047" y="18459"/>
                  </a:lnTo>
                  <a:lnTo>
                    <a:pt x="1061" y="18350"/>
                  </a:lnTo>
                  <a:lnTo>
                    <a:pt x="1061" y="9005"/>
                  </a:lnTo>
                  <a:lnTo>
                    <a:pt x="2993" y="7074"/>
                  </a:lnTo>
                  <a:lnTo>
                    <a:pt x="3061" y="6992"/>
                  </a:lnTo>
                  <a:lnTo>
                    <a:pt x="3115" y="6910"/>
                  </a:lnTo>
                  <a:lnTo>
                    <a:pt x="3142" y="6802"/>
                  </a:lnTo>
                  <a:lnTo>
                    <a:pt x="3156" y="6706"/>
                  </a:lnTo>
                  <a:lnTo>
                    <a:pt x="3156" y="531"/>
                  </a:lnTo>
                  <a:lnTo>
                    <a:pt x="3142" y="422"/>
                  </a:lnTo>
                  <a:lnTo>
                    <a:pt x="3115" y="313"/>
                  </a:lnTo>
                  <a:lnTo>
                    <a:pt x="3061" y="232"/>
                  </a:lnTo>
                  <a:lnTo>
                    <a:pt x="2993" y="150"/>
                  </a:lnTo>
                  <a:lnTo>
                    <a:pt x="2925" y="82"/>
                  </a:lnTo>
                  <a:lnTo>
                    <a:pt x="2829" y="41"/>
                  </a:lnTo>
                  <a:lnTo>
                    <a:pt x="27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1689360" y="3070009"/>
              <a:ext cx="205799" cy="1235538"/>
            </a:xfrm>
            <a:custGeom>
              <a:avLst/>
              <a:gdLst/>
              <a:ahLst/>
              <a:cxnLst/>
              <a:rect l="l" t="t" r="r" b="b"/>
              <a:pathLst>
                <a:path w="5823" h="34959" extrusionOk="0">
                  <a:moveTo>
                    <a:pt x="531" y="0"/>
                  </a:moveTo>
                  <a:lnTo>
                    <a:pt x="422" y="14"/>
                  </a:lnTo>
                  <a:lnTo>
                    <a:pt x="327" y="41"/>
                  </a:lnTo>
                  <a:lnTo>
                    <a:pt x="232" y="95"/>
                  </a:lnTo>
                  <a:lnTo>
                    <a:pt x="164" y="150"/>
                  </a:lnTo>
                  <a:lnTo>
                    <a:pt x="96" y="231"/>
                  </a:lnTo>
                  <a:lnTo>
                    <a:pt x="42" y="327"/>
                  </a:lnTo>
                  <a:lnTo>
                    <a:pt x="14" y="422"/>
                  </a:lnTo>
                  <a:lnTo>
                    <a:pt x="1" y="531"/>
                  </a:lnTo>
                  <a:lnTo>
                    <a:pt x="1" y="7726"/>
                  </a:lnTo>
                  <a:lnTo>
                    <a:pt x="14" y="7835"/>
                  </a:lnTo>
                  <a:lnTo>
                    <a:pt x="42" y="7930"/>
                  </a:lnTo>
                  <a:lnTo>
                    <a:pt x="96" y="8026"/>
                  </a:lnTo>
                  <a:lnTo>
                    <a:pt x="164" y="8107"/>
                  </a:lnTo>
                  <a:lnTo>
                    <a:pt x="4762" y="12705"/>
                  </a:lnTo>
                  <a:lnTo>
                    <a:pt x="4762" y="34428"/>
                  </a:lnTo>
                  <a:lnTo>
                    <a:pt x="4775" y="34537"/>
                  </a:lnTo>
                  <a:lnTo>
                    <a:pt x="4802" y="34646"/>
                  </a:lnTo>
                  <a:lnTo>
                    <a:pt x="4857" y="34727"/>
                  </a:lnTo>
                  <a:lnTo>
                    <a:pt x="4911" y="34809"/>
                  </a:lnTo>
                  <a:lnTo>
                    <a:pt x="4993" y="34877"/>
                  </a:lnTo>
                  <a:lnTo>
                    <a:pt x="5088" y="34918"/>
                  </a:lnTo>
                  <a:lnTo>
                    <a:pt x="5183" y="34959"/>
                  </a:lnTo>
                  <a:lnTo>
                    <a:pt x="5401" y="34959"/>
                  </a:lnTo>
                  <a:lnTo>
                    <a:pt x="5496" y="34918"/>
                  </a:lnTo>
                  <a:lnTo>
                    <a:pt x="5591" y="34877"/>
                  </a:lnTo>
                  <a:lnTo>
                    <a:pt x="5673" y="34809"/>
                  </a:lnTo>
                  <a:lnTo>
                    <a:pt x="5727" y="34727"/>
                  </a:lnTo>
                  <a:lnTo>
                    <a:pt x="5782" y="34646"/>
                  </a:lnTo>
                  <a:lnTo>
                    <a:pt x="5809" y="34537"/>
                  </a:lnTo>
                  <a:lnTo>
                    <a:pt x="5823" y="34428"/>
                  </a:lnTo>
                  <a:lnTo>
                    <a:pt x="5823" y="12487"/>
                  </a:lnTo>
                  <a:lnTo>
                    <a:pt x="5809" y="12392"/>
                  </a:lnTo>
                  <a:lnTo>
                    <a:pt x="5782" y="12283"/>
                  </a:lnTo>
                  <a:lnTo>
                    <a:pt x="5727" y="12202"/>
                  </a:lnTo>
                  <a:lnTo>
                    <a:pt x="5673" y="12120"/>
                  </a:lnTo>
                  <a:lnTo>
                    <a:pt x="1062" y="7509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31"/>
                  </a:lnTo>
                  <a:lnTo>
                    <a:pt x="912" y="150"/>
                  </a:lnTo>
                  <a:lnTo>
                    <a:pt x="831" y="95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2097995" y="3230077"/>
              <a:ext cx="167842" cy="1103852"/>
            </a:xfrm>
            <a:custGeom>
              <a:avLst/>
              <a:gdLst/>
              <a:ahLst/>
              <a:cxnLst/>
              <a:rect l="l" t="t" r="r" b="b"/>
              <a:pathLst>
                <a:path w="4749" h="31233" extrusionOk="0">
                  <a:moveTo>
                    <a:pt x="4041" y="1"/>
                  </a:moveTo>
                  <a:lnTo>
                    <a:pt x="3932" y="14"/>
                  </a:lnTo>
                  <a:lnTo>
                    <a:pt x="3823" y="42"/>
                  </a:lnTo>
                  <a:lnTo>
                    <a:pt x="3742" y="96"/>
                  </a:lnTo>
                  <a:lnTo>
                    <a:pt x="3660" y="150"/>
                  </a:lnTo>
                  <a:lnTo>
                    <a:pt x="3592" y="232"/>
                  </a:lnTo>
                  <a:lnTo>
                    <a:pt x="3551" y="327"/>
                  </a:lnTo>
                  <a:lnTo>
                    <a:pt x="3510" y="422"/>
                  </a:lnTo>
                  <a:lnTo>
                    <a:pt x="3510" y="531"/>
                  </a:lnTo>
                  <a:lnTo>
                    <a:pt x="3510" y="6856"/>
                  </a:lnTo>
                  <a:lnTo>
                    <a:pt x="151" y="10203"/>
                  </a:lnTo>
                  <a:lnTo>
                    <a:pt x="96" y="10284"/>
                  </a:lnTo>
                  <a:lnTo>
                    <a:pt x="42" y="10379"/>
                  </a:lnTo>
                  <a:lnTo>
                    <a:pt x="15" y="10475"/>
                  </a:lnTo>
                  <a:lnTo>
                    <a:pt x="1" y="10570"/>
                  </a:lnTo>
                  <a:lnTo>
                    <a:pt x="1" y="20731"/>
                  </a:lnTo>
                  <a:lnTo>
                    <a:pt x="15" y="20826"/>
                  </a:lnTo>
                  <a:lnTo>
                    <a:pt x="42" y="20921"/>
                  </a:lnTo>
                  <a:lnTo>
                    <a:pt x="96" y="21017"/>
                  </a:lnTo>
                  <a:lnTo>
                    <a:pt x="151" y="21098"/>
                  </a:lnTo>
                  <a:lnTo>
                    <a:pt x="3701" y="24635"/>
                  </a:lnTo>
                  <a:lnTo>
                    <a:pt x="3701" y="30702"/>
                  </a:lnTo>
                  <a:lnTo>
                    <a:pt x="3701" y="30810"/>
                  </a:lnTo>
                  <a:lnTo>
                    <a:pt x="3742" y="30919"/>
                  </a:lnTo>
                  <a:lnTo>
                    <a:pt x="3783" y="31001"/>
                  </a:lnTo>
                  <a:lnTo>
                    <a:pt x="3851" y="31082"/>
                  </a:lnTo>
                  <a:lnTo>
                    <a:pt x="3932" y="31151"/>
                  </a:lnTo>
                  <a:lnTo>
                    <a:pt x="4014" y="31191"/>
                  </a:lnTo>
                  <a:lnTo>
                    <a:pt x="4123" y="31232"/>
                  </a:lnTo>
                  <a:lnTo>
                    <a:pt x="4327" y="31232"/>
                  </a:lnTo>
                  <a:lnTo>
                    <a:pt x="4435" y="31191"/>
                  </a:lnTo>
                  <a:lnTo>
                    <a:pt x="4517" y="31151"/>
                  </a:lnTo>
                  <a:lnTo>
                    <a:pt x="4599" y="31082"/>
                  </a:lnTo>
                  <a:lnTo>
                    <a:pt x="4667" y="31001"/>
                  </a:lnTo>
                  <a:lnTo>
                    <a:pt x="4707" y="30919"/>
                  </a:lnTo>
                  <a:lnTo>
                    <a:pt x="4748" y="30810"/>
                  </a:lnTo>
                  <a:lnTo>
                    <a:pt x="4748" y="30702"/>
                  </a:lnTo>
                  <a:lnTo>
                    <a:pt x="4748" y="24417"/>
                  </a:lnTo>
                  <a:lnTo>
                    <a:pt x="4748" y="24308"/>
                  </a:lnTo>
                  <a:lnTo>
                    <a:pt x="4721" y="24213"/>
                  </a:lnTo>
                  <a:lnTo>
                    <a:pt x="4667" y="24118"/>
                  </a:lnTo>
                  <a:lnTo>
                    <a:pt x="4599" y="24050"/>
                  </a:lnTo>
                  <a:lnTo>
                    <a:pt x="1062" y="20500"/>
                  </a:lnTo>
                  <a:lnTo>
                    <a:pt x="1062" y="10801"/>
                  </a:lnTo>
                  <a:lnTo>
                    <a:pt x="4408" y="7441"/>
                  </a:lnTo>
                  <a:lnTo>
                    <a:pt x="4476" y="7360"/>
                  </a:lnTo>
                  <a:lnTo>
                    <a:pt x="4531" y="7278"/>
                  </a:lnTo>
                  <a:lnTo>
                    <a:pt x="4558" y="7183"/>
                  </a:lnTo>
                  <a:lnTo>
                    <a:pt x="4558" y="7074"/>
                  </a:lnTo>
                  <a:lnTo>
                    <a:pt x="4558" y="531"/>
                  </a:lnTo>
                  <a:lnTo>
                    <a:pt x="4558" y="422"/>
                  </a:lnTo>
                  <a:lnTo>
                    <a:pt x="4517" y="327"/>
                  </a:lnTo>
                  <a:lnTo>
                    <a:pt x="4476" y="232"/>
                  </a:lnTo>
                  <a:lnTo>
                    <a:pt x="4408" y="150"/>
                  </a:lnTo>
                  <a:lnTo>
                    <a:pt x="4327" y="96"/>
                  </a:lnTo>
                  <a:lnTo>
                    <a:pt x="4245" y="42"/>
                  </a:lnTo>
                  <a:lnTo>
                    <a:pt x="4136" y="14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2493659" y="3432946"/>
              <a:ext cx="163989" cy="913003"/>
            </a:xfrm>
            <a:custGeom>
              <a:avLst/>
              <a:gdLst/>
              <a:ahLst/>
              <a:cxnLst/>
              <a:rect l="l" t="t" r="r" b="b"/>
              <a:pathLst>
                <a:path w="4640" h="25833" extrusionOk="0">
                  <a:moveTo>
                    <a:pt x="599" y="1"/>
                  </a:moveTo>
                  <a:lnTo>
                    <a:pt x="504" y="42"/>
                  </a:lnTo>
                  <a:lnTo>
                    <a:pt x="423" y="83"/>
                  </a:lnTo>
                  <a:lnTo>
                    <a:pt x="341" y="151"/>
                  </a:lnTo>
                  <a:lnTo>
                    <a:pt x="273" y="232"/>
                  </a:lnTo>
                  <a:lnTo>
                    <a:pt x="219" y="314"/>
                  </a:lnTo>
                  <a:lnTo>
                    <a:pt x="191" y="423"/>
                  </a:lnTo>
                  <a:lnTo>
                    <a:pt x="178" y="531"/>
                  </a:lnTo>
                  <a:lnTo>
                    <a:pt x="178" y="9577"/>
                  </a:lnTo>
                  <a:lnTo>
                    <a:pt x="191" y="9672"/>
                  </a:lnTo>
                  <a:lnTo>
                    <a:pt x="219" y="9768"/>
                  </a:lnTo>
                  <a:lnTo>
                    <a:pt x="273" y="9863"/>
                  </a:lnTo>
                  <a:lnTo>
                    <a:pt x="341" y="9944"/>
                  </a:lnTo>
                  <a:lnTo>
                    <a:pt x="3578" y="13182"/>
                  </a:lnTo>
                  <a:lnTo>
                    <a:pt x="3578" y="18473"/>
                  </a:lnTo>
                  <a:lnTo>
                    <a:pt x="151" y="21901"/>
                  </a:lnTo>
                  <a:lnTo>
                    <a:pt x="83" y="21983"/>
                  </a:lnTo>
                  <a:lnTo>
                    <a:pt x="42" y="22064"/>
                  </a:lnTo>
                  <a:lnTo>
                    <a:pt x="1" y="22173"/>
                  </a:lnTo>
                  <a:lnTo>
                    <a:pt x="1" y="22268"/>
                  </a:lnTo>
                  <a:lnTo>
                    <a:pt x="1" y="25302"/>
                  </a:lnTo>
                  <a:lnTo>
                    <a:pt x="1" y="25411"/>
                  </a:lnTo>
                  <a:lnTo>
                    <a:pt x="42" y="25506"/>
                  </a:lnTo>
                  <a:lnTo>
                    <a:pt x="83" y="25601"/>
                  </a:lnTo>
                  <a:lnTo>
                    <a:pt x="151" y="25669"/>
                  </a:lnTo>
                  <a:lnTo>
                    <a:pt x="232" y="25737"/>
                  </a:lnTo>
                  <a:lnTo>
                    <a:pt x="314" y="25791"/>
                  </a:lnTo>
                  <a:lnTo>
                    <a:pt x="423" y="25819"/>
                  </a:lnTo>
                  <a:lnTo>
                    <a:pt x="531" y="25832"/>
                  </a:lnTo>
                  <a:lnTo>
                    <a:pt x="627" y="25819"/>
                  </a:lnTo>
                  <a:lnTo>
                    <a:pt x="735" y="25791"/>
                  </a:lnTo>
                  <a:lnTo>
                    <a:pt x="817" y="25737"/>
                  </a:lnTo>
                  <a:lnTo>
                    <a:pt x="899" y="25669"/>
                  </a:lnTo>
                  <a:lnTo>
                    <a:pt x="967" y="25601"/>
                  </a:lnTo>
                  <a:lnTo>
                    <a:pt x="1021" y="25506"/>
                  </a:lnTo>
                  <a:lnTo>
                    <a:pt x="1048" y="25411"/>
                  </a:lnTo>
                  <a:lnTo>
                    <a:pt x="1062" y="25302"/>
                  </a:lnTo>
                  <a:lnTo>
                    <a:pt x="1062" y="22486"/>
                  </a:lnTo>
                  <a:lnTo>
                    <a:pt x="4476" y="19072"/>
                  </a:lnTo>
                  <a:lnTo>
                    <a:pt x="4544" y="18990"/>
                  </a:lnTo>
                  <a:lnTo>
                    <a:pt x="4599" y="18895"/>
                  </a:lnTo>
                  <a:lnTo>
                    <a:pt x="4626" y="18800"/>
                  </a:lnTo>
                  <a:lnTo>
                    <a:pt x="4639" y="18691"/>
                  </a:lnTo>
                  <a:lnTo>
                    <a:pt x="4639" y="12964"/>
                  </a:lnTo>
                  <a:lnTo>
                    <a:pt x="4626" y="12855"/>
                  </a:lnTo>
                  <a:lnTo>
                    <a:pt x="4599" y="12760"/>
                  </a:lnTo>
                  <a:lnTo>
                    <a:pt x="4544" y="12665"/>
                  </a:lnTo>
                  <a:lnTo>
                    <a:pt x="4476" y="12597"/>
                  </a:lnTo>
                  <a:lnTo>
                    <a:pt x="1239" y="9346"/>
                  </a:lnTo>
                  <a:lnTo>
                    <a:pt x="1239" y="531"/>
                  </a:lnTo>
                  <a:lnTo>
                    <a:pt x="1225" y="423"/>
                  </a:lnTo>
                  <a:lnTo>
                    <a:pt x="1198" y="314"/>
                  </a:lnTo>
                  <a:lnTo>
                    <a:pt x="1157" y="232"/>
                  </a:lnTo>
                  <a:lnTo>
                    <a:pt x="1089" y="151"/>
                  </a:lnTo>
                  <a:lnTo>
                    <a:pt x="1008" y="83"/>
                  </a:lnTo>
                  <a:lnTo>
                    <a:pt x="912" y="4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2641251" y="3274786"/>
              <a:ext cx="118786" cy="1009134"/>
            </a:xfrm>
            <a:custGeom>
              <a:avLst/>
              <a:gdLst/>
              <a:ahLst/>
              <a:cxnLst/>
              <a:rect l="l" t="t" r="r" b="b"/>
              <a:pathLst>
                <a:path w="3361" h="28553" extrusionOk="0">
                  <a:moveTo>
                    <a:pt x="2545" y="1"/>
                  </a:moveTo>
                  <a:lnTo>
                    <a:pt x="2449" y="14"/>
                  </a:lnTo>
                  <a:lnTo>
                    <a:pt x="2341" y="42"/>
                  </a:lnTo>
                  <a:lnTo>
                    <a:pt x="2259" y="96"/>
                  </a:lnTo>
                  <a:lnTo>
                    <a:pt x="2177" y="150"/>
                  </a:lnTo>
                  <a:lnTo>
                    <a:pt x="2109" y="232"/>
                  </a:lnTo>
                  <a:lnTo>
                    <a:pt x="2069" y="327"/>
                  </a:lnTo>
                  <a:lnTo>
                    <a:pt x="2028" y="422"/>
                  </a:lnTo>
                  <a:lnTo>
                    <a:pt x="2028" y="531"/>
                  </a:lnTo>
                  <a:lnTo>
                    <a:pt x="2028" y="7441"/>
                  </a:lnTo>
                  <a:lnTo>
                    <a:pt x="151" y="9318"/>
                  </a:lnTo>
                  <a:lnTo>
                    <a:pt x="83" y="9400"/>
                  </a:lnTo>
                  <a:lnTo>
                    <a:pt x="42" y="9482"/>
                  </a:lnTo>
                  <a:lnTo>
                    <a:pt x="15" y="9591"/>
                  </a:lnTo>
                  <a:lnTo>
                    <a:pt x="1" y="9686"/>
                  </a:lnTo>
                  <a:lnTo>
                    <a:pt x="1" y="12284"/>
                  </a:lnTo>
                  <a:lnTo>
                    <a:pt x="15" y="12379"/>
                  </a:lnTo>
                  <a:lnTo>
                    <a:pt x="42" y="12488"/>
                  </a:lnTo>
                  <a:lnTo>
                    <a:pt x="83" y="12569"/>
                  </a:lnTo>
                  <a:lnTo>
                    <a:pt x="151" y="12651"/>
                  </a:lnTo>
                  <a:lnTo>
                    <a:pt x="2300" y="14800"/>
                  </a:lnTo>
                  <a:lnTo>
                    <a:pt x="2300" y="28022"/>
                  </a:lnTo>
                  <a:lnTo>
                    <a:pt x="2313" y="28131"/>
                  </a:lnTo>
                  <a:lnTo>
                    <a:pt x="2341" y="28240"/>
                  </a:lnTo>
                  <a:lnTo>
                    <a:pt x="2395" y="28321"/>
                  </a:lnTo>
                  <a:lnTo>
                    <a:pt x="2463" y="28403"/>
                  </a:lnTo>
                  <a:lnTo>
                    <a:pt x="2545" y="28471"/>
                  </a:lnTo>
                  <a:lnTo>
                    <a:pt x="2626" y="28512"/>
                  </a:lnTo>
                  <a:lnTo>
                    <a:pt x="2721" y="28552"/>
                  </a:lnTo>
                  <a:lnTo>
                    <a:pt x="2939" y="28552"/>
                  </a:lnTo>
                  <a:lnTo>
                    <a:pt x="3034" y="28512"/>
                  </a:lnTo>
                  <a:lnTo>
                    <a:pt x="3130" y="28471"/>
                  </a:lnTo>
                  <a:lnTo>
                    <a:pt x="3211" y="28403"/>
                  </a:lnTo>
                  <a:lnTo>
                    <a:pt x="3279" y="28321"/>
                  </a:lnTo>
                  <a:lnTo>
                    <a:pt x="3320" y="28240"/>
                  </a:lnTo>
                  <a:lnTo>
                    <a:pt x="3347" y="28131"/>
                  </a:lnTo>
                  <a:lnTo>
                    <a:pt x="3361" y="28022"/>
                  </a:lnTo>
                  <a:lnTo>
                    <a:pt x="3361" y="14583"/>
                  </a:lnTo>
                  <a:lnTo>
                    <a:pt x="3361" y="14487"/>
                  </a:lnTo>
                  <a:lnTo>
                    <a:pt x="3320" y="14379"/>
                  </a:lnTo>
                  <a:lnTo>
                    <a:pt x="3279" y="14297"/>
                  </a:lnTo>
                  <a:lnTo>
                    <a:pt x="3211" y="14215"/>
                  </a:lnTo>
                  <a:lnTo>
                    <a:pt x="1062" y="12066"/>
                  </a:lnTo>
                  <a:lnTo>
                    <a:pt x="1062" y="9903"/>
                  </a:lnTo>
                  <a:lnTo>
                    <a:pt x="2925" y="8040"/>
                  </a:lnTo>
                  <a:lnTo>
                    <a:pt x="2994" y="7958"/>
                  </a:lnTo>
                  <a:lnTo>
                    <a:pt x="3034" y="7877"/>
                  </a:lnTo>
                  <a:lnTo>
                    <a:pt x="3075" y="7768"/>
                  </a:lnTo>
                  <a:lnTo>
                    <a:pt x="3075" y="7673"/>
                  </a:lnTo>
                  <a:lnTo>
                    <a:pt x="3075" y="531"/>
                  </a:lnTo>
                  <a:lnTo>
                    <a:pt x="3075" y="422"/>
                  </a:lnTo>
                  <a:lnTo>
                    <a:pt x="3034" y="327"/>
                  </a:lnTo>
                  <a:lnTo>
                    <a:pt x="2994" y="232"/>
                  </a:lnTo>
                  <a:lnTo>
                    <a:pt x="2925" y="150"/>
                  </a:lnTo>
                  <a:lnTo>
                    <a:pt x="2844" y="96"/>
                  </a:lnTo>
                  <a:lnTo>
                    <a:pt x="2762" y="42"/>
                  </a:lnTo>
                  <a:lnTo>
                    <a:pt x="2653" y="14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1060539" y="3002222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41"/>
                  </a:lnTo>
                  <a:lnTo>
                    <a:pt x="1660" y="109"/>
                  </a:lnTo>
                  <a:lnTo>
                    <a:pt x="1442" y="177"/>
                  </a:lnTo>
                  <a:lnTo>
                    <a:pt x="1238" y="286"/>
                  </a:lnTo>
                  <a:lnTo>
                    <a:pt x="1048" y="395"/>
                  </a:lnTo>
                  <a:lnTo>
                    <a:pt x="858" y="531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34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77"/>
                  </a:lnTo>
                  <a:lnTo>
                    <a:pt x="14" y="2122"/>
                  </a:lnTo>
                  <a:lnTo>
                    <a:pt x="1" y="2353"/>
                  </a:lnTo>
                  <a:lnTo>
                    <a:pt x="14" y="2598"/>
                  </a:lnTo>
                  <a:lnTo>
                    <a:pt x="55" y="2829"/>
                  </a:lnTo>
                  <a:lnTo>
                    <a:pt x="109" y="3061"/>
                  </a:lnTo>
                  <a:lnTo>
                    <a:pt x="191" y="3278"/>
                  </a:lnTo>
                  <a:lnTo>
                    <a:pt x="286" y="3482"/>
                  </a:lnTo>
                  <a:lnTo>
                    <a:pt x="409" y="3673"/>
                  </a:lnTo>
                  <a:lnTo>
                    <a:pt x="545" y="3863"/>
                  </a:lnTo>
                  <a:lnTo>
                    <a:pt x="694" y="4026"/>
                  </a:lnTo>
                  <a:lnTo>
                    <a:pt x="858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1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0"/>
                  </a:lnTo>
                  <a:lnTo>
                    <a:pt x="2612" y="4707"/>
                  </a:lnTo>
                  <a:lnTo>
                    <a:pt x="2843" y="4666"/>
                  </a:lnTo>
                  <a:lnTo>
                    <a:pt x="3061" y="4611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6"/>
                  </a:lnTo>
                  <a:lnTo>
                    <a:pt x="4190" y="3863"/>
                  </a:lnTo>
                  <a:lnTo>
                    <a:pt x="4326" y="3673"/>
                  </a:lnTo>
                  <a:lnTo>
                    <a:pt x="4435" y="3482"/>
                  </a:lnTo>
                  <a:lnTo>
                    <a:pt x="4544" y="3278"/>
                  </a:lnTo>
                  <a:lnTo>
                    <a:pt x="4612" y="3061"/>
                  </a:lnTo>
                  <a:lnTo>
                    <a:pt x="4680" y="2829"/>
                  </a:lnTo>
                  <a:lnTo>
                    <a:pt x="4707" y="2598"/>
                  </a:lnTo>
                  <a:lnTo>
                    <a:pt x="4721" y="2353"/>
                  </a:lnTo>
                  <a:lnTo>
                    <a:pt x="4707" y="2122"/>
                  </a:lnTo>
                  <a:lnTo>
                    <a:pt x="4680" y="1877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34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31"/>
                  </a:lnTo>
                  <a:lnTo>
                    <a:pt x="3687" y="395"/>
                  </a:lnTo>
                  <a:lnTo>
                    <a:pt x="3483" y="286"/>
                  </a:lnTo>
                  <a:lnTo>
                    <a:pt x="3279" y="177"/>
                  </a:lnTo>
                  <a:lnTo>
                    <a:pt x="3061" y="109"/>
                  </a:lnTo>
                  <a:lnTo>
                    <a:pt x="2843" y="41"/>
                  </a:lnTo>
                  <a:lnTo>
                    <a:pt x="2612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1493702" y="3526711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1" y="2354"/>
                  </a:lnTo>
                  <a:lnTo>
                    <a:pt x="14" y="2599"/>
                  </a:lnTo>
                  <a:lnTo>
                    <a:pt x="55" y="2830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9" y="3673"/>
                  </a:lnTo>
                  <a:lnTo>
                    <a:pt x="545" y="3864"/>
                  </a:lnTo>
                  <a:lnTo>
                    <a:pt x="694" y="4027"/>
                  </a:lnTo>
                  <a:lnTo>
                    <a:pt x="857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1"/>
                  </a:lnTo>
                  <a:lnTo>
                    <a:pt x="2599" y="4707"/>
                  </a:lnTo>
                  <a:lnTo>
                    <a:pt x="2843" y="4666"/>
                  </a:lnTo>
                  <a:lnTo>
                    <a:pt x="3061" y="4612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7"/>
                  </a:lnTo>
                  <a:lnTo>
                    <a:pt x="4190" y="3864"/>
                  </a:lnTo>
                  <a:lnTo>
                    <a:pt x="4326" y="3673"/>
                  </a:lnTo>
                  <a:lnTo>
                    <a:pt x="4435" y="3483"/>
                  </a:lnTo>
                  <a:lnTo>
                    <a:pt x="4544" y="3279"/>
                  </a:lnTo>
                  <a:lnTo>
                    <a:pt x="4612" y="3061"/>
                  </a:lnTo>
                  <a:lnTo>
                    <a:pt x="4680" y="2830"/>
                  </a:lnTo>
                  <a:lnTo>
                    <a:pt x="4707" y="2599"/>
                  </a:lnTo>
                  <a:lnTo>
                    <a:pt x="4721" y="2354"/>
                  </a:lnTo>
                  <a:lnTo>
                    <a:pt x="4707" y="2122"/>
                  </a:lnTo>
                  <a:lnTo>
                    <a:pt x="4680" y="1891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48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45"/>
                  </a:lnTo>
                  <a:lnTo>
                    <a:pt x="3687" y="409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9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1624966" y="2976245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1"/>
                  </a:moveTo>
                  <a:lnTo>
                    <a:pt x="2108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24" y="286"/>
                  </a:lnTo>
                  <a:lnTo>
                    <a:pt x="1034" y="409"/>
                  </a:lnTo>
                  <a:lnTo>
                    <a:pt x="857" y="545"/>
                  </a:lnTo>
                  <a:lnTo>
                    <a:pt x="680" y="694"/>
                  </a:lnTo>
                  <a:lnTo>
                    <a:pt x="531" y="858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95" y="1660"/>
                  </a:lnTo>
                  <a:lnTo>
                    <a:pt x="41" y="1891"/>
                  </a:lnTo>
                  <a:lnTo>
                    <a:pt x="14" y="2123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4"/>
                  </a:lnTo>
                  <a:lnTo>
                    <a:pt x="95" y="3061"/>
                  </a:lnTo>
                  <a:lnTo>
                    <a:pt x="177" y="3279"/>
                  </a:lnTo>
                  <a:lnTo>
                    <a:pt x="286" y="3483"/>
                  </a:lnTo>
                  <a:lnTo>
                    <a:pt x="394" y="3687"/>
                  </a:lnTo>
                  <a:lnTo>
                    <a:pt x="531" y="3864"/>
                  </a:lnTo>
                  <a:lnTo>
                    <a:pt x="680" y="4027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24" y="4435"/>
                  </a:lnTo>
                  <a:lnTo>
                    <a:pt x="1442" y="4544"/>
                  </a:lnTo>
                  <a:lnTo>
                    <a:pt x="1660" y="4612"/>
                  </a:lnTo>
                  <a:lnTo>
                    <a:pt x="1877" y="4680"/>
                  </a:lnTo>
                  <a:lnTo>
                    <a:pt x="2108" y="4707"/>
                  </a:lnTo>
                  <a:lnTo>
                    <a:pt x="2353" y="4721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12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50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4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50" y="545"/>
                  </a:lnTo>
                  <a:lnTo>
                    <a:pt x="3673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2157159" y="3143063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1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4" y="858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3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3"/>
                  </a:lnTo>
                  <a:lnTo>
                    <a:pt x="0" y="2368"/>
                  </a:lnTo>
                  <a:lnTo>
                    <a:pt x="14" y="2599"/>
                  </a:lnTo>
                  <a:lnTo>
                    <a:pt x="55" y="2844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27"/>
                  </a:lnTo>
                  <a:lnTo>
                    <a:pt x="857" y="4190"/>
                  </a:lnTo>
                  <a:lnTo>
                    <a:pt x="1048" y="4326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67" y="4721"/>
                  </a:lnTo>
                  <a:lnTo>
                    <a:pt x="2598" y="4707"/>
                  </a:lnTo>
                  <a:lnTo>
                    <a:pt x="2843" y="4680"/>
                  </a:lnTo>
                  <a:lnTo>
                    <a:pt x="3061" y="4612"/>
                  </a:lnTo>
                  <a:lnTo>
                    <a:pt x="3278" y="4530"/>
                  </a:lnTo>
                  <a:lnTo>
                    <a:pt x="3482" y="4435"/>
                  </a:lnTo>
                  <a:lnTo>
                    <a:pt x="3686" y="4326"/>
                  </a:lnTo>
                  <a:lnTo>
                    <a:pt x="3863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599"/>
                  </a:lnTo>
                  <a:lnTo>
                    <a:pt x="4720" y="2368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3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63" y="545"/>
                  </a:lnTo>
                  <a:lnTo>
                    <a:pt x="3686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8" y="14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2435520" y="3343069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0"/>
                  </a:moveTo>
                  <a:lnTo>
                    <a:pt x="2122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31" y="871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109" y="1660"/>
                  </a:lnTo>
                  <a:lnTo>
                    <a:pt x="41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3"/>
                  </a:lnTo>
                  <a:lnTo>
                    <a:pt x="109" y="3074"/>
                  </a:lnTo>
                  <a:lnTo>
                    <a:pt x="177" y="3279"/>
                  </a:lnTo>
                  <a:lnTo>
                    <a:pt x="286" y="3496"/>
                  </a:lnTo>
                  <a:lnTo>
                    <a:pt x="394" y="3687"/>
                  </a:lnTo>
                  <a:lnTo>
                    <a:pt x="531" y="3863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77" y="4680"/>
                  </a:lnTo>
                  <a:lnTo>
                    <a:pt x="2122" y="4707"/>
                  </a:lnTo>
                  <a:lnTo>
                    <a:pt x="2353" y="4720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25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63" y="4190"/>
                  </a:lnTo>
                  <a:lnTo>
                    <a:pt x="4026" y="4040"/>
                  </a:lnTo>
                  <a:lnTo>
                    <a:pt x="4176" y="3863"/>
                  </a:lnTo>
                  <a:lnTo>
                    <a:pt x="4312" y="3687"/>
                  </a:lnTo>
                  <a:lnTo>
                    <a:pt x="4434" y="3496"/>
                  </a:lnTo>
                  <a:lnTo>
                    <a:pt x="4530" y="3279"/>
                  </a:lnTo>
                  <a:lnTo>
                    <a:pt x="4611" y="3074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6" y="694"/>
                  </a:lnTo>
                  <a:lnTo>
                    <a:pt x="3863" y="544"/>
                  </a:lnTo>
                  <a:lnTo>
                    <a:pt x="3673" y="408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2648002" y="3165188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4" y="0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44" y="871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55" y="2843"/>
                  </a:lnTo>
                  <a:lnTo>
                    <a:pt x="109" y="3075"/>
                  </a:lnTo>
                  <a:lnTo>
                    <a:pt x="191" y="3279"/>
                  </a:lnTo>
                  <a:lnTo>
                    <a:pt x="286" y="3496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54" y="4720"/>
                  </a:lnTo>
                  <a:lnTo>
                    <a:pt x="2598" y="4707"/>
                  </a:lnTo>
                  <a:lnTo>
                    <a:pt x="2830" y="4680"/>
                  </a:lnTo>
                  <a:lnTo>
                    <a:pt x="3061" y="4625"/>
                  </a:lnTo>
                  <a:lnTo>
                    <a:pt x="3279" y="4544"/>
                  </a:lnTo>
                  <a:lnTo>
                    <a:pt x="3483" y="4435"/>
                  </a:lnTo>
                  <a:lnTo>
                    <a:pt x="3673" y="4326"/>
                  </a:lnTo>
                  <a:lnTo>
                    <a:pt x="3864" y="4190"/>
                  </a:lnTo>
                  <a:lnTo>
                    <a:pt x="4027" y="4040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96"/>
                  </a:lnTo>
                  <a:lnTo>
                    <a:pt x="4530" y="3279"/>
                  </a:lnTo>
                  <a:lnTo>
                    <a:pt x="4612" y="3075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2" y="1660"/>
                  </a:lnTo>
                  <a:lnTo>
                    <a:pt x="4530" y="1442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7" y="694"/>
                  </a:lnTo>
                  <a:lnTo>
                    <a:pt x="3864" y="544"/>
                  </a:lnTo>
                  <a:lnTo>
                    <a:pt x="3673" y="408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30" y="55"/>
                  </a:lnTo>
                  <a:lnTo>
                    <a:pt x="2598" y="14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658160" y="4315141"/>
              <a:ext cx="2634536" cy="317340"/>
            </a:xfrm>
            <a:custGeom>
              <a:avLst/>
              <a:gdLst/>
              <a:ahLst/>
              <a:cxnLst/>
              <a:rect l="l" t="t" r="r" b="b"/>
              <a:pathLst>
                <a:path w="74543" h="8979" extrusionOk="0">
                  <a:moveTo>
                    <a:pt x="2830" y="1"/>
                  </a:moveTo>
                  <a:lnTo>
                    <a:pt x="2544" y="28"/>
                  </a:lnTo>
                  <a:lnTo>
                    <a:pt x="2258" y="69"/>
                  </a:lnTo>
                  <a:lnTo>
                    <a:pt x="1986" y="137"/>
                  </a:lnTo>
                  <a:lnTo>
                    <a:pt x="1728" y="232"/>
                  </a:lnTo>
                  <a:lnTo>
                    <a:pt x="1483" y="354"/>
                  </a:lnTo>
                  <a:lnTo>
                    <a:pt x="1252" y="490"/>
                  </a:lnTo>
                  <a:lnTo>
                    <a:pt x="1034" y="654"/>
                  </a:lnTo>
                  <a:lnTo>
                    <a:pt x="830" y="844"/>
                  </a:lnTo>
                  <a:lnTo>
                    <a:pt x="639" y="1034"/>
                  </a:lnTo>
                  <a:lnTo>
                    <a:pt x="476" y="1252"/>
                  </a:lnTo>
                  <a:lnTo>
                    <a:pt x="340" y="1497"/>
                  </a:lnTo>
                  <a:lnTo>
                    <a:pt x="218" y="1742"/>
                  </a:lnTo>
                  <a:lnTo>
                    <a:pt x="123" y="2000"/>
                  </a:lnTo>
                  <a:lnTo>
                    <a:pt x="55" y="2272"/>
                  </a:lnTo>
                  <a:lnTo>
                    <a:pt x="14" y="2544"/>
                  </a:lnTo>
                  <a:lnTo>
                    <a:pt x="0" y="2844"/>
                  </a:lnTo>
                  <a:lnTo>
                    <a:pt x="0" y="6135"/>
                  </a:lnTo>
                  <a:lnTo>
                    <a:pt x="14" y="6435"/>
                  </a:lnTo>
                  <a:lnTo>
                    <a:pt x="55" y="6707"/>
                  </a:lnTo>
                  <a:lnTo>
                    <a:pt x="123" y="6979"/>
                  </a:lnTo>
                  <a:lnTo>
                    <a:pt x="218" y="7237"/>
                  </a:lnTo>
                  <a:lnTo>
                    <a:pt x="340" y="7482"/>
                  </a:lnTo>
                  <a:lnTo>
                    <a:pt x="476" y="7727"/>
                  </a:lnTo>
                  <a:lnTo>
                    <a:pt x="639" y="7944"/>
                  </a:lnTo>
                  <a:lnTo>
                    <a:pt x="830" y="8135"/>
                  </a:lnTo>
                  <a:lnTo>
                    <a:pt x="1034" y="8325"/>
                  </a:lnTo>
                  <a:lnTo>
                    <a:pt x="1252" y="8489"/>
                  </a:lnTo>
                  <a:lnTo>
                    <a:pt x="1483" y="8625"/>
                  </a:lnTo>
                  <a:lnTo>
                    <a:pt x="1728" y="8747"/>
                  </a:lnTo>
                  <a:lnTo>
                    <a:pt x="1986" y="8842"/>
                  </a:lnTo>
                  <a:lnTo>
                    <a:pt x="2258" y="8910"/>
                  </a:lnTo>
                  <a:lnTo>
                    <a:pt x="2544" y="8951"/>
                  </a:lnTo>
                  <a:lnTo>
                    <a:pt x="2830" y="8978"/>
                  </a:lnTo>
                  <a:lnTo>
                    <a:pt x="71713" y="8978"/>
                  </a:lnTo>
                  <a:lnTo>
                    <a:pt x="72012" y="8951"/>
                  </a:lnTo>
                  <a:lnTo>
                    <a:pt x="72284" y="8910"/>
                  </a:lnTo>
                  <a:lnTo>
                    <a:pt x="72556" y="8842"/>
                  </a:lnTo>
                  <a:lnTo>
                    <a:pt x="72815" y="8747"/>
                  </a:lnTo>
                  <a:lnTo>
                    <a:pt x="73060" y="8625"/>
                  </a:lnTo>
                  <a:lnTo>
                    <a:pt x="73291" y="8489"/>
                  </a:lnTo>
                  <a:lnTo>
                    <a:pt x="73509" y="8325"/>
                  </a:lnTo>
                  <a:lnTo>
                    <a:pt x="73713" y="8135"/>
                  </a:lnTo>
                  <a:lnTo>
                    <a:pt x="73903" y="7944"/>
                  </a:lnTo>
                  <a:lnTo>
                    <a:pt x="74066" y="7727"/>
                  </a:lnTo>
                  <a:lnTo>
                    <a:pt x="74202" y="7482"/>
                  </a:lnTo>
                  <a:lnTo>
                    <a:pt x="74325" y="7237"/>
                  </a:lnTo>
                  <a:lnTo>
                    <a:pt x="74420" y="6979"/>
                  </a:lnTo>
                  <a:lnTo>
                    <a:pt x="74488" y="6707"/>
                  </a:lnTo>
                  <a:lnTo>
                    <a:pt x="74529" y="6435"/>
                  </a:lnTo>
                  <a:lnTo>
                    <a:pt x="74542" y="6135"/>
                  </a:lnTo>
                  <a:lnTo>
                    <a:pt x="74542" y="2844"/>
                  </a:lnTo>
                  <a:lnTo>
                    <a:pt x="74529" y="2544"/>
                  </a:lnTo>
                  <a:lnTo>
                    <a:pt x="74488" y="2272"/>
                  </a:lnTo>
                  <a:lnTo>
                    <a:pt x="74420" y="2000"/>
                  </a:lnTo>
                  <a:lnTo>
                    <a:pt x="74325" y="1742"/>
                  </a:lnTo>
                  <a:lnTo>
                    <a:pt x="74202" y="1497"/>
                  </a:lnTo>
                  <a:lnTo>
                    <a:pt x="74066" y="1252"/>
                  </a:lnTo>
                  <a:lnTo>
                    <a:pt x="73903" y="1034"/>
                  </a:lnTo>
                  <a:lnTo>
                    <a:pt x="73713" y="844"/>
                  </a:lnTo>
                  <a:lnTo>
                    <a:pt x="73509" y="654"/>
                  </a:lnTo>
                  <a:lnTo>
                    <a:pt x="73291" y="490"/>
                  </a:lnTo>
                  <a:lnTo>
                    <a:pt x="73060" y="354"/>
                  </a:lnTo>
                  <a:lnTo>
                    <a:pt x="72815" y="232"/>
                  </a:lnTo>
                  <a:lnTo>
                    <a:pt x="72556" y="137"/>
                  </a:lnTo>
                  <a:lnTo>
                    <a:pt x="72284" y="69"/>
                  </a:lnTo>
                  <a:lnTo>
                    <a:pt x="72012" y="28"/>
                  </a:lnTo>
                  <a:lnTo>
                    <a:pt x="717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658160" y="4469483"/>
              <a:ext cx="2634536" cy="163000"/>
            </a:xfrm>
            <a:custGeom>
              <a:avLst/>
              <a:gdLst/>
              <a:ahLst/>
              <a:cxnLst/>
              <a:rect l="l" t="t" r="r" b="b"/>
              <a:pathLst>
                <a:path w="74543" h="4612" extrusionOk="0">
                  <a:moveTo>
                    <a:pt x="0" y="0"/>
                  </a:moveTo>
                  <a:lnTo>
                    <a:pt x="0" y="1768"/>
                  </a:lnTo>
                  <a:lnTo>
                    <a:pt x="14" y="2068"/>
                  </a:lnTo>
                  <a:lnTo>
                    <a:pt x="55" y="2340"/>
                  </a:lnTo>
                  <a:lnTo>
                    <a:pt x="123" y="2612"/>
                  </a:lnTo>
                  <a:lnTo>
                    <a:pt x="218" y="2870"/>
                  </a:lnTo>
                  <a:lnTo>
                    <a:pt x="340" y="3115"/>
                  </a:lnTo>
                  <a:lnTo>
                    <a:pt x="476" y="3360"/>
                  </a:lnTo>
                  <a:lnTo>
                    <a:pt x="639" y="3577"/>
                  </a:lnTo>
                  <a:lnTo>
                    <a:pt x="830" y="3768"/>
                  </a:lnTo>
                  <a:lnTo>
                    <a:pt x="1034" y="3958"/>
                  </a:lnTo>
                  <a:lnTo>
                    <a:pt x="1252" y="4122"/>
                  </a:lnTo>
                  <a:lnTo>
                    <a:pt x="1483" y="4258"/>
                  </a:lnTo>
                  <a:lnTo>
                    <a:pt x="1728" y="4380"/>
                  </a:lnTo>
                  <a:lnTo>
                    <a:pt x="1986" y="4475"/>
                  </a:lnTo>
                  <a:lnTo>
                    <a:pt x="2258" y="4543"/>
                  </a:lnTo>
                  <a:lnTo>
                    <a:pt x="2544" y="4584"/>
                  </a:lnTo>
                  <a:lnTo>
                    <a:pt x="2830" y="4611"/>
                  </a:lnTo>
                  <a:lnTo>
                    <a:pt x="71713" y="4611"/>
                  </a:lnTo>
                  <a:lnTo>
                    <a:pt x="72012" y="4584"/>
                  </a:lnTo>
                  <a:lnTo>
                    <a:pt x="72284" y="4543"/>
                  </a:lnTo>
                  <a:lnTo>
                    <a:pt x="72556" y="4475"/>
                  </a:lnTo>
                  <a:lnTo>
                    <a:pt x="72815" y="4380"/>
                  </a:lnTo>
                  <a:lnTo>
                    <a:pt x="73060" y="4258"/>
                  </a:lnTo>
                  <a:lnTo>
                    <a:pt x="73291" y="4122"/>
                  </a:lnTo>
                  <a:lnTo>
                    <a:pt x="73509" y="3958"/>
                  </a:lnTo>
                  <a:lnTo>
                    <a:pt x="73713" y="3768"/>
                  </a:lnTo>
                  <a:lnTo>
                    <a:pt x="73903" y="3577"/>
                  </a:lnTo>
                  <a:lnTo>
                    <a:pt x="74066" y="3360"/>
                  </a:lnTo>
                  <a:lnTo>
                    <a:pt x="74202" y="3115"/>
                  </a:lnTo>
                  <a:lnTo>
                    <a:pt x="74325" y="2870"/>
                  </a:lnTo>
                  <a:lnTo>
                    <a:pt x="74420" y="2612"/>
                  </a:lnTo>
                  <a:lnTo>
                    <a:pt x="74488" y="2340"/>
                  </a:lnTo>
                  <a:lnTo>
                    <a:pt x="74529" y="2068"/>
                  </a:lnTo>
                  <a:lnTo>
                    <a:pt x="74542" y="1768"/>
                  </a:lnTo>
                  <a:lnTo>
                    <a:pt x="7454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883153" y="997005"/>
              <a:ext cx="2198975" cy="3376799"/>
            </a:xfrm>
            <a:custGeom>
              <a:avLst/>
              <a:gdLst/>
              <a:ahLst/>
              <a:cxnLst/>
              <a:rect l="l" t="t" r="r" b="b"/>
              <a:pathLst>
                <a:path w="62219" h="95545" extrusionOk="0">
                  <a:moveTo>
                    <a:pt x="31273" y="3061"/>
                  </a:moveTo>
                  <a:lnTo>
                    <a:pt x="31994" y="3074"/>
                  </a:lnTo>
                  <a:lnTo>
                    <a:pt x="32714" y="3101"/>
                  </a:lnTo>
                  <a:lnTo>
                    <a:pt x="33435" y="3156"/>
                  </a:lnTo>
                  <a:lnTo>
                    <a:pt x="34143" y="3224"/>
                  </a:lnTo>
                  <a:lnTo>
                    <a:pt x="34836" y="3305"/>
                  </a:lnTo>
                  <a:lnTo>
                    <a:pt x="35544" y="3414"/>
                  </a:lnTo>
                  <a:lnTo>
                    <a:pt x="36238" y="3537"/>
                  </a:lnTo>
                  <a:lnTo>
                    <a:pt x="36918" y="3673"/>
                  </a:lnTo>
                  <a:lnTo>
                    <a:pt x="37598" y="3822"/>
                  </a:lnTo>
                  <a:lnTo>
                    <a:pt x="38264" y="3999"/>
                  </a:lnTo>
                  <a:lnTo>
                    <a:pt x="38931" y="4190"/>
                  </a:lnTo>
                  <a:lnTo>
                    <a:pt x="39597" y="4380"/>
                  </a:lnTo>
                  <a:lnTo>
                    <a:pt x="40250" y="4611"/>
                  </a:lnTo>
                  <a:lnTo>
                    <a:pt x="40890" y="4842"/>
                  </a:lnTo>
                  <a:lnTo>
                    <a:pt x="41529" y="5087"/>
                  </a:lnTo>
                  <a:lnTo>
                    <a:pt x="42155" y="5359"/>
                  </a:lnTo>
                  <a:lnTo>
                    <a:pt x="42780" y="5631"/>
                  </a:lnTo>
                  <a:lnTo>
                    <a:pt x="43393" y="5931"/>
                  </a:lnTo>
                  <a:lnTo>
                    <a:pt x="44005" y="6244"/>
                  </a:lnTo>
                  <a:lnTo>
                    <a:pt x="44603" y="6556"/>
                  </a:lnTo>
                  <a:lnTo>
                    <a:pt x="45188" y="6896"/>
                  </a:lnTo>
                  <a:lnTo>
                    <a:pt x="45773" y="7250"/>
                  </a:lnTo>
                  <a:lnTo>
                    <a:pt x="46331" y="7617"/>
                  </a:lnTo>
                  <a:lnTo>
                    <a:pt x="46902" y="7998"/>
                  </a:lnTo>
                  <a:lnTo>
                    <a:pt x="47446" y="8379"/>
                  </a:lnTo>
                  <a:lnTo>
                    <a:pt x="47990" y="8787"/>
                  </a:lnTo>
                  <a:lnTo>
                    <a:pt x="48521" y="9209"/>
                  </a:lnTo>
                  <a:lnTo>
                    <a:pt x="49038" y="9631"/>
                  </a:lnTo>
                  <a:lnTo>
                    <a:pt x="49554" y="10079"/>
                  </a:lnTo>
                  <a:lnTo>
                    <a:pt x="50058" y="10528"/>
                  </a:lnTo>
                  <a:lnTo>
                    <a:pt x="50547" y="10991"/>
                  </a:lnTo>
                  <a:lnTo>
                    <a:pt x="51024" y="11467"/>
                  </a:lnTo>
                  <a:lnTo>
                    <a:pt x="51486" y="11957"/>
                  </a:lnTo>
                  <a:lnTo>
                    <a:pt x="51935" y="12460"/>
                  </a:lnTo>
                  <a:lnTo>
                    <a:pt x="52384" y="12963"/>
                  </a:lnTo>
                  <a:lnTo>
                    <a:pt x="52819" y="13480"/>
                  </a:lnTo>
                  <a:lnTo>
                    <a:pt x="53227" y="14011"/>
                  </a:lnTo>
                  <a:lnTo>
                    <a:pt x="53635" y="14555"/>
                  </a:lnTo>
                  <a:lnTo>
                    <a:pt x="54030" y="15112"/>
                  </a:lnTo>
                  <a:lnTo>
                    <a:pt x="54411" y="15670"/>
                  </a:lnTo>
                  <a:lnTo>
                    <a:pt x="54778" y="16241"/>
                  </a:lnTo>
                  <a:lnTo>
                    <a:pt x="55132" y="16813"/>
                  </a:lnTo>
                  <a:lnTo>
                    <a:pt x="55485" y="17398"/>
                  </a:lnTo>
                  <a:lnTo>
                    <a:pt x="55812" y="17996"/>
                  </a:lnTo>
                  <a:lnTo>
                    <a:pt x="56125" y="18608"/>
                  </a:lnTo>
                  <a:lnTo>
                    <a:pt x="56424" y="19220"/>
                  </a:lnTo>
                  <a:lnTo>
                    <a:pt x="56709" y="19832"/>
                  </a:lnTo>
                  <a:lnTo>
                    <a:pt x="56982" y="20472"/>
                  </a:lnTo>
                  <a:lnTo>
                    <a:pt x="57226" y="21111"/>
                  </a:lnTo>
                  <a:lnTo>
                    <a:pt x="57471" y="21750"/>
                  </a:lnTo>
                  <a:lnTo>
                    <a:pt x="57702" y="22403"/>
                  </a:lnTo>
                  <a:lnTo>
                    <a:pt x="57906" y="23056"/>
                  </a:lnTo>
                  <a:lnTo>
                    <a:pt x="58097" y="23723"/>
                  </a:lnTo>
                  <a:lnTo>
                    <a:pt x="58287" y="24389"/>
                  </a:lnTo>
                  <a:lnTo>
                    <a:pt x="58451" y="25069"/>
                  </a:lnTo>
                  <a:lnTo>
                    <a:pt x="58587" y="25763"/>
                  </a:lnTo>
                  <a:lnTo>
                    <a:pt x="58723" y="26443"/>
                  </a:lnTo>
                  <a:lnTo>
                    <a:pt x="58831" y="27137"/>
                  </a:lnTo>
                  <a:lnTo>
                    <a:pt x="58927" y="27844"/>
                  </a:lnTo>
                  <a:lnTo>
                    <a:pt x="59008" y="28552"/>
                  </a:lnTo>
                  <a:lnTo>
                    <a:pt x="59076" y="29259"/>
                  </a:lnTo>
                  <a:lnTo>
                    <a:pt x="59117" y="29966"/>
                  </a:lnTo>
                  <a:lnTo>
                    <a:pt x="59144" y="30687"/>
                  </a:lnTo>
                  <a:lnTo>
                    <a:pt x="59158" y="31408"/>
                  </a:lnTo>
                  <a:lnTo>
                    <a:pt x="59158" y="90634"/>
                  </a:lnTo>
                  <a:lnTo>
                    <a:pt x="59144" y="90810"/>
                  </a:lnTo>
                  <a:lnTo>
                    <a:pt x="59117" y="91001"/>
                  </a:lnTo>
                  <a:lnTo>
                    <a:pt x="59076" y="91178"/>
                  </a:lnTo>
                  <a:lnTo>
                    <a:pt x="59008" y="91341"/>
                  </a:lnTo>
                  <a:lnTo>
                    <a:pt x="58927" y="91504"/>
                  </a:lnTo>
                  <a:lnTo>
                    <a:pt x="58845" y="91667"/>
                  </a:lnTo>
                  <a:lnTo>
                    <a:pt x="58736" y="91803"/>
                  </a:lnTo>
                  <a:lnTo>
                    <a:pt x="58614" y="91939"/>
                  </a:lnTo>
                  <a:lnTo>
                    <a:pt x="58478" y="92048"/>
                  </a:lnTo>
                  <a:lnTo>
                    <a:pt x="58342" y="92157"/>
                  </a:lnTo>
                  <a:lnTo>
                    <a:pt x="58192" y="92252"/>
                  </a:lnTo>
                  <a:lnTo>
                    <a:pt x="58029" y="92334"/>
                  </a:lnTo>
                  <a:lnTo>
                    <a:pt x="57852" y="92388"/>
                  </a:lnTo>
                  <a:lnTo>
                    <a:pt x="57675" y="92443"/>
                  </a:lnTo>
                  <a:lnTo>
                    <a:pt x="57498" y="92470"/>
                  </a:lnTo>
                  <a:lnTo>
                    <a:pt x="4720" y="92470"/>
                  </a:lnTo>
                  <a:lnTo>
                    <a:pt x="4543" y="92443"/>
                  </a:lnTo>
                  <a:lnTo>
                    <a:pt x="4367" y="92388"/>
                  </a:lnTo>
                  <a:lnTo>
                    <a:pt x="4203" y="92334"/>
                  </a:lnTo>
                  <a:lnTo>
                    <a:pt x="4040" y="92252"/>
                  </a:lnTo>
                  <a:lnTo>
                    <a:pt x="3877" y="92157"/>
                  </a:lnTo>
                  <a:lnTo>
                    <a:pt x="3741" y="92048"/>
                  </a:lnTo>
                  <a:lnTo>
                    <a:pt x="3605" y="91939"/>
                  </a:lnTo>
                  <a:lnTo>
                    <a:pt x="3496" y="91803"/>
                  </a:lnTo>
                  <a:lnTo>
                    <a:pt x="3387" y="91667"/>
                  </a:lnTo>
                  <a:lnTo>
                    <a:pt x="3292" y="91504"/>
                  </a:lnTo>
                  <a:lnTo>
                    <a:pt x="3210" y="91341"/>
                  </a:lnTo>
                  <a:lnTo>
                    <a:pt x="3156" y="91178"/>
                  </a:lnTo>
                  <a:lnTo>
                    <a:pt x="3102" y="91001"/>
                  </a:lnTo>
                  <a:lnTo>
                    <a:pt x="3074" y="90810"/>
                  </a:lnTo>
                  <a:lnTo>
                    <a:pt x="3074" y="90634"/>
                  </a:lnTo>
                  <a:lnTo>
                    <a:pt x="3074" y="31109"/>
                  </a:lnTo>
                  <a:lnTo>
                    <a:pt x="3074" y="30374"/>
                  </a:lnTo>
                  <a:lnTo>
                    <a:pt x="3102" y="29654"/>
                  </a:lnTo>
                  <a:lnTo>
                    <a:pt x="3156" y="28946"/>
                  </a:lnTo>
                  <a:lnTo>
                    <a:pt x="3210" y="28239"/>
                  </a:lnTo>
                  <a:lnTo>
                    <a:pt x="3292" y="27532"/>
                  </a:lnTo>
                  <a:lnTo>
                    <a:pt x="3387" y="26824"/>
                  </a:lnTo>
                  <a:lnTo>
                    <a:pt x="3510" y="26130"/>
                  </a:lnTo>
                  <a:lnTo>
                    <a:pt x="3646" y="25437"/>
                  </a:lnTo>
                  <a:lnTo>
                    <a:pt x="3795" y="24757"/>
                  </a:lnTo>
                  <a:lnTo>
                    <a:pt x="3959" y="24076"/>
                  </a:lnTo>
                  <a:lnTo>
                    <a:pt x="4135" y="23410"/>
                  </a:lnTo>
                  <a:lnTo>
                    <a:pt x="4339" y="22743"/>
                  </a:lnTo>
                  <a:lnTo>
                    <a:pt x="4557" y="22090"/>
                  </a:lnTo>
                  <a:lnTo>
                    <a:pt x="4788" y="21438"/>
                  </a:lnTo>
                  <a:lnTo>
                    <a:pt x="5033" y="20798"/>
                  </a:lnTo>
                  <a:lnTo>
                    <a:pt x="5292" y="20159"/>
                  </a:lnTo>
                  <a:lnTo>
                    <a:pt x="5564" y="19533"/>
                  </a:lnTo>
                  <a:lnTo>
                    <a:pt x="5863" y="18921"/>
                  </a:lnTo>
                  <a:lnTo>
                    <a:pt x="6162" y="18309"/>
                  </a:lnTo>
                  <a:lnTo>
                    <a:pt x="6475" y="17710"/>
                  </a:lnTo>
                  <a:lnTo>
                    <a:pt x="6815" y="17112"/>
                  </a:lnTo>
                  <a:lnTo>
                    <a:pt x="7155" y="16527"/>
                  </a:lnTo>
                  <a:lnTo>
                    <a:pt x="7522" y="15956"/>
                  </a:lnTo>
                  <a:lnTo>
                    <a:pt x="7890" y="15384"/>
                  </a:lnTo>
                  <a:lnTo>
                    <a:pt x="8284" y="14840"/>
                  </a:lnTo>
                  <a:lnTo>
                    <a:pt x="8679" y="14283"/>
                  </a:lnTo>
                  <a:lnTo>
                    <a:pt x="9100" y="13752"/>
                  </a:lnTo>
                  <a:lnTo>
                    <a:pt x="9522" y="13222"/>
                  </a:lnTo>
                  <a:lnTo>
                    <a:pt x="9957" y="12705"/>
                  </a:lnTo>
                  <a:lnTo>
                    <a:pt x="10406" y="12201"/>
                  </a:lnTo>
                  <a:lnTo>
                    <a:pt x="10869" y="11712"/>
                  </a:lnTo>
                  <a:lnTo>
                    <a:pt x="11345" y="11236"/>
                  </a:lnTo>
                  <a:lnTo>
                    <a:pt x="11834" y="10760"/>
                  </a:lnTo>
                  <a:lnTo>
                    <a:pt x="12324" y="10297"/>
                  </a:lnTo>
                  <a:lnTo>
                    <a:pt x="12827" y="9848"/>
                  </a:lnTo>
                  <a:lnTo>
                    <a:pt x="13344" y="9413"/>
                  </a:lnTo>
                  <a:lnTo>
                    <a:pt x="13875" y="8991"/>
                  </a:lnTo>
                  <a:lnTo>
                    <a:pt x="14419" y="8583"/>
                  </a:lnTo>
                  <a:lnTo>
                    <a:pt x="14963" y="8189"/>
                  </a:lnTo>
                  <a:lnTo>
                    <a:pt x="15521" y="7808"/>
                  </a:lnTo>
                  <a:lnTo>
                    <a:pt x="16092" y="7427"/>
                  </a:lnTo>
                  <a:lnTo>
                    <a:pt x="16663" y="7073"/>
                  </a:lnTo>
                  <a:lnTo>
                    <a:pt x="17248" y="6733"/>
                  </a:lnTo>
                  <a:lnTo>
                    <a:pt x="17847" y="6407"/>
                  </a:lnTo>
                  <a:lnTo>
                    <a:pt x="18445" y="6080"/>
                  </a:lnTo>
                  <a:lnTo>
                    <a:pt x="19057" y="5781"/>
                  </a:lnTo>
                  <a:lnTo>
                    <a:pt x="19683" y="5495"/>
                  </a:lnTo>
                  <a:lnTo>
                    <a:pt x="20309" y="5223"/>
                  </a:lnTo>
                  <a:lnTo>
                    <a:pt x="20948" y="4965"/>
                  </a:lnTo>
                  <a:lnTo>
                    <a:pt x="21588" y="4720"/>
                  </a:lnTo>
                  <a:lnTo>
                    <a:pt x="22240" y="4502"/>
                  </a:lnTo>
                  <a:lnTo>
                    <a:pt x="22907" y="4285"/>
                  </a:lnTo>
                  <a:lnTo>
                    <a:pt x="23574" y="4094"/>
                  </a:lnTo>
                  <a:lnTo>
                    <a:pt x="24240" y="3918"/>
                  </a:lnTo>
                  <a:lnTo>
                    <a:pt x="24920" y="3754"/>
                  </a:lnTo>
                  <a:lnTo>
                    <a:pt x="25600" y="3605"/>
                  </a:lnTo>
                  <a:lnTo>
                    <a:pt x="26294" y="3482"/>
                  </a:lnTo>
                  <a:lnTo>
                    <a:pt x="26988" y="3360"/>
                  </a:lnTo>
                  <a:lnTo>
                    <a:pt x="27695" y="3265"/>
                  </a:lnTo>
                  <a:lnTo>
                    <a:pt x="28402" y="3197"/>
                  </a:lnTo>
                  <a:lnTo>
                    <a:pt x="29110" y="3129"/>
                  </a:lnTo>
                  <a:lnTo>
                    <a:pt x="29831" y="3088"/>
                  </a:lnTo>
                  <a:lnTo>
                    <a:pt x="30552" y="3074"/>
                  </a:lnTo>
                  <a:lnTo>
                    <a:pt x="31273" y="3061"/>
                  </a:lnTo>
                  <a:close/>
                  <a:moveTo>
                    <a:pt x="30933" y="0"/>
                  </a:moveTo>
                  <a:lnTo>
                    <a:pt x="30130" y="14"/>
                  </a:lnTo>
                  <a:lnTo>
                    <a:pt x="29327" y="41"/>
                  </a:lnTo>
                  <a:lnTo>
                    <a:pt x="28538" y="95"/>
                  </a:lnTo>
                  <a:lnTo>
                    <a:pt x="27750" y="177"/>
                  </a:lnTo>
                  <a:lnTo>
                    <a:pt x="26974" y="272"/>
                  </a:lnTo>
                  <a:lnTo>
                    <a:pt x="26199" y="381"/>
                  </a:lnTo>
                  <a:lnTo>
                    <a:pt x="25437" y="517"/>
                  </a:lnTo>
                  <a:lnTo>
                    <a:pt x="24675" y="667"/>
                  </a:lnTo>
                  <a:lnTo>
                    <a:pt x="23914" y="843"/>
                  </a:lnTo>
                  <a:lnTo>
                    <a:pt x="23165" y="1034"/>
                  </a:lnTo>
                  <a:lnTo>
                    <a:pt x="22431" y="1238"/>
                  </a:lnTo>
                  <a:lnTo>
                    <a:pt x="21696" y="1469"/>
                  </a:lnTo>
                  <a:lnTo>
                    <a:pt x="20975" y="1700"/>
                  </a:lnTo>
                  <a:lnTo>
                    <a:pt x="20268" y="1972"/>
                  </a:lnTo>
                  <a:lnTo>
                    <a:pt x="19547" y="2244"/>
                  </a:lnTo>
                  <a:lnTo>
                    <a:pt x="18853" y="2544"/>
                  </a:lnTo>
                  <a:lnTo>
                    <a:pt x="18160" y="2843"/>
                  </a:lnTo>
                  <a:lnTo>
                    <a:pt x="17480" y="3169"/>
                  </a:lnTo>
                  <a:lnTo>
                    <a:pt x="16813" y="3523"/>
                  </a:lnTo>
                  <a:lnTo>
                    <a:pt x="16146" y="3877"/>
                  </a:lnTo>
                  <a:lnTo>
                    <a:pt x="15494" y="4258"/>
                  </a:lnTo>
                  <a:lnTo>
                    <a:pt x="14854" y="4638"/>
                  </a:lnTo>
                  <a:lnTo>
                    <a:pt x="14229" y="5047"/>
                  </a:lnTo>
                  <a:lnTo>
                    <a:pt x="13603" y="5468"/>
                  </a:lnTo>
                  <a:lnTo>
                    <a:pt x="12991" y="5903"/>
                  </a:lnTo>
                  <a:lnTo>
                    <a:pt x="12392" y="6352"/>
                  </a:lnTo>
                  <a:lnTo>
                    <a:pt x="11794" y="6815"/>
                  </a:lnTo>
                  <a:lnTo>
                    <a:pt x="11222" y="7291"/>
                  </a:lnTo>
                  <a:lnTo>
                    <a:pt x="10651" y="7781"/>
                  </a:lnTo>
                  <a:lnTo>
                    <a:pt x="10107" y="8270"/>
                  </a:lnTo>
                  <a:lnTo>
                    <a:pt x="9563" y="8787"/>
                  </a:lnTo>
                  <a:lnTo>
                    <a:pt x="9032" y="9318"/>
                  </a:lnTo>
                  <a:lnTo>
                    <a:pt x="8515" y="9862"/>
                  </a:lnTo>
                  <a:lnTo>
                    <a:pt x="8012" y="10420"/>
                  </a:lnTo>
                  <a:lnTo>
                    <a:pt x="7509" y="10977"/>
                  </a:lnTo>
                  <a:lnTo>
                    <a:pt x="7033" y="11562"/>
                  </a:lnTo>
                  <a:lnTo>
                    <a:pt x="6570" y="12147"/>
                  </a:lnTo>
                  <a:lnTo>
                    <a:pt x="6121" y="12746"/>
                  </a:lnTo>
                  <a:lnTo>
                    <a:pt x="5686" y="13358"/>
                  </a:lnTo>
                  <a:lnTo>
                    <a:pt x="5264" y="13983"/>
                  </a:lnTo>
                  <a:lnTo>
                    <a:pt x="4856" y="14609"/>
                  </a:lnTo>
                  <a:lnTo>
                    <a:pt x="4462" y="15248"/>
                  </a:lnTo>
                  <a:lnTo>
                    <a:pt x="4081" y="15901"/>
                  </a:lnTo>
                  <a:lnTo>
                    <a:pt x="3714" y="16568"/>
                  </a:lnTo>
                  <a:lnTo>
                    <a:pt x="3374" y="17234"/>
                  </a:lnTo>
                  <a:lnTo>
                    <a:pt x="3034" y="17915"/>
                  </a:lnTo>
                  <a:lnTo>
                    <a:pt x="2721" y="18608"/>
                  </a:lnTo>
                  <a:lnTo>
                    <a:pt x="2421" y="19302"/>
                  </a:lnTo>
                  <a:lnTo>
                    <a:pt x="2136" y="20009"/>
                  </a:lnTo>
                  <a:lnTo>
                    <a:pt x="1864" y="20730"/>
                  </a:lnTo>
                  <a:lnTo>
                    <a:pt x="1619" y="21451"/>
                  </a:lnTo>
                  <a:lnTo>
                    <a:pt x="1388" y="22186"/>
                  </a:lnTo>
                  <a:lnTo>
                    <a:pt x="1170" y="22920"/>
                  </a:lnTo>
                  <a:lnTo>
                    <a:pt x="966" y="23668"/>
                  </a:lnTo>
                  <a:lnTo>
                    <a:pt x="789" y="24417"/>
                  </a:lnTo>
                  <a:lnTo>
                    <a:pt x="626" y="25178"/>
                  </a:lnTo>
                  <a:lnTo>
                    <a:pt x="476" y="25940"/>
                  </a:lnTo>
                  <a:lnTo>
                    <a:pt x="354" y="26702"/>
                  </a:lnTo>
                  <a:lnTo>
                    <a:pt x="245" y="27491"/>
                  </a:lnTo>
                  <a:lnTo>
                    <a:pt x="163" y="28266"/>
                  </a:lnTo>
                  <a:lnTo>
                    <a:pt x="95" y="29055"/>
                  </a:lnTo>
                  <a:lnTo>
                    <a:pt x="41" y="29844"/>
                  </a:lnTo>
                  <a:lnTo>
                    <a:pt x="14" y="30646"/>
                  </a:lnTo>
                  <a:lnTo>
                    <a:pt x="0" y="31449"/>
                  </a:lnTo>
                  <a:lnTo>
                    <a:pt x="0" y="92048"/>
                  </a:lnTo>
                  <a:lnTo>
                    <a:pt x="0" y="92225"/>
                  </a:lnTo>
                  <a:lnTo>
                    <a:pt x="14" y="92402"/>
                  </a:lnTo>
                  <a:lnTo>
                    <a:pt x="41" y="92579"/>
                  </a:lnTo>
                  <a:lnTo>
                    <a:pt x="68" y="92742"/>
                  </a:lnTo>
                  <a:lnTo>
                    <a:pt x="109" y="92919"/>
                  </a:lnTo>
                  <a:lnTo>
                    <a:pt x="163" y="93082"/>
                  </a:lnTo>
                  <a:lnTo>
                    <a:pt x="218" y="93245"/>
                  </a:lnTo>
                  <a:lnTo>
                    <a:pt x="272" y="93409"/>
                  </a:lnTo>
                  <a:lnTo>
                    <a:pt x="340" y="93558"/>
                  </a:lnTo>
                  <a:lnTo>
                    <a:pt x="422" y="93708"/>
                  </a:lnTo>
                  <a:lnTo>
                    <a:pt x="503" y="93857"/>
                  </a:lnTo>
                  <a:lnTo>
                    <a:pt x="599" y="93993"/>
                  </a:lnTo>
                  <a:lnTo>
                    <a:pt x="803" y="94265"/>
                  </a:lnTo>
                  <a:lnTo>
                    <a:pt x="1020" y="94524"/>
                  </a:lnTo>
                  <a:lnTo>
                    <a:pt x="1279" y="94742"/>
                  </a:lnTo>
                  <a:lnTo>
                    <a:pt x="1537" y="94946"/>
                  </a:lnTo>
                  <a:lnTo>
                    <a:pt x="1687" y="95041"/>
                  </a:lnTo>
                  <a:lnTo>
                    <a:pt x="1837" y="95122"/>
                  </a:lnTo>
                  <a:lnTo>
                    <a:pt x="1986" y="95204"/>
                  </a:lnTo>
                  <a:lnTo>
                    <a:pt x="2136" y="95272"/>
                  </a:lnTo>
                  <a:lnTo>
                    <a:pt x="2299" y="95326"/>
                  </a:lnTo>
                  <a:lnTo>
                    <a:pt x="2462" y="95381"/>
                  </a:lnTo>
                  <a:lnTo>
                    <a:pt x="2625" y="95435"/>
                  </a:lnTo>
                  <a:lnTo>
                    <a:pt x="2789" y="95476"/>
                  </a:lnTo>
                  <a:lnTo>
                    <a:pt x="2966" y="95503"/>
                  </a:lnTo>
                  <a:lnTo>
                    <a:pt x="3142" y="95531"/>
                  </a:lnTo>
                  <a:lnTo>
                    <a:pt x="3319" y="95544"/>
                  </a:lnTo>
                  <a:lnTo>
                    <a:pt x="58899" y="95544"/>
                  </a:lnTo>
                  <a:lnTo>
                    <a:pt x="59076" y="95531"/>
                  </a:lnTo>
                  <a:lnTo>
                    <a:pt x="59253" y="95503"/>
                  </a:lnTo>
                  <a:lnTo>
                    <a:pt x="59430" y="95476"/>
                  </a:lnTo>
                  <a:lnTo>
                    <a:pt x="59593" y="95435"/>
                  </a:lnTo>
                  <a:lnTo>
                    <a:pt x="59770" y="95381"/>
                  </a:lnTo>
                  <a:lnTo>
                    <a:pt x="59920" y="95326"/>
                  </a:lnTo>
                  <a:lnTo>
                    <a:pt x="60083" y="95272"/>
                  </a:lnTo>
                  <a:lnTo>
                    <a:pt x="60246" y="95204"/>
                  </a:lnTo>
                  <a:lnTo>
                    <a:pt x="60396" y="95122"/>
                  </a:lnTo>
                  <a:lnTo>
                    <a:pt x="60532" y="95041"/>
                  </a:lnTo>
                  <a:lnTo>
                    <a:pt x="60681" y="94946"/>
                  </a:lnTo>
                  <a:lnTo>
                    <a:pt x="60953" y="94742"/>
                  </a:lnTo>
                  <a:lnTo>
                    <a:pt x="61198" y="94524"/>
                  </a:lnTo>
                  <a:lnTo>
                    <a:pt x="61430" y="94265"/>
                  </a:lnTo>
                  <a:lnTo>
                    <a:pt x="61620" y="93993"/>
                  </a:lnTo>
                  <a:lnTo>
                    <a:pt x="61715" y="93857"/>
                  </a:lnTo>
                  <a:lnTo>
                    <a:pt x="61797" y="93708"/>
                  </a:lnTo>
                  <a:lnTo>
                    <a:pt x="61878" y="93558"/>
                  </a:lnTo>
                  <a:lnTo>
                    <a:pt x="61946" y="93409"/>
                  </a:lnTo>
                  <a:lnTo>
                    <a:pt x="62014" y="93245"/>
                  </a:lnTo>
                  <a:lnTo>
                    <a:pt x="62069" y="93082"/>
                  </a:lnTo>
                  <a:lnTo>
                    <a:pt x="62110" y="92919"/>
                  </a:lnTo>
                  <a:lnTo>
                    <a:pt x="62151" y="92742"/>
                  </a:lnTo>
                  <a:lnTo>
                    <a:pt x="62178" y="92579"/>
                  </a:lnTo>
                  <a:lnTo>
                    <a:pt x="62205" y="92402"/>
                  </a:lnTo>
                  <a:lnTo>
                    <a:pt x="62219" y="92225"/>
                  </a:lnTo>
                  <a:lnTo>
                    <a:pt x="62219" y="92048"/>
                  </a:lnTo>
                  <a:lnTo>
                    <a:pt x="62219" y="31109"/>
                  </a:lnTo>
                  <a:lnTo>
                    <a:pt x="62219" y="30306"/>
                  </a:lnTo>
                  <a:lnTo>
                    <a:pt x="62178" y="29504"/>
                  </a:lnTo>
                  <a:lnTo>
                    <a:pt x="62137" y="28701"/>
                  </a:lnTo>
                  <a:lnTo>
                    <a:pt x="62055" y="27912"/>
                  </a:lnTo>
                  <a:lnTo>
                    <a:pt x="61974" y="27137"/>
                  </a:lnTo>
                  <a:lnTo>
                    <a:pt x="61865" y="26362"/>
                  </a:lnTo>
                  <a:lnTo>
                    <a:pt x="61729" y="25586"/>
                  </a:lnTo>
                  <a:lnTo>
                    <a:pt x="61579" y="24825"/>
                  </a:lnTo>
                  <a:lnTo>
                    <a:pt x="61416" y="24063"/>
                  </a:lnTo>
                  <a:lnTo>
                    <a:pt x="61239" y="23315"/>
                  </a:lnTo>
                  <a:lnTo>
                    <a:pt x="61035" y="22567"/>
                  </a:lnTo>
                  <a:lnTo>
                    <a:pt x="60817" y="21832"/>
                  </a:lnTo>
                  <a:lnTo>
                    <a:pt x="60573" y="21111"/>
                  </a:lnTo>
                  <a:lnTo>
                    <a:pt x="60314" y="20390"/>
                  </a:lnTo>
                  <a:lnTo>
                    <a:pt x="60042" y="19669"/>
                  </a:lnTo>
                  <a:lnTo>
                    <a:pt x="59756" y="18962"/>
                  </a:lnTo>
                  <a:lnTo>
                    <a:pt x="59457" y="18268"/>
                  </a:lnTo>
                  <a:lnTo>
                    <a:pt x="59131" y="17588"/>
                  </a:lnTo>
                  <a:lnTo>
                    <a:pt x="58791" y="16908"/>
                  </a:lnTo>
                  <a:lnTo>
                    <a:pt x="58437" y="16241"/>
                  </a:lnTo>
                  <a:lnTo>
                    <a:pt x="58070" y="15588"/>
                  </a:lnTo>
                  <a:lnTo>
                    <a:pt x="57675" y="14936"/>
                  </a:lnTo>
                  <a:lnTo>
                    <a:pt x="57281" y="14296"/>
                  </a:lnTo>
                  <a:lnTo>
                    <a:pt x="56873" y="13671"/>
                  </a:lnTo>
                  <a:lnTo>
                    <a:pt x="56437" y="13058"/>
                  </a:lnTo>
                  <a:lnTo>
                    <a:pt x="55989" y="12446"/>
                  </a:lnTo>
                  <a:lnTo>
                    <a:pt x="55540" y="11848"/>
                  </a:lnTo>
                  <a:lnTo>
                    <a:pt x="55064" y="11276"/>
                  </a:lnTo>
                  <a:lnTo>
                    <a:pt x="54574" y="10705"/>
                  </a:lnTo>
                  <a:lnTo>
                    <a:pt x="54084" y="10134"/>
                  </a:lnTo>
                  <a:lnTo>
                    <a:pt x="53567" y="9590"/>
                  </a:lnTo>
                  <a:lnTo>
                    <a:pt x="53037" y="9059"/>
                  </a:lnTo>
                  <a:lnTo>
                    <a:pt x="52506" y="8542"/>
                  </a:lnTo>
                  <a:lnTo>
                    <a:pt x="51949" y="8025"/>
                  </a:lnTo>
                  <a:lnTo>
                    <a:pt x="51391" y="7536"/>
                  </a:lnTo>
                  <a:lnTo>
                    <a:pt x="50820" y="7046"/>
                  </a:lnTo>
                  <a:lnTo>
                    <a:pt x="50235" y="6584"/>
                  </a:lnTo>
                  <a:lnTo>
                    <a:pt x="49636" y="6121"/>
                  </a:lnTo>
                  <a:lnTo>
                    <a:pt x="49024" y="5686"/>
                  </a:lnTo>
                  <a:lnTo>
                    <a:pt x="48412" y="5251"/>
                  </a:lnTo>
                  <a:lnTo>
                    <a:pt x="47773" y="4842"/>
                  </a:lnTo>
                  <a:lnTo>
                    <a:pt x="47133" y="4448"/>
                  </a:lnTo>
                  <a:lnTo>
                    <a:pt x="46480" y="4067"/>
                  </a:lnTo>
                  <a:lnTo>
                    <a:pt x="45827" y="3700"/>
                  </a:lnTo>
                  <a:lnTo>
                    <a:pt x="45161" y="3346"/>
                  </a:lnTo>
                  <a:lnTo>
                    <a:pt x="44481" y="3020"/>
                  </a:lnTo>
                  <a:lnTo>
                    <a:pt x="43787" y="2693"/>
                  </a:lnTo>
                  <a:lnTo>
                    <a:pt x="43093" y="2394"/>
                  </a:lnTo>
                  <a:lnTo>
                    <a:pt x="42386" y="2108"/>
                  </a:lnTo>
                  <a:lnTo>
                    <a:pt x="41665" y="1836"/>
                  </a:lnTo>
                  <a:lnTo>
                    <a:pt x="40944" y="1591"/>
                  </a:lnTo>
                  <a:lnTo>
                    <a:pt x="40223" y="1360"/>
                  </a:lnTo>
                  <a:lnTo>
                    <a:pt x="39475" y="1143"/>
                  </a:lnTo>
                  <a:lnTo>
                    <a:pt x="38740" y="939"/>
                  </a:lnTo>
                  <a:lnTo>
                    <a:pt x="37979" y="762"/>
                  </a:lnTo>
                  <a:lnTo>
                    <a:pt x="37217" y="599"/>
                  </a:lnTo>
                  <a:lnTo>
                    <a:pt x="36455" y="449"/>
                  </a:lnTo>
                  <a:lnTo>
                    <a:pt x="35680" y="326"/>
                  </a:lnTo>
                  <a:lnTo>
                    <a:pt x="34904" y="231"/>
                  </a:lnTo>
                  <a:lnTo>
                    <a:pt x="34116" y="136"/>
                  </a:lnTo>
                  <a:lnTo>
                    <a:pt x="33327" y="68"/>
                  </a:lnTo>
                  <a:lnTo>
                    <a:pt x="32538" y="27"/>
                  </a:lnTo>
                  <a:lnTo>
                    <a:pt x="317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1217285" y="1476291"/>
              <a:ext cx="1552843" cy="922581"/>
            </a:xfrm>
            <a:custGeom>
              <a:avLst/>
              <a:gdLst/>
              <a:ahLst/>
              <a:cxnLst/>
              <a:rect l="l" t="t" r="r" b="b"/>
              <a:pathLst>
                <a:path w="43937" h="26104" extrusionOk="0">
                  <a:moveTo>
                    <a:pt x="19778" y="1"/>
                  </a:moveTo>
                  <a:lnTo>
                    <a:pt x="19207" y="28"/>
                  </a:lnTo>
                  <a:lnTo>
                    <a:pt x="18636" y="69"/>
                  </a:lnTo>
                  <a:lnTo>
                    <a:pt x="18078" y="123"/>
                  </a:lnTo>
                  <a:lnTo>
                    <a:pt x="17507" y="191"/>
                  </a:lnTo>
                  <a:lnTo>
                    <a:pt x="16935" y="273"/>
                  </a:lnTo>
                  <a:lnTo>
                    <a:pt x="16214" y="409"/>
                  </a:lnTo>
                  <a:lnTo>
                    <a:pt x="15507" y="572"/>
                  </a:lnTo>
                  <a:lnTo>
                    <a:pt x="14800" y="762"/>
                  </a:lnTo>
                  <a:lnTo>
                    <a:pt x="14120" y="966"/>
                  </a:lnTo>
                  <a:lnTo>
                    <a:pt x="13439" y="1198"/>
                  </a:lnTo>
                  <a:lnTo>
                    <a:pt x="12759" y="1456"/>
                  </a:lnTo>
                  <a:lnTo>
                    <a:pt x="12106" y="1728"/>
                  </a:lnTo>
                  <a:lnTo>
                    <a:pt x="11467" y="2027"/>
                  </a:lnTo>
                  <a:lnTo>
                    <a:pt x="10937" y="2300"/>
                  </a:lnTo>
                  <a:lnTo>
                    <a:pt x="10433" y="2572"/>
                  </a:lnTo>
                  <a:lnTo>
                    <a:pt x="9930" y="2871"/>
                  </a:lnTo>
                  <a:lnTo>
                    <a:pt x="9427" y="3170"/>
                  </a:lnTo>
                  <a:lnTo>
                    <a:pt x="8991" y="3456"/>
                  </a:lnTo>
                  <a:lnTo>
                    <a:pt x="8556" y="3755"/>
                  </a:lnTo>
                  <a:lnTo>
                    <a:pt x="8121" y="4068"/>
                  </a:lnTo>
                  <a:lnTo>
                    <a:pt x="7713" y="4394"/>
                  </a:lnTo>
                  <a:lnTo>
                    <a:pt x="7209" y="4802"/>
                  </a:lnTo>
                  <a:lnTo>
                    <a:pt x="6720" y="5238"/>
                  </a:lnTo>
                  <a:lnTo>
                    <a:pt x="6257" y="5673"/>
                  </a:lnTo>
                  <a:lnTo>
                    <a:pt x="5795" y="6135"/>
                  </a:lnTo>
                  <a:lnTo>
                    <a:pt x="5523" y="6408"/>
                  </a:lnTo>
                  <a:lnTo>
                    <a:pt x="5264" y="6693"/>
                  </a:lnTo>
                  <a:lnTo>
                    <a:pt x="4761" y="7264"/>
                  </a:lnTo>
                  <a:lnTo>
                    <a:pt x="4394" y="7713"/>
                  </a:lnTo>
                  <a:lnTo>
                    <a:pt x="4040" y="8176"/>
                  </a:lnTo>
                  <a:lnTo>
                    <a:pt x="3700" y="8638"/>
                  </a:lnTo>
                  <a:lnTo>
                    <a:pt x="3373" y="9114"/>
                  </a:lnTo>
                  <a:lnTo>
                    <a:pt x="3061" y="9604"/>
                  </a:lnTo>
                  <a:lnTo>
                    <a:pt x="2761" y="10107"/>
                  </a:lnTo>
                  <a:lnTo>
                    <a:pt x="2476" y="10611"/>
                  </a:lnTo>
                  <a:lnTo>
                    <a:pt x="2217" y="11128"/>
                  </a:lnTo>
                  <a:lnTo>
                    <a:pt x="1932" y="11685"/>
                  </a:lnTo>
                  <a:lnTo>
                    <a:pt x="1673" y="12257"/>
                  </a:lnTo>
                  <a:lnTo>
                    <a:pt x="1510" y="12665"/>
                  </a:lnTo>
                  <a:lnTo>
                    <a:pt x="1347" y="13059"/>
                  </a:lnTo>
                  <a:lnTo>
                    <a:pt x="1197" y="13467"/>
                  </a:lnTo>
                  <a:lnTo>
                    <a:pt x="1047" y="13889"/>
                  </a:lnTo>
                  <a:lnTo>
                    <a:pt x="911" y="14297"/>
                  </a:lnTo>
                  <a:lnTo>
                    <a:pt x="789" y="14719"/>
                  </a:lnTo>
                  <a:lnTo>
                    <a:pt x="680" y="15140"/>
                  </a:lnTo>
                  <a:lnTo>
                    <a:pt x="571" y="15576"/>
                  </a:lnTo>
                  <a:lnTo>
                    <a:pt x="435" y="16133"/>
                  </a:lnTo>
                  <a:lnTo>
                    <a:pt x="326" y="16705"/>
                  </a:lnTo>
                  <a:lnTo>
                    <a:pt x="245" y="17222"/>
                  </a:lnTo>
                  <a:lnTo>
                    <a:pt x="163" y="17752"/>
                  </a:lnTo>
                  <a:lnTo>
                    <a:pt x="109" y="18269"/>
                  </a:lnTo>
                  <a:lnTo>
                    <a:pt x="68" y="18799"/>
                  </a:lnTo>
                  <a:lnTo>
                    <a:pt x="27" y="19357"/>
                  </a:lnTo>
                  <a:lnTo>
                    <a:pt x="14" y="19928"/>
                  </a:lnTo>
                  <a:lnTo>
                    <a:pt x="0" y="20336"/>
                  </a:lnTo>
                  <a:lnTo>
                    <a:pt x="0" y="22690"/>
                  </a:lnTo>
                  <a:lnTo>
                    <a:pt x="14" y="22867"/>
                  </a:lnTo>
                  <a:lnTo>
                    <a:pt x="27" y="23043"/>
                  </a:lnTo>
                  <a:lnTo>
                    <a:pt x="41" y="23207"/>
                  </a:lnTo>
                  <a:lnTo>
                    <a:pt x="82" y="23383"/>
                  </a:lnTo>
                  <a:lnTo>
                    <a:pt x="109" y="23547"/>
                  </a:lnTo>
                  <a:lnTo>
                    <a:pt x="163" y="23710"/>
                  </a:lnTo>
                  <a:lnTo>
                    <a:pt x="218" y="23860"/>
                  </a:lnTo>
                  <a:lnTo>
                    <a:pt x="272" y="24023"/>
                  </a:lnTo>
                  <a:lnTo>
                    <a:pt x="422" y="24322"/>
                  </a:lnTo>
                  <a:lnTo>
                    <a:pt x="585" y="24594"/>
                  </a:lnTo>
                  <a:lnTo>
                    <a:pt x="789" y="24866"/>
                  </a:lnTo>
                  <a:lnTo>
                    <a:pt x="1007" y="25097"/>
                  </a:lnTo>
                  <a:lnTo>
                    <a:pt x="1251" y="25329"/>
                  </a:lnTo>
                  <a:lnTo>
                    <a:pt x="1510" y="25519"/>
                  </a:lnTo>
                  <a:lnTo>
                    <a:pt x="1796" y="25696"/>
                  </a:lnTo>
                  <a:lnTo>
                    <a:pt x="2095" y="25832"/>
                  </a:lnTo>
                  <a:lnTo>
                    <a:pt x="2244" y="25900"/>
                  </a:lnTo>
                  <a:lnTo>
                    <a:pt x="2408" y="25954"/>
                  </a:lnTo>
                  <a:lnTo>
                    <a:pt x="2571" y="25995"/>
                  </a:lnTo>
                  <a:lnTo>
                    <a:pt x="2734" y="26036"/>
                  </a:lnTo>
                  <a:lnTo>
                    <a:pt x="2897" y="26063"/>
                  </a:lnTo>
                  <a:lnTo>
                    <a:pt x="3074" y="26090"/>
                  </a:lnTo>
                  <a:lnTo>
                    <a:pt x="3237" y="26104"/>
                  </a:lnTo>
                  <a:lnTo>
                    <a:pt x="43936" y="26104"/>
                  </a:lnTo>
                  <a:lnTo>
                    <a:pt x="43936" y="18772"/>
                  </a:lnTo>
                  <a:lnTo>
                    <a:pt x="43936" y="18459"/>
                  </a:lnTo>
                  <a:lnTo>
                    <a:pt x="43909" y="17888"/>
                  </a:lnTo>
                  <a:lnTo>
                    <a:pt x="43882" y="17317"/>
                  </a:lnTo>
                  <a:lnTo>
                    <a:pt x="43841" y="16922"/>
                  </a:lnTo>
                  <a:lnTo>
                    <a:pt x="43800" y="16528"/>
                  </a:lnTo>
                  <a:lnTo>
                    <a:pt x="43760" y="16133"/>
                  </a:lnTo>
                  <a:lnTo>
                    <a:pt x="43692" y="15752"/>
                  </a:lnTo>
                  <a:lnTo>
                    <a:pt x="43624" y="15358"/>
                  </a:lnTo>
                  <a:lnTo>
                    <a:pt x="43556" y="14977"/>
                  </a:lnTo>
                  <a:lnTo>
                    <a:pt x="43474" y="14596"/>
                  </a:lnTo>
                  <a:lnTo>
                    <a:pt x="43379" y="14215"/>
                  </a:lnTo>
                  <a:lnTo>
                    <a:pt x="43175" y="13467"/>
                  </a:lnTo>
                  <a:lnTo>
                    <a:pt x="42943" y="12733"/>
                  </a:lnTo>
                  <a:lnTo>
                    <a:pt x="42685" y="12012"/>
                  </a:lnTo>
                  <a:lnTo>
                    <a:pt x="42399" y="11318"/>
                  </a:lnTo>
                  <a:lnTo>
                    <a:pt x="42141" y="10733"/>
                  </a:lnTo>
                  <a:lnTo>
                    <a:pt x="41855" y="10175"/>
                  </a:lnTo>
                  <a:lnTo>
                    <a:pt x="41651" y="9795"/>
                  </a:lnTo>
                  <a:lnTo>
                    <a:pt x="41447" y="9414"/>
                  </a:lnTo>
                  <a:lnTo>
                    <a:pt x="41230" y="9046"/>
                  </a:lnTo>
                  <a:lnTo>
                    <a:pt x="40998" y="8679"/>
                  </a:lnTo>
                  <a:lnTo>
                    <a:pt x="40753" y="8312"/>
                  </a:lnTo>
                  <a:lnTo>
                    <a:pt x="40509" y="7958"/>
                  </a:lnTo>
                  <a:lnTo>
                    <a:pt x="40264" y="7605"/>
                  </a:lnTo>
                  <a:lnTo>
                    <a:pt x="40005" y="7264"/>
                  </a:lnTo>
                  <a:lnTo>
                    <a:pt x="39774" y="6979"/>
                  </a:lnTo>
                  <a:lnTo>
                    <a:pt x="39529" y="6693"/>
                  </a:lnTo>
                  <a:lnTo>
                    <a:pt x="39298" y="6408"/>
                  </a:lnTo>
                  <a:lnTo>
                    <a:pt x="39039" y="6135"/>
                  </a:lnTo>
                  <a:lnTo>
                    <a:pt x="38767" y="5836"/>
                  </a:lnTo>
                  <a:lnTo>
                    <a:pt x="38495" y="5551"/>
                  </a:lnTo>
                  <a:lnTo>
                    <a:pt x="38210" y="5278"/>
                  </a:lnTo>
                  <a:lnTo>
                    <a:pt x="37924" y="5006"/>
                  </a:lnTo>
                  <a:lnTo>
                    <a:pt x="37638" y="4734"/>
                  </a:lnTo>
                  <a:lnTo>
                    <a:pt x="37339" y="4476"/>
                  </a:lnTo>
                  <a:lnTo>
                    <a:pt x="37026" y="4217"/>
                  </a:lnTo>
                  <a:lnTo>
                    <a:pt x="36713" y="3973"/>
                  </a:lnTo>
                  <a:lnTo>
                    <a:pt x="36401" y="3728"/>
                  </a:lnTo>
                  <a:lnTo>
                    <a:pt x="36088" y="3497"/>
                  </a:lnTo>
                  <a:lnTo>
                    <a:pt x="35761" y="3265"/>
                  </a:lnTo>
                  <a:lnTo>
                    <a:pt x="35421" y="3048"/>
                  </a:lnTo>
                  <a:lnTo>
                    <a:pt x="35095" y="2830"/>
                  </a:lnTo>
                  <a:lnTo>
                    <a:pt x="34755" y="2626"/>
                  </a:lnTo>
                  <a:lnTo>
                    <a:pt x="34401" y="2422"/>
                  </a:lnTo>
                  <a:lnTo>
                    <a:pt x="34061" y="2232"/>
                  </a:lnTo>
                  <a:lnTo>
                    <a:pt x="33707" y="2041"/>
                  </a:lnTo>
                  <a:lnTo>
                    <a:pt x="33340" y="1864"/>
                  </a:lnTo>
                  <a:lnTo>
                    <a:pt x="32986" y="1687"/>
                  </a:lnTo>
                  <a:lnTo>
                    <a:pt x="32619" y="1524"/>
                  </a:lnTo>
                  <a:lnTo>
                    <a:pt x="32238" y="1375"/>
                  </a:lnTo>
                  <a:lnTo>
                    <a:pt x="31871" y="1225"/>
                  </a:lnTo>
                  <a:lnTo>
                    <a:pt x="31490" y="1089"/>
                  </a:lnTo>
                  <a:lnTo>
                    <a:pt x="31109" y="953"/>
                  </a:lnTo>
                  <a:lnTo>
                    <a:pt x="30715" y="830"/>
                  </a:lnTo>
                  <a:lnTo>
                    <a:pt x="30334" y="708"/>
                  </a:lnTo>
                  <a:lnTo>
                    <a:pt x="29939" y="599"/>
                  </a:lnTo>
                  <a:lnTo>
                    <a:pt x="29531" y="504"/>
                  </a:lnTo>
                  <a:lnTo>
                    <a:pt x="29137" y="409"/>
                  </a:lnTo>
                  <a:lnTo>
                    <a:pt x="28729" y="327"/>
                  </a:lnTo>
                  <a:lnTo>
                    <a:pt x="28321" y="259"/>
                  </a:lnTo>
                  <a:lnTo>
                    <a:pt x="27913" y="191"/>
                  </a:lnTo>
                  <a:lnTo>
                    <a:pt x="27355" y="123"/>
                  </a:lnTo>
                  <a:lnTo>
                    <a:pt x="26784" y="69"/>
                  </a:lnTo>
                  <a:lnTo>
                    <a:pt x="26389" y="42"/>
                  </a:lnTo>
                  <a:lnTo>
                    <a:pt x="25981" y="14"/>
                  </a:lnTo>
                  <a:lnTo>
                    <a:pt x="25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FF53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E33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2075411" y="2583938"/>
              <a:ext cx="573079" cy="155825"/>
            </a:xfrm>
            <a:custGeom>
              <a:avLst/>
              <a:gdLst/>
              <a:ahLst/>
              <a:cxnLst/>
              <a:rect l="l" t="t" r="r" b="b"/>
              <a:pathLst>
                <a:path w="16215" h="4409" extrusionOk="0">
                  <a:moveTo>
                    <a:pt x="1" y="1"/>
                  </a:moveTo>
                  <a:lnTo>
                    <a:pt x="191" y="191"/>
                  </a:lnTo>
                  <a:lnTo>
                    <a:pt x="966" y="980"/>
                  </a:lnTo>
                  <a:lnTo>
                    <a:pt x="1347" y="1361"/>
                  </a:lnTo>
                  <a:lnTo>
                    <a:pt x="1728" y="1742"/>
                  </a:lnTo>
                  <a:lnTo>
                    <a:pt x="2109" y="2096"/>
                  </a:lnTo>
                  <a:lnTo>
                    <a:pt x="2504" y="2449"/>
                  </a:lnTo>
                  <a:lnTo>
                    <a:pt x="2912" y="2776"/>
                  </a:lnTo>
                  <a:lnTo>
                    <a:pt x="3347" y="3089"/>
                  </a:lnTo>
                  <a:lnTo>
                    <a:pt x="3565" y="3238"/>
                  </a:lnTo>
                  <a:lnTo>
                    <a:pt x="3782" y="3374"/>
                  </a:lnTo>
                  <a:lnTo>
                    <a:pt x="4013" y="3497"/>
                  </a:lnTo>
                  <a:lnTo>
                    <a:pt x="4258" y="3633"/>
                  </a:lnTo>
                  <a:lnTo>
                    <a:pt x="4503" y="3742"/>
                  </a:lnTo>
                  <a:lnTo>
                    <a:pt x="4748" y="3850"/>
                  </a:lnTo>
                  <a:lnTo>
                    <a:pt x="5020" y="3946"/>
                  </a:lnTo>
                  <a:lnTo>
                    <a:pt x="5278" y="4041"/>
                  </a:lnTo>
                  <a:lnTo>
                    <a:pt x="5564" y="4122"/>
                  </a:lnTo>
                  <a:lnTo>
                    <a:pt x="5850" y="4191"/>
                  </a:lnTo>
                  <a:lnTo>
                    <a:pt x="6149" y="4259"/>
                  </a:lnTo>
                  <a:lnTo>
                    <a:pt x="6448" y="4313"/>
                  </a:lnTo>
                  <a:lnTo>
                    <a:pt x="6775" y="4354"/>
                  </a:lnTo>
                  <a:lnTo>
                    <a:pt x="7101" y="4381"/>
                  </a:lnTo>
                  <a:lnTo>
                    <a:pt x="7441" y="4395"/>
                  </a:lnTo>
                  <a:lnTo>
                    <a:pt x="7795" y="4408"/>
                  </a:lnTo>
                  <a:lnTo>
                    <a:pt x="8271" y="4395"/>
                  </a:lnTo>
                  <a:lnTo>
                    <a:pt x="8747" y="4354"/>
                  </a:lnTo>
                  <a:lnTo>
                    <a:pt x="9223" y="4299"/>
                  </a:lnTo>
                  <a:lnTo>
                    <a:pt x="9686" y="4218"/>
                  </a:lnTo>
                  <a:lnTo>
                    <a:pt x="10148" y="4109"/>
                  </a:lnTo>
                  <a:lnTo>
                    <a:pt x="10611" y="3986"/>
                  </a:lnTo>
                  <a:lnTo>
                    <a:pt x="11060" y="3837"/>
                  </a:lnTo>
                  <a:lnTo>
                    <a:pt x="11495" y="3660"/>
                  </a:lnTo>
                  <a:lnTo>
                    <a:pt x="11930" y="3470"/>
                  </a:lnTo>
                  <a:lnTo>
                    <a:pt x="12352" y="3266"/>
                  </a:lnTo>
                  <a:lnTo>
                    <a:pt x="12760" y="3034"/>
                  </a:lnTo>
                  <a:lnTo>
                    <a:pt x="13168" y="2776"/>
                  </a:lnTo>
                  <a:lnTo>
                    <a:pt x="13549" y="2504"/>
                  </a:lnTo>
                  <a:lnTo>
                    <a:pt x="13930" y="2205"/>
                  </a:lnTo>
                  <a:lnTo>
                    <a:pt x="14283" y="1905"/>
                  </a:lnTo>
                  <a:lnTo>
                    <a:pt x="14637" y="1565"/>
                  </a:lnTo>
                  <a:lnTo>
                    <a:pt x="1621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1217744" y="2140702"/>
              <a:ext cx="235593" cy="133665"/>
            </a:xfrm>
            <a:custGeom>
              <a:avLst/>
              <a:gdLst/>
              <a:ahLst/>
              <a:cxnLst/>
              <a:rect l="l" t="t" r="r" b="b"/>
              <a:pathLst>
                <a:path w="6666" h="3782" extrusionOk="0">
                  <a:moveTo>
                    <a:pt x="55" y="0"/>
                  </a:moveTo>
                  <a:lnTo>
                    <a:pt x="14" y="558"/>
                  </a:lnTo>
                  <a:lnTo>
                    <a:pt x="1" y="1129"/>
                  </a:lnTo>
                  <a:lnTo>
                    <a:pt x="2884" y="1129"/>
                  </a:lnTo>
                  <a:lnTo>
                    <a:pt x="3156" y="1143"/>
                  </a:lnTo>
                  <a:lnTo>
                    <a:pt x="3415" y="1184"/>
                  </a:lnTo>
                  <a:lnTo>
                    <a:pt x="3673" y="1252"/>
                  </a:lnTo>
                  <a:lnTo>
                    <a:pt x="3918" y="1347"/>
                  </a:lnTo>
                  <a:lnTo>
                    <a:pt x="4149" y="1456"/>
                  </a:lnTo>
                  <a:lnTo>
                    <a:pt x="4367" y="1592"/>
                  </a:lnTo>
                  <a:lnTo>
                    <a:pt x="4571" y="1742"/>
                  </a:lnTo>
                  <a:lnTo>
                    <a:pt x="4762" y="1905"/>
                  </a:lnTo>
                  <a:lnTo>
                    <a:pt x="4925" y="2095"/>
                  </a:lnTo>
                  <a:lnTo>
                    <a:pt x="5074" y="2299"/>
                  </a:lnTo>
                  <a:lnTo>
                    <a:pt x="5210" y="2517"/>
                  </a:lnTo>
                  <a:lnTo>
                    <a:pt x="5319" y="2748"/>
                  </a:lnTo>
                  <a:lnTo>
                    <a:pt x="5414" y="2993"/>
                  </a:lnTo>
                  <a:lnTo>
                    <a:pt x="5482" y="3251"/>
                  </a:lnTo>
                  <a:lnTo>
                    <a:pt x="5523" y="3510"/>
                  </a:lnTo>
                  <a:lnTo>
                    <a:pt x="5537" y="3782"/>
                  </a:lnTo>
                  <a:lnTo>
                    <a:pt x="6666" y="3782"/>
                  </a:lnTo>
                  <a:lnTo>
                    <a:pt x="6666" y="3591"/>
                  </a:lnTo>
                  <a:lnTo>
                    <a:pt x="6652" y="3387"/>
                  </a:lnTo>
                  <a:lnTo>
                    <a:pt x="6625" y="3211"/>
                  </a:lnTo>
                  <a:lnTo>
                    <a:pt x="6598" y="3020"/>
                  </a:lnTo>
                  <a:lnTo>
                    <a:pt x="6543" y="2830"/>
                  </a:lnTo>
                  <a:lnTo>
                    <a:pt x="6503" y="2653"/>
                  </a:lnTo>
                  <a:lnTo>
                    <a:pt x="6435" y="2476"/>
                  </a:lnTo>
                  <a:lnTo>
                    <a:pt x="6367" y="2313"/>
                  </a:lnTo>
                  <a:lnTo>
                    <a:pt x="6299" y="2136"/>
                  </a:lnTo>
                  <a:lnTo>
                    <a:pt x="6217" y="1973"/>
                  </a:lnTo>
                  <a:lnTo>
                    <a:pt x="6122" y="1823"/>
                  </a:lnTo>
                  <a:lnTo>
                    <a:pt x="6027" y="1660"/>
                  </a:lnTo>
                  <a:lnTo>
                    <a:pt x="5918" y="1524"/>
                  </a:lnTo>
                  <a:lnTo>
                    <a:pt x="5809" y="1374"/>
                  </a:lnTo>
                  <a:lnTo>
                    <a:pt x="5686" y="1238"/>
                  </a:lnTo>
                  <a:lnTo>
                    <a:pt x="5564" y="1102"/>
                  </a:lnTo>
                  <a:lnTo>
                    <a:pt x="5428" y="980"/>
                  </a:lnTo>
                  <a:lnTo>
                    <a:pt x="5292" y="857"/>
                  </a:lnTo>
                  <a:lnTo>
                    <a:pt x="5142" y="749"/>
                  </a:lnTo>
                  <a:lnTo>
                    <a:pt x="4993" y="640"/>
                  </a:lnTo>
                  <a:lnTo>
                    <a:pt x="4843" y="545"/>
                  </a:lnTo>
                  <a:lnTo>
                    <a:pt x="4694" y="449"/>
                  </a:lnTo>
                  <a:lnTo>
                    <a:pt x="4530" y="368"/>
                  </a:lnTo>
                  <a:lnTo>
                    <a:pt x="4353" y="300"/>
                  </a:lnTo>
                  <a:lnTo>
                    <a:pt x="4190" y="232"/>
                  </a:lnTo>
                  <a:lnTo>
                    <a:pt x="4013" y="164"/>
                  </a:lnTo>
                  <a:lnTo>
                    <a:pt x="3823" y="109"/>
                  </a:lnTo>
                  <a:lnTo>
                    <a:pt x="3646" y="68"/>
                  </a:lnTo>
                  <a:lnTo>
                    <a:pt x="3456" y="41"/>
                  </a:lnTo>
                  <a:lnTo>
                    <a:pt x="3265" y="1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1228807" y="1835905"/>
              <a:ext cx="411069" cy="230787"/>
            </a:xfrm>
            <a:custGeom>
              <a:avLst/>
              <a:gdLst/>
              <a:ahLst/>
              <a:cxnLst/>
              <a:rect l="l" t="t" r="r" b="b"/>
              <a:pathLst>
                <a:path w="11631" h="6530" extrusionOk="0">
                  <a:moveTo>
                    <a:pt x="10502" y="0"/>
                  </a:moveTo>
                  <a:lnTo>
                    <a:pt x="10488" y="272"/>
                  </a:lnTo>
                  <a:lnTo>
                    <a:pt x="10474" y="558"/>
                  </a:lnTo>
                  <a:lnTo>
                    <a:pt x="10434" y="817"/>
                  </a:lnTo>
                  <a:lnTo>
                    <a:pt x="10393" y="1089"/>
                  </a:lnTo>
                  <a:lnTo>
                    <a:pt x="10325" y="1347"/>
                  </a:lnTo>
                  <a:lnTo>
                    <a:pt x="10257" y="1606"/>
                  </a:lnTo>
                  <a:lnTo>
                    <a:pt x="10175" y="1850"/>
                  </a:lnTo>
                  <a:lnTo>
                    <a:pt x="10080" y="2095"/>
                  </a:lnTo>
                  <a:lnTo>
                    <a:pt x="9971" y="2340"/>
                  </a:lnTo>
                  <a:lnTo>
                    <a:pt x="9849" y="2571"/>
                  </a:lnTo>
                  <a:lnTo>
                    <a:pt x="9713" y="2803"/>
                  </a:lnTo>
                  <a:lnTo>
                    <a:pt x="9577" y="3020"/>
                  </a:lnTo>
                  <a:lnTo>
                    <a:pt x="9427" y="3224"/>
                  </a:lnTo>
                  <a:lnTo>
                    <a:pt x="9264" y="3428"/>
                  </a:lnTo>
                  <a:lnTo>
                    <a:pt x="9101" y="3632"/>
                  </a:lnTo>
                  <a:lnTo>
                    <a:pt x="8910" y="3823"/>
                  </a:lnTo>
                  <a:lnTo>
                    <a:pt x="8733" y="4000"/>
                  </a:lnTo>
                  <a:lnTo>
                    <a:pt x="8529" y="4163"/>
                  </a:lnTo>
                  <a:lnTo>
                    <a:pt x="8325" y="4326"/>
                  </a:lnTo>
                  <a:lnTo>
                    <a:pt x="8121" y="4476"/>
                  </a:lnTo>
                  <a:lnTo>
                    <a:pt x="7904" y="4612"/>
                  </a:lnTo>
                  <a:lnTo>
                    <a:pt x="7672" y="4748"/>
                  </a:lnTo>
                  <a:lnTo>
                    <a:pt x="7441" y="4870"/>
                  </a:lnTo>
                  <a:lnTo>
                    <a:pt x="7196" y="4979"/>
                  </a:lnTo>
                  <a:lnTo>
                    <a:pt x="6951" y="5074"/>
                  </a:lnTo>
                  <a:lnTo>
                    <a:pt x="6707" y="5156"/>
                  </a:lnTo>
                  <a:lnTo>
                    <a:pt x="6448" y="5224"/>
                  </a:lnTo>
                  <a:lnTo>
                    <a:pt x="6190" y="5292"/>
                  </a:lnTo>
                  <a:lnTo>
                    <a:pt x="5918" y="5333"/>
                  </a:lnTo>
                  <a:lnTo>
                    <a:pt x="5646" y="5373"/>
                  </a:lnTo>
                  <a:lnTo>
                    <a:pt x="5373" y="5387"/>
                  </a:lnTo>
                  <a:lnTo>
                    <a:pt x="5101" y="5401"/>
                  </a:lnTo>
                  <a:lnTo>
                    <a:pt x="245" y="5401"/>
                  </a:lnTo>
                  <a:lnTo>
                    <a:pt x="109" y="5958"/>
                  </a:lnTo>
                  <a:lnTo>
                    <a:pt x="0" y="6530"/>
                  </a:lnTo>
                  <a:lnTo>
                    <a:pt x="5101" y="6530"/>
                  </a:lnTo>
                  <a:lnTo>
                    <a:pt x="5523" y="6516"/>
                  </a:lnTo>
                  <a:lnTo>
                    <a:pt x="5945" y="6475"/>
                  </a:lnTo>
                  <a:lnTo>
                    <a:pt x="6353" y="6407"/>
                  </a:lnTo>
                  <a:lnTo>
                    <a:pt x="6761" y="6326"/>
                  </a:lnTo>
                  <a:lnTo>
                    <a:pt x="7155" y="6203"/>
                  </a:lnTo>
                  <a:lnTo>
                    <a:pt x="7536" y="6067"/>
                  </a:lnTo>
                  <a:lnTo>
                    <a:pt x="7904" y="5904"/>
                  </a:lnTo>
                  <a:lnTo>
                    <a:pt x="8271" y="5713"/>
                  </a:lnTo>
                  <a:lnTo>
                    <a:pt x="8611" y="5509"/>
                  </a:lnTo>
                  <a:lnTo>
                    <a:pt x="8937" y="5278"/>
                  </a:lnTo>
                  <a:lnTo>
                    <a:pt x="9250" y="5033"/>
                  </a:lnTo>
                  <a:lnTo>
                    <a:pt x="9549" y="4775"/>
                  </a:lnTo>
                  <a:lnTo>
                    <a:pt x="9835" y="4489"/>
                  </a:lnTo>
                  <a:lnTo>
                    <a:pt x="10107" y="4190"/>
                  </a:lnTo>
                  <a:lnTo>
                    <a:pt x="10352" y="3877"/>
                  </a:lnTo>
                  <a:lnTo>
                    <a:pt x="10583" y="3551"/>
                  </a:lnTo>
                  <a:lnTo>
                    <a:pt x="10747" y="3279"/>
                  </a:lnTo>
                  <a:lnTo>
                    <a:pt x="10910" y="2993"/>
                  </a:lnTo>
                  <a:lnTo>
                    <a:pt x="11046" y="2707"/>
                  </a:lnTo>
                  <a:lnTo>
                    <a:pt x="11168" y="2422"/>
                  </a:lnTo>
                  <a:lnTo>
                    <a:pt x="11277" y="2136"/>
                  </a:lnTo>
                  <a:lnTo>
                    <a:pt x="11372" y="1850"/>
                  </a:lnTo>
                  <a:lnTo>
                    <a:pt x="11454" y="1551"/>
                  </a:lnTo>
                  <a:lnTo>
                    <a:pt x="11508" y="1252"/>
                  </a:lnTo>
                  <a:lnTo>
                    <a:pt x="11563" y="939"/>
                  </a:lnTo>
                  <a:lnTo>
                    <a:pt x="11603" y="640"/>
                  </a:lnTo>
                  <a:lnTo>
                    <a:pt x="11631" y="313"/>
                  </a:lnTo>
                  <a:lnTo>
                    <a:pt x="116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2330234" y="2121935"/>
              <a:ext cx="439908" cy="172648"/>
            </a:xfrm>
            <a:custGeom>
              <a:avLst/>
              <a:gdLst/>
              <a:ahLst/>
              <a:cxnLst/>
              <a:rect l="l" t="t" r="r" b="b"/>
              <a:pathLst>
                <a:path w="12447" h="4885" extrusionOk="0">
                  <a:moveTo>
                    <a:pt x="0" y="1"/>
                  </a:moveTo>
                  <a:lnTo>
                    <a:pt x="14" y="246"/>
                  </a:lnTo>
                  <a:lnTo>
                    <a:pt x="27" y="491"/>
                  </a:lnTo>
                  <a:lnTo>
                    <a:pt x="54" y="735"/>
                  </a:lnTo>
                  <a:lnTo>
                    <a:pt x="109" y="980"/>
                  </a:lnTo>
                  <a:lnTo>
                    <a:pt x="150" y="1212"/>
                  </a:lnTo>
                  <a:lnTo>
                    <a:pt x="218" y="1443"/>
                  </a:lnTo>
                  <a:lnTo>
                    <a:pt x="299" y="1660"/>
                  </a:lnTo>
                  <a:lnTo>
                    <a:pt x="381" y="1878"/>
                  </a:lnTo>
                  <a:lnTo>
                    <a:pt x="476" y="2096"/>
                  </a:lnTo>
                  <a:lnTo>
                    <a:pt x="585" y="2300"/>
                  </a:lnTo>
                  <a:lnTo>
                    <a:pt x="694" y="2504"/>
                  </a:lnTo>
                  <a:lnTo>
                    <a:pt x="816" y="2708"/>
                  </a:lnTo>
                  <a:lnTo>
                    <a:pt x="952" y="2898"/>
                  </a:lnTo>
                  <a:lnTo>
                    <a:pt x="1102" y="3075"/>
                  </a:lnTo>
                  <a:lnTo>
                    <a:pt x="1251" y="3252"/>
                  </a:lnTo>
                  <a:lnTo>
                    <a:pt x="1401" y="3415"/>
                  </a:lnTo>
                  <a:lnTo>
                    <a:pt x="1564" y="3578"/>
                  </a:lnTo>
                  <a:lnTo>
                    <a:pt x="1741" y="3728"/>
                  </a:lnTo>
                  <a:lnTo>
                    <a:pt x="1918" y="3878"/>
                  </a:lnTo>
                  <a:lnTo>
                    <a:pt x="2108" y="4014"/>
                  </a:lnTo>
                  <a:lnTo>
                    <a:pt x="2312" y="4150"/>
                  </a:lnTo>
                  <a:lnTo>
                    <a:pt x="2503" y="4258"/>
                  </a:lnTo>
                  <a:lnTo>
                    <a:pt x="2707" y="4367"/>
                  </a:lnTo>
                  <a:lnTo>
                    <a:pt x="2925" y="4476"/>
                  </a:lnTo>
                  <a:lnTo>
                    <a:pt x="3142" y="4558"/>
                  </a:lnTo>
                  <a:lnTo>
                    <a:pt x="3360" y="4639"/>
                  </a:lnTo>
                  <a:lnTo>
                    <a:pt x="3591" y="4707"/>
                  </a:lnTo>
                  <a:lnTo>
                    <a:pt x="3822" y="4762"/>
                  </a:lnTo>
                  <a:lnTo>
                    <a:pt x="4054" y="4816"/>
                  </a:lnTo>
                  <a:lnTo>
                    <a:pt x="4298" y="4843"/>
                  </a:lnTo>
                  <a:lnTo>
                    <a:pt x="4543" y="4871"/>
                  </a:lnTo>
                  <a:lnTo>
                    <a:pt x="4788" y="4884"/>
                  </a:lnTo>
                  <a:lnTo>
                    <a:pt x="12446" y="4884"/>
                  </a:lnTo>
                  <a:lnTo>
                    <a:pt x="12446" y="3742"/>
                  </a:lnTo>
                  <a:lnTo>
                    <a:pt x="4693" y="3742"/>
                  </a:lnTo>
                  <a:lnTo>
                    <a:pt x="4503" y="3728"/>
                  </a:lnTo>
                  <a:lnTo>
                    <a:pt x="4312" y="3701"/>
                  </a:lnTo>
                  <a:lnTo>
                    <a:pt x="4122" y="3674"/>
                  </a:lnTo>
                  <a:lnTo>
                    <a:pt x="3945" y="3619"/>
                  </a:lnTo>
                  <a:lnTo>
                    <a:pt x="3768" y="3578"/>
                  </a:lnTo>
                  <a:lnTo>
                    <a:pt x="3591" y="3510"/>
                  </a:lnTo>
                  <a:lnTo>
                    <a:pt x="3428" y="3442"/>
                  </a:lnTo>
                  <a:lnTo>
                    <a:pt x="3265" y="3374"/>
                  </a:lnTo>
                  <a:lnTo>
                    <a:pt x="3101" y="3293"/>
                  </a:lnTo>
                  <a:lnTo>
                    <a:pt x="2938" y="3197"/>
                  </a:lnTo>
                  <a:lnTo>
                    <a:pt x="2789" y="3102"/>
                  </a:lnTo>
                  <a:lnTo>
                    <a:pt x="2639" y="2993"/>
                  </a:lnTo>
                  <a:lnTo>
                    <a:pt x="2503" y="2885"/>
                  </a:lnTo>
                  <a:lnTo>
                    <a:pt x="2367" y="2776"/>
                  </a:lnTo>
                  <a:lnTo>
                    <a:pt x="2231" y="2653"/>
                  </a:lnTo>
                  <a:lnTo>
                    <a:pt x="2108" y="2517"/>
                  </a:lnTo>
                  <a:lnTo>
                    <a:pt x="2000" y="2381"/>
                  </a:lnTo>
                  <a:lnTo>
                    <a:pt x="1891" y="2245"/>
                  </a:lnTo>
                  <a:lnTo>
                    <a:pt x="1782" y="2096"/>
                  </a:lnTo>
                  <a:lnTo>
                    <a:pt x="1687" y="1946"/>
                  </a:lnTo>
                  <a:lnTo>
                    <a:pt x="1592" y="1783"/>
                  </a:lnTo>
                  <a:lnTo>
                    <a:pt x="1510" y="1620"/>
                  </a:lnTo>
                  <a:lnTo>
                    <a:pt x="1442" y="1456"/>
                  </a:lnTo>
                  <a:lnTo>
                    <a:pt x="1374" y="1293"/>
                  </a:lnTo>
                  <a:lnTo>
                    <a:pt x="1306" y="1116"/>
                  </a:lnTo>
                  <a:lnTo>
                    <a:pt x="1265" y="939"/>
                  </a:lnTo>
                  <a:lnTo>
                    <a:pt x="1224" y="763"/>
                  </a:lnTo>
                  <a:lnTo>
                    <a:pt x="1183" y="572"/>
                  </a:lnTo>
                  <a:lnTo>
                    <a:pt x="1156" y="382"/>
                  </a:lnTo>
                  <a:lnTo>
                    <a:pt x="1143" y="191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1276414" y="1869552"/>
              <a:ext cx="189931" cy="39937"/>
            </a:xfrm>
            <a:custGeom>
              <a:avLst/>
              <a:gdLst/>
              <a:ahLst/>
              <a:cxnLst/>
              <a:rect l="l" t="t" r="r" b="b"/>
              <a:pathLst>
                <a:path w="5374" h="1130" extrusionOk="0">
                  <a:moveTo>
                    <a:pt x="544" y="1"/>
                  </a:moveTo>
                  <a:lnTo>
                    <a:pt x="259" y="558"/>
                  </a:lnTo>
                  <a:lnTo>
                    <a:pt x="0" y="1130"/>
                  </a:lnTo>
                  <a:lnTo>
                    <a:pt x="5373" y="1130"/>
                  </a:lnTo>
                  <a:lnTo>
                    <a:pt x="53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2151858" y="1693120"/>
              <a:ext cx="479350" cy="223117"/>
            </a:xfrm>
            <a:custGeom>
              <a:avLst/>
              <a:gdLst/>
              <a:ahLst/>
              <a:cxnLst/>
              <a:rect l="l" t="t" r="r" b="b"/>
              <a:pathLst>
                <a:path w="13563" h="6313" extrusionOk="0">
                  <a:moveTo>
                    <a:pt x="5972" y="0"/>
                  </a:moveTo>
                  <a:lnTo>
                    <a:pt x="5618" y="41"/>
                  </a:lnTo>
                  <a:lnTo>
                    <a:pt x="5265" y="82"/>
                  </a:lnTo>
                  <a:lnTo>
                    <a:pt x="4925" y="150"/>
                  </a:lnTo>
                  <a:lnTo>
                    <a:pt x="4598" y="232"/>
                  </a:lnTo>
                  <a:lnTo>
                    <a:pt x="4272" y="341"/>
                  </a:lnTo>
                  <a:lnTo>
                    <a:pt x="3945" y="463"/>
                  </a:lnTo>
                  <a:lnTo>
                    <a:pt x="3632" y="599"/>
                  </a:lnTo>
                  <a:lnTo>
                    <a:pt x="3333" y="749"/>
                  </a:lnTo>
                  <a:lnTo>
                    <a:pt x="3047" y="925"/>
                  </a:lnTo>
                  <a:lnTo>
                    <a:pt x="2762" y="1102"/>
                  </a:lnTo>
                  <a:lnTo>
                    <a:pt x="2490" y="1293"/>
                  </a:lnTo>
                  <a:lnTo>
                    <a:pt x="2231" y="1510"/>
                  </a:lnTo>
                  <a:lnTo>
                    <a:pt x="1986" y="1742"/>
                  </a:lnTo>
                  <a:lnTo>
                    <a:pt x="1742" y="1973"/>
                  </a:lnTo>
                  <a:lnTo>
                    <a:pt x="1524" y="2218"/>
                  </a:lnTo>
                  <a:lnTo>
                    <a:pt x="1320" y="2463"/>
                  </a:lnTo>
                  <a:lnTo>
                    <a:pt x="1129" y="2721"/>
                  </a:lnTo>
                  <a:lnTo>
                    <a:pt x="966" y="2979"/>
                  </a:lnTo>
                  <a:lnTo>
                    <a:pt x="803" y="3251"/>
                  </a:lnTo>
                  <a:lnTo>
                    <a:pt x="626" y="3605"/>
                  </a:lnTo>
                  <a:lnTo>
                    <a:pt x="463" y="3959"/>
                  </a:lnTo>
                  <a:lnTo>
                    <a:pt x="327" y="4326"/>
                  </a:lnTo>
                  <a:lnTo>
                    <a:pt x="218" y="4707"/>
                  </a:lnTo>
                  <a:lnTo>
                    <a:pt x="123" y="5101"/>
                  </a:lnTo>
                  <a:lnTo>
                    <a:pt x="55" y="5496"/>
                  </a:lnTo>
                  <a:lnTo>
                    <a:pt x="14" y="5904"/>
                  </a:lnTo>
                  <a:lnTo>
                    <a:pt x="0" y="6312"/>
                  </a:lnTo>
                  <a:lnTo>
                    <a:pt x="1143" y="6312"/>
                  </a:lnTo>
                  <a:lnTo>
                    <a:pt x="1157" y="6054"/>
                  </a:lnTo>
                  <a:lnTo>
                    <a:pt x="1170" y="5782"/>
                  </a:lnTo>
                  <a:lnTo>
                    <a:pt x="1198" y="5523"/>
                  </a:lnTo>
                  <a:lnTo>
                    <a:pt x="1252" y="5265"/>
                  </a:lnTo>
                  <a:lnTo>
                    <a:pt x="1306" y="5020"/>
                  </a:lnTo>
                  <a:lnTo>
                    <a:pt x="1374" y="4775"/>
                  </a:lnTo>
                  <a:lnTo>
                    <a:pt x="1456" y="4530"/>
                  </a:lnTo>
                  <a:lnTo>
                    <a:pt x="1551" y="4299"/>
                  </a:lnTo>
                  <a:lnTo>
                    <a:pt x="1660" y="4068"/>
                  </a:lnTo>
                  <a:lnTo>
                    <a:pt x="1769" y="3850"/>
                  </a:lnTo>
                  <a:lnTo>
                    <a:pt x="1891" y="3632"/>
                  </a:lnTo>
                  <a:lnTo>
                    <a:pt x="2027" y="3415"/>
                  </a:lnTo>
                  <a:lnTo>
                    <a:pt x="2177" y="3211"/>
                  </a:lnTo>
                  <a:lnTo>
                    <a:pt x="2327" y="3020"/>
                  </a:lnTo>
                  <a:lnTo>
                    <a:pt x="2490" y="2830"/>
                  </a:lnTo>
                  <a:lnTo>
                    <a:pt x="2667" y="2653"/>
                  </a:lnTo>
                  <a:lnTo>
                    <a:pt x="2843" y="2476"/>
                  </a:lnTo>
                  <a:lnTo>
                    <a:pt x="3034" y="2313"/>
                  </a:lnTo>
                  <a:lnTo>
                    <a:pt x="3224" y="2163"/>
                  </a:lnTo>
                  <a:lnTo>
                    <a:pt x="3428" y="2014"/>
                  </a:lnTo>
                  <a:lnTo>
                    <a:pt x="3646" y="1878"/>
                  </a:lnTo>
                  <a:lnTo>
                    <a:pt x="3864" y="1755"/>
                  </a:lnTo>
                  <a:lnTo>
                    <a:pt x="4081" y="1646"/>
                  </a:lnTo>
                  <a:lnTo>
                    <a:pt x="4313" y="1538"/>
                  </a:lnTo>
                  <a:lnTo>
                    <a:pt x="4544" y="1442"/>
                  </a:lnTo>
                  <a:lnTo>
                    <a:pt x="4789" y="1361"/>
                  </a:lnTo>
                  <a:lnTo>
                    <a:pt x="5033" y="1293"/>
                  </a:lnTo>
                  <a:lnTo>
                    <a:pt x="5292" y="1238"/>
                  </a:lnTo>
                  <a:lnTo>
                    <a:pt x="5537" y="1197"/>
                  </a:lnTo>
                  <a:lnTo>
                    <a:pt x="5795" y="1157"/>
                  </a:lnTo>
                  <a:lnTo>
                    <a:pt x="6067" y="1143"/>
                  </a:lnTo>
                  <a:lnTo>
                    <a:pt x="6326" y="1129"/>
                  </a:lnTo>
                  <a:lnTo>
                    <a:pt x="13562" y="1129"/>
                  </a:lnTo>
                  <a:lnTo>
                    <a:pt x="13331" y="844"/>
                  </a:lnTo>
                  <a:lnTo>
                    <a:pt x="13086" y="558"/>
                  </a:lnTo>
                  <a:lnTo>
                    <a:pt x="12855" y="27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2424458" y="1835905"/>
              <a:ext cx="291364" cy="40432"/>
            </a:xfrm>
            <a:custGeom>
              <a:avLst/>
              <a:gdLst/>
              <a:ahLst/>
              <a:cxnLst/>
              <a:rect l="l" t="t" r="r" b="b"/>
              <a:pathLst>
                <a:path w="8244" h="1144" extrusionOk="0">
                  <a:moveTo>
                    <a:pt x="0" y="0"/>
                  </a:moveTo>
                  <a:lnTo>
                    <a:pt x="0" y="1143"/>
                  </a:lnTo>
                  <a:lnTo>
                    <a:pt x="8243" y="1143"/>
                  </a:lnTo>
                  <a:lnTo>
                    <a:pt x="7985" y="558"/>
                  </a:lnTo>
                  <a:lnTo>
                    <a:pt x="769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1711485" y="2101755"/>
              <a:ext cx="144728" cy="297124"/>
            </a:xfrm>
            <a:custGeom>
              <a:avLst/>
              <a:gdLst/>
              <a:ahLst/>
              <a:cxnLst/>
              <a:rect l="l" t="t" r="r" b="b"/>
              <a:pathLst>
                <a:path w="4095" h="8407" extrusionOk="0">
                  <a:moveTo>
                    <a:pt x="4095" y="1"/>
                  </a:moveTo>
                  <a:lnTo>
                    <a:pt x="3755" y="28"/>
                  </a:lnTo>
                  <a:lnTo>
                    <a:pt x="3428" y="69"/>
                  </a:lnTo>
                  <a:lnTo>
                    <a:pt x="3102" y="123"/>
                  </a:lnTo>
                  <a:lnTo>
                    <a:pt x="2789" y="218"/>
                  </a:lnTo>
                  <a:lnTo>
                    <a:pt x="2490" y="341"/>
                  </a:lnTo>
                  <a:lnTo>
                    <a:pt x="2204" y="477"/>
                  </a:lnTo>
                  <a:lnTo>
                    <a:pt x="1932" y="626"/>
                  </a:lnTo>
                  <a:lnTo>
                    <a:pt x="1660" y="817"/>
                  </a:lnTo>
                  <a:lnTo>
                    <a:pt x="1415" y="1007"/>
                  </a:lnTo>
                  <a:lnTo>
                    <a:pt x="1184" y="1225"/>
                  </a:lnTo>
                  <a:lnTo>
                    <a:pt x="966" y="1470"/>
                  </a:lnTo>
                  <a:lnTo>
                    <a:pt x="776" y="1715"/>
                  </a:lnTo>
                  <a:lnTo>
                    <a:pt x="599" y="1973"/>
                  </a:lnTo>
                  <a:lnTo>
                    <a:pt x="449" y="2259"/>
                  </a:lnTo>
                  <a:lnTo>
                    <a:pt x="313" y="2544"/>
                  </a:lnTo>
                  <a:lnTo>
                    <a:pt x="205" y="2857"/>
                  </a:lnTo>
                  <a:lnTo>
                    <a:pt x="123" y="3116"/>
                  </a:lnTo>
                  <a:lnTo>
                    <a:pt x="68" y="3401"/>
                  </a:lnTo>
                  <a:lnTo>
                    <a:pt x="28" y="3687"/>
                  </a:lnTo>
                  <a:lnTo>
                    <a:pt x="14" y="3973"/>
                  </a:lnTo>
                  <a:lnTo>
                    <a:pt x="0" y="4095"/>
                  </a:lnTo>
                  <a:lnTo>
                    <a:pt x="0" y="8407"/>
                  </a:lnTo>
                  <a:lnTo>
                    <a:pt x="1143" y="8407"/>
                  </a:lnTo>
                  <a:lnTo>
                    <a:pt x="1143" y="4095"/>
                  </a:lnTo>
                  <a:lnTo>
                    <a:pt x="1157" y="3796"/>
                  </a:lnTo>
                  <a:lnTo>
                    <a:pt x="1198" y="3496"/>
                  </a:lnTo>
                  <a:lnTo>
                    <a:pt x="1279" y="3224"/>
                  </a:lnTo>
                  <a:lnTo>
                    <a:pt x="1374" y="2952"/>
                  </a:lnTo>
                  <a:lnTo>
                    <a:pt x="1497" y="2694"/>
                  </a:lnTo>
                  <a:lnTo>
                    <a:pt x="1646" y="2449"/>
                  </a:lnTo>
                  <a:lnTo>
                    <a:pt x="1823" y="2218"/>
                  </a:lnTo>
                  <a:lnTo>
                    <a:pt x="2014" y="2014"/>
                  </a:lnTo>
                  <a:lnTo>
                    <a:pt x="2218" y="1823"/>
                  </a:lnTo>
                  <a:lnTo>
                    <a:pt x="2449" y="1647"/>
                  </a:lnTo>
                  <a:lnTo>
                    <a:pt x="2694" y="1497"/>
                  </a:lnTo>
                  <a:lnTo>
                    <a:pt x="2952" y="1374"/>
                  </a:lnTo>
                  <a:lnTo>
                    <a:pt x="3224" y="1279"/>
                  </a:lnTo>
                  <a:lnTo>
                    <a:pt x="3496" y="1198"/>
                  </a:lnTo>
                  <a:lnTo>
                    <a:pt x="3796" y="1157"/>
                  </a:lnTo>
                  <a:lnTo>
                    <a:pt x="4095" y="1143"/>
                  </a:lnTo>
                  <a:lnTo>
                    <a:pt x="409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1815817" y="1480638"/>
              <a:ext cx="163000" cy="267331"/>
            </a:xfrm>
            <a:custGeom>
              <a:avLst/>
              <a:gdLst/>
              <a:ahLst/>
              <a:cxnLst/>
              <a:rect l="l" t="t" r="r" b="b"/>
              <a:pathLst>
                <a:path w="4612" h="7564" extrusionOk="0">
                  <a:moveTo>
                    <a:pt x="1143" y="0"/>
                  </a:moveTo>
                  <a:lnTo>
                    <a:pt x="572" y="68"/>
                  </a:lnTo>
                  <a:lnTo>
                    <a:pt x="0" y="150"/>
                  </a:lnTo>
                  <a:lnTo>
                    <a:pt x="0" y="2952"/>
                  </a:lnTo>
                  <a:lnTo>
                    <a:pt x="14" y="3183"/>
                  </a:lnTo>
                  <a:lnTo>
                    <a:pt x="27" y="3428"/>
                  </a:lnTo>
                  <a:lnTo>
                    <a:pt x="55" y="3659"/>
                  </a:lnTo>
                  <a:lnTo>
                    <a:pt x="95" y="3877"/>
                  </a:lnTo>
                  <a:lnTo>
                    <a:pt x="150" y="4108"/>
                  </a:lnTo>
                  <a:lnTo>
                    <a:pt x="204" y="4326"/>
                  </a:lnTo>
                  <a:lnTo>
                    <a:pt x="286" y="4530"/>
                  </a:lnTo>
                  <a:lnTo>
                    <a:pt x="368" y="4747"/>
                  </a:lnTo>
                  <a:lnTo>
                    <a:pt x="463" y="4951"/>
                  </a:lnTo>
                  <a:lnTo>
                    <a:pt x="558" y="5142"/>
                  </a:lnTo>
                  <a:lnTo>
                    <a:pt x="667" y="5346"/>
                  </a:lnTo>
                  <a:lnTo>
                    <a:pt x="789" y="5523"/>
                  </a:lnTo>
                  <a:lnTo>
                    <a:pt x="925" y="5713"/>
                  </a:lnTo>
                  <a:lnTo>
                    <a:pt x="1061" y="5890"/>
                  </a:lnTo>
                  <a:lnTo>
                    <a:pt x="1197" y="6053"/>
                  </a:lnTo>
                  <a:lnTo>
                    <a:pt x="1361" y="6216"/>
                  </a:lnTo>
                  <a:lnTo>
                    <a:pt x="1510" y="6366"/>
                  </a:lnTo>
                  <a:lnTo>
                    <a:pt x="1687" y="6516"/>
                  </a:lnTo>
                  <a:lnTo>
                    <a:pt x="1864" y="6652"/>
                  </a:lnTo>
                  <a:lnTo>
                    <a:pt x="2041" y="6774"/>
                  </a:lnTo>
                  <a:lnTo>
                    <a:pt x="2231" y="6897"/>
                  </a:lnTo>
                  <a:lnTo>
                    <a:pt x="2422" y="7005"/>
                  </a:lnTo>
                  <a:lnTo>
                    <a:pt x="2612" y="7114"/>
                  </a:lnTo>
                  <a:lnTo>
                    <a:pt x="2816" y="7196"/>
                  </a:lnTo>
                  <a:lnTo>
                    <a:pt x="3034" y="7277"/>
                  </a:lnTo>
                  <a:lnTo>
                    <a:pt x="3251" y="7359"/>
                  </a:lnTo>
                  <a:lnTo>
                    <a:pt x="3469" y="7414"/>
                  </a:lnTo>
                  <a:lnTo>
                    <a:pt x="3687" y="7468"/>
                  </a:lnTo>
                  <a:lnTo>
                    <a:pt x="3918" y="7509"/>
                  </a:lnTo>
                  <a:lnTo>
                    <a:pt x="4149" y="7536"/>
                  </a:lnTo>
                  <a:lnTo>
                    <a:pt x="4380" y="7563"/>
                  </a:lnTo>
                  <a:lnTo>
                    <a:pt x="4612" y="7563"/>
                  </a:lnTo>
                  <a:lnTo>
                    <a:pt x="4612" y="6434"/>
                  </a:lnTo>
                  <a:lnTo>
                    <a:pt x="4435" y="6421"/>
                  </a:lnTo>
                  <a:lnTo>
                    <a:pt x="4258" y="6407"/>
                  </a:lnTo>
                  <a:lnTo>
                    <a:pt x="4081" y="6393"/>
                  </a:lnTo>
                  <a:lnTo>
                    <a:pt x="3918" y="6353"/>
                  </a:lnTo>
                  <a:lnTo>
                    <a:pt x="3755" y="6312"/>
                  </a:lnTo>
                  <a:lnTo>
                    <a:pt x="3578" y="6271"/>
                  </a:lnTo>
                  <a:lnTo>
                    <a:pt x="3428" y="6216"/>
                  </a:lnTo>
                  <a:lnTo>
                    <a:pt x="3265" y="6148"/>
                  </a:lnTo>
                  <a:lnTo>
                    <a:pt x="3115" y="6080"/>
                  </a:lnTo>
                  <a:lnTo>
                    <a:pt x="2966" y="6012"/>
                  </a:lnTo>
                  <a:lnTo>
                    <a:pt x="2666" y="5836"/>
                  </a:lnTo>
                  <a:lnTo>
                    <a:pt x="2408" y="5632"/>
                  </a:lnTo>
                  <a:lnTo>
                    <a:pt x="2163" y="5414"/>
                  </a:lnTo>
                  <a:lnTo>
                    <a:pt x="1932" y="5169"/>
                  </a:lnTo>
                  <a:lnTo>
                    <a:pt x="1728" y="4897"/>
                  </a:lnTo>
                  <a:lnTo>
                    <a:pt x="1565" y="4611"/>
                  </a:lnTo>
                  <a:lnTo>
                    <a:pt x="1483" y="4462"/>
                  </a:lnTo>
                  <a:lnTo>
                    <a:pt x="1415" y="4299"/>
                  </a:lnTo>
                  <a:lnTo>
                    <a:pt x="1347" y="4149"/>
                  </a:lnTo>
                  <a:lnTo>
                    <a:pt x="1293" y="3986"/>
                  </a:lnTo>
                  <a:lnTo>
                    <a:pt x="1252" y="3822"/>
                  </a:lnTo>
                  <a:lnTo>
                    <a:pt x="1211" y="3646"/>
                  </a:lnTo>
                  <a:lnTo>
                    <a:pt x="1184" y="3482"/>
                  </a:lnTo>
                  <a:lnTo>
                    <a:pt x="1156" y="3306"/>
                  </a:lnTo>
                  <a:lnTo>
                    <a:pt x="1143" y="3129"/>
                  </a:lnTo>
                  <a:lnTo>
                    <a:pt x="1143" y="295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2041765" y="1478694"/>
              <a:ext cx="162045" cy="151973"/>
            </a:xfrm>
            <a:custGeom>
              <a:avLst/>
              <a:gdLst/>
              <a:ahLst/>
              <a:cxnLst/>
              <a:rect l="l" t="t" r="r" b="b"/>
              <a:pathLst>
                <a:path w="4585" h="4300" extrusionOk="0">
                  <a:moveTo>
                    <a:pt x="3456" y="1"/>
                  </a:moveTo>
                  <a:lnTo>
                    <a:pt x="3415" y="327"/>
                  </a:lnTo>
                  <a:lnTo>
                    <a:pt x="3333" y="640"/>
                  </a:lnTo>
                  <a:lnTo>
                    <a:pt x="3238" y="953"/>
                  </a:lnTo>
                  <a:lnTo>
                    <a:pt x="3102" y="1239"/>
                  </a:lnTo>
                  <a:lnTo>
                    <a:pt x="2952" y="1511"/>
                  </a:lnTo>
                  <a:lnTo>
                    <a:pt x="2775" y="1783"/>
                  </a:lnTo>
                  <a:lnTo>
                    <a:pt x="2571" y="2014"/>
                  </a:lnTo>
                  <a:lnTo>
                    <a:pt x="2340" y="2245"/>
                  </a:lnTo>
                  <a:lnTo>
                    <a:pt x="2109" y="2449"/>
                  </a:lnTo>
                  <a:lnTo>
                    <a:pt x="1850" y="2626"/>
                  </a:lnTo>
                  <a:lnTo>
                    <a:pt x="1565" y="2776"/>
                  </a:lnTo>
                  <a:lnTo>
                    <a:pt x="1279" y="2912"/>
                  </a:lnTo>
                  <a:lnTo>
                    <a:pt x="980" y="3020"/>
                  </a:lnTo>
                  <a:lnTo>
                    <a:pt x="653" y="3102"/>
                  </a:lnTo>
                  <a:lnTo>
                    <a:pt x="327" y="3143"/>
                  </a:lnTo>
                  <a:lnTo>
                    <a:pt x="0" y="3157"/>
                  </a:lnTo>
                  <a:lnTo>
                    <a:pt x="0" y="4299"/>
                  </a:lnTo>
                  <a:lnTo>
                    <a:pt x="218" y="4286"/>
                  </a:lnTo>
                  <a:lnTo>
                    <a:pt x="436" y="4272"/>
                  </a:lnTo>
                  <a:lnTo>
                    <a:pt x="653" y="4245"/>
                  </a:lnTo>
                  <a:lnTo>
                    <a:pt x="871" y="4218"/>
                  </a:lnTo>
                  <a:lnTo>
                    <a:pt x="1089" y="4163"/>
                  </a:lnTo>
                  <a:lnTo>
                    <a:pt x="1293" y="4109"/>
                  </a:lnTo>
                  <a:lnTo>
                    <a:pt x="1497" y="4041"/>
                  </a:lnTo>
                  <a:lnTo>
                    <a:pt x="1701" y="3973"/>
                  </a:lnTo>
                  <a:lnTo>
                    <a:pt x="1891" y="3891"/>
                  </a:lnTo>
                  <a:lnTo>
                    <a:pt x="2082" y="3796"/>
                  </a:lnTo>
                  <a:lnTo>
                    <a:pt x="2259" y="3701"/>
                  </a:lnTo>
                  <a:lnTo>
                    <a:pt x="2449" y="3592"/>
                  </a:lnTo>
                  <a:lnTo>
                    <a:pt x="2626" y="3483"/>
                  </a:lnTo>
                  <a:lnTo>
                    <a:pt x="2789" y="3347"/>
                  </a:lnTo>
                  <a:lnTo>
                    <a:pt x="2952" y="3225"/>
                  </a:lnTo>
                  <a:lnTo>
                    <a:pt x="3102" y="3089"/>
                  </a:lnTo>
                  <a:lnTo>
                    <a:pt x="3265" y="2939"/>
                  </a:lnTo>
                  <a:lnTo>
                    <a:pt x="3401" y="2789"/>
                  </a:lnTo>
                  <a:lnTo>
                    <a:pt x="3537" y="2640"/>
                  </a:lnTo>
                  <a:lnTo>
                    <a:pt x="3673" y="2476"/>
                  </a:lnTo>
                  <a:lnTo>
                    <a:pt x="3796" y="2300"/>
                  </a:lnTo>
                  <a:lnTo>
                    <a:pt x="3904" y="2123"/>
                  </a:lnTo>
                  <a:lnTo>
                    <a:pt x="4013" y="1946"/>
                  </a:lnTo>
                  <a:lnTo>
                    <a:pt x="4108" y="1755"/>
                  </a:lnTo>
                  <a:lnTo>
                    <a:pt x="4204" y="1565"/>
                  </a:lnTo>
                  <a:lnTo>
                    <a:pt x="4285" y="1375"/>
                  </a:lnTo>
                  <a:lnTo>
                    <a:pt x="4367" y="1184"/>
                  </a:lnTo>
                  <a:lnTo>
                    <a:pt x="4421" y="980"/>
                  </a:lnTo>
                  <a:lnTo>
                    <a:pt x="4476" y="762"/>
                  </a:lnTo>
                  <a:lnTo>
                    <a:pt x="4530" y="558"/>
                  </a:lnTo>
                  <a:lnTo>
                    <a:pt x="4557" y="341"/>
                  </a:lnTo>
                  <a:lnTo>
                    <a:pt x="4585" y="123"/>
                  </a:lnTo>
                  <a:lnTo>
                    <a:pt x="4027" y="55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1385517" y="1693120"/>
              <a:ext cx="410114" cy="177914"/>
            </a:xfrm>
            <a:custGeom>
              <a:avLst/>
              <a:gdLst/>
              <a:ahLst/>
              <a:cxnLst/>
              <a:rect l="l" t="t" r="r" b="b"/>
              <a:pathLst>
                <a:path w="11604" h="5034" extrusionOk="0">
                  <a:moveTo>
                    <a:pt x="1035" y="0"/>
                  </a:moveTo>
                  <a:lnTo>
                    <a:pt x="763" y="273"/>
                  </a:lnTo>
                  <a:lnTo>
                    <a:pt x="504" y="558"/>
                  </a:lnTo>
                  <a:lnTo>
                    <a:pt x="1" y="1129"/>
                  </a:lnTo>
                  <a:lnTo>
                    <a:pt x="6571" y="1129"/>
                  </a:lnTo>
                  <a:lnTo>
                    <a:pt x="6761" y="1143"/>
                  </a:lnTo>
                  <a:lnTo>
                    <a:pt x="6965" y="1157"/>
                  </a:lnTo>
                  <a:lnTo>
                    <a:pt x="7156" y="1170"/>
                  </a:lnTo>
                  <a:lnTo>
                    <a:pt x="7346" y="1211"/>
                  </a:lnTo>
                  <a:lnTo>
                    <a:pt x="7537" y="1252"/>
                  </a:lnTo>
                  <a:lnTo>
                    <a:pt x="7727" y="1306"/>
                  </a:lnTo>
                  <a:lnTo>
                    <a:pt x="7904" y="1374"/>
                  </a:lnTo>
                  <a:lnTo>
                    <a:pt x="8081" y="1442"/>
                  </a:lnTo>
                  <a:lnTo>
                    <a:pt x="8258" y="1510"/>
                  </a:lnTo>
                  <a:lnTo>
                    <a:pt x="8421" y="1606"/>
                  </a:lnTo>
                  <a:lnTo>
                    <a:pt x="8584" y="1701"/>
                  </a:lnTo>
                  <a:lnTo>
                    <a:pt x="8747" y="1796"/>
                  </a:lnTo>
                  <a:lnTo>
                    <a:pt x="8897" y="1905"/>
                  </a:lnTo>
                  <a:lnTo>
                    <a:pt x="9047" y="2027"/>
                  </a:lnTo>
                  <a:lnTo>
                    <a:pt x="9196" y="2150"/>
                  </a:lnTo>
                  <a:lnTo>
                    <a:pt x="9332" y="2272"/>
                  </a:lnTo>
                  <a:lnTo>
                    <a:pt x="9455" y="2408"/>
                  </a:lnTo>
                  <a:lnTo>
                    <a:pt x="9577" y="2558"/>
                  </a:lnTo>
                  <a:lnTo>
                    <a:pt x="9700" y="2707"/>
                  </a:lnTo>
                  <a:lnTo>
                    <a:pt x="9808" y="2857"/>
                  </a:lnTo>
                  <a:lnTo>
                    <a:pt x="9904" y="3007"/>
                  </a:lnTo>
                  <a:lnTo>
                    <a:pt x="9999" y="3170"/>
                  </a:lnTo>
                  <a:lnTo>
                    <a:pt x="10094" y="3347"/>
                  </a:lnTo>
                  <a:lnTo>
                    <a:pt x="10162" y="3524"/>
                  </a:lnTo>
                  <a:lnTo>
                    <a:pt x="10230" y="3700"/>
                  </a:lnTo>
                  <a:lnTo>
                    <a:pt x="10298" y="3877"/>
                  </a:lnTo>
                  <a:lnTo>
                    <a:pt x="10353" y="4054"/>
                  </a:lnTo>
                  <a:lnTo>
                    <a:pt x="10393" y="4244"/>
                  </a:lnTo>
                  <a:lnTo>
                    <a:pt x="10434" y="4435"/>
                  </a:lnTo>
                  <a:lnTo>
                    <a:pt x="10448" y="4639"/>
                  </a:lnTo>
                  <a:lnTo>
                    <a:pt x="10475" y="4829"/>
                  </a:lnTo>
                  <a:lnTo>
                    <a:pt x="10475" y="5033"/>
                  </a:lnTo>
                  <a:lnTo>
                    <a:pt x="11604" y="5033"/>
                  </a:lnTo>
                  <a:lnTo>
                    <a:pt x="11604" y="4775"/>
                  </a:lnTo>
                  <a:lnTo>
                    <a:pt x="11590" y="4516"/>
                  </a:lnTo>
                  <a:lnTo>
                    <a:pt x="11550" y="4272"/>
                  </a:lnTo>
                  <a:lnTo>
                    <a:pt x="11509" y="4027"/>
                  </a:lnTo>
                  <a:lnTo>
                    <a:pt x="11454" y="3782"/>
                  </a:lnTo>
                  <a:lnTo>
                    <a:pt x="11386" y="3537"/>
                  </a:lnTo>
                  <a:lnTo>
                    <a:pt x="11305" y="3306"/>
                  </a:lnTo>
                  <a:lnTo>
                    <a:pt x="11209" y="3075"/>
                  </a:lnTo>
                  <a:lnTo>
                    <a:pt x="11114" y="2857"/>
                  </a:lnTo>
                  <a:lnTo>
                    <a:pt x="11005" y="2639"/>
                  </a:lnTo>
                  <a:lnTo>
                    <a:pt x="10883" y="2422"/>
                  </a:lnTo>
                  <a:lnTo>
                    <a:pt x="10747" y="2218"/>
                  </a:lnTo>
                  <a:lnTo>
                    <a:pt x="10611" y="2027"/>
                  </a:lnTo>
                  <a:lnTo>
                    <a:pt x="10461" y="1837"/>
                  </a:lnTo>
                  <a:lnTo>
                    <a:pt x="10298" y="1646"/>
                  </a:lnTo>
                  <a:lnTo>
                    <a:pt x="10135" y="1470"/>
                  </a:lnTo>
                  <a:lnTo>
                    <a:pt x="9958" y="1306"/>
                  </a:lnTo>
                  <a:lnTo>
                    <a:pt x="9768" y="1143"/>
                  </a:lnTo>
                  <a:lnTo>
                    <a:pt x="9577" y="993"/>
                  </a:lnTo>
                  <a:lnTo>
                    <a:pt x="9387" y="857"/>
                  </a:lnTo>
                  <a:lnTo>
                    <a:pt x="9183" y="721"/>
                  </a:lnTo>
                  <a:lnTo>
                    <a:pt x="8965" y="599"/>
                  </a:lnTo>
                  <a:lnTo>
                    <a:pt x="8747" y="490"/>
                  </a:lnTo>
                  <a:lnTo>
                    <a:pt x="8530" y="395"/>
                  </a:lnTo>
                  <a:lnTo>
                    <a:pt x="8299" y="300"/>
                  </a:lnTo>
                  <a:lnTo>
                    <a:pt x="8067" y="218"/>
                  </a:lnTo>
                  <a:lnTo>
                    <a:pt x="7822" y="150"/>
                  </a:lnTo>
                  <a:lnTo>
                    <a:pt x="7578" y="96"/>
                  </a:lnTo>
                  <a:lnTo>
                    <a:pt x="7333" y="55"/>
                  </a:lnTo>
                  <a:lnTo>
                    <a:pt x="7074" y="28"/>
                  </a:lnTo>
                  <a:lnTo>
                    <a:pt x="682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2079264" y="1680149"/>
              <a:ext cx="135609" cy="131757"/>
            </a:xfrm>
            <a:custGeom>
              <a:avLst/>
              <a:gdLst/>
              <a:ahLst/>
              <a:cxnLst/>
              <a:rect l="l" t="t" r="r" b="b"/>
              <a:pathLst>
                <a:path w="3837" h="3728" extrusionOk="0">
                  <a:moveTo>
                    <a:pt x="0" y="0"/>
                  </a:moveTo>
                  <a:lnTo>
                    <a:pt x="14" y="191"/>
                  </a:lnTo>
                  <a:lnTo>
                    <a:pt x="28" y="381"/>
                  </a:lnTo>
                  <a:lnTo>
                    <a:pt x="41" y="571"/>
                  </a:lnTo>
                  <a:lnTo>
                    <a:pt x="82" y="748"/>
                  </a:lnTo>
                  <a:lnTo>
                    <a:pt x="123" y="939"/>
                  </a:lnTo>
                  <a:lnTo>
                    <a:pt x="177" y="1116"/>
                  </a:lnTo>
                  <a:lnTo>
                    <a:pt x="232" y="1279"/>
                  </a:lnTo>
                  <a:lnTo>
                    <a:pt x="300" y="1456"/>
                  </a:lnTo>
                  <a:lnTo>
                    <a:pt x="368" y="1619"/>
                  </a:lnTo>
                  <a:lnTo>
                    <a:pt x="449" y="1782"/>
                  </a:lnTo>
                  <a:lnTo>
                    <a:pt x="545" y="1932"/>
                  </a:lnTo>
                  <a:lnTo>
                    <a:pt x="640" y="2081"/>
                  </a:lnTo>
                  <a:lnTo>
                    <a:pt x="749" y="2231"/>
                  </a:lnTo>
                  <a:lnTo>
                    <a:pt x="857" y="2381"/>
                  </a:lnTo>
                  <a:lnTo>
                    <a:pt x="980" y="2517"/>
                  </a:lnTo>
                  <a:lnTo>
                    <a:pt x="1102" y="2639"/>
                  </a:lnTo>
                  <a:lnTo>
                    <a:pt x="1225" y="2761"/>
                  </a:lnTo>
                  <a:lnTo>
                    <a:pt x="1361" y="2884"/>
                  </a:lnTo>
                  <a:lnTo>
                    <a:pt x="1497" y="2993"/>
                  </a:lnTo>
                  <a:lnTo>
                    <a:pt x="1646" y="3102"/>
                  </a:lnTo>
                  <a:lnTo>
                    <a:pt x="1796" y="3197"/>
                  </a:lnTo>
                  <a:lnTo>
                    <a:pt x="1959" y="3278"/>
                  </a:lnTo>
                  <a:lnTo>
                    <a:pt x="2122" y="3360"/>
                  </a:lnTo>
                  <a:lnTo>
                    <a:pt x="2286" y="3442"/>
                  </a:lnTo>
                  <a:lnTo>
                    <a:pt x="2449" y="3510"/>
                  </a:lnTo>
                  <a:lnTo>
                    <a:pt x="2626" y="3564"/>
                  </a:lnTo>
                  <a:lnTo>
                    <a:pt x="2803" y="3618"/>
                  </a:lnTo>
                  <a:lnTo>
                    <a:pt x="2979" y="3659"/>
                  </a:lnTo>
                  <a:lnTo>
                    <a:pt x="3170" y="3686"/>
                  </a:lnTo>
                  <a:lnTo>
                    <a:pt x="3347" y="3714"/>
                  </a:lnTo>
                  <a:lnTo>
                    <a:pt x="3537" y="3727"/>
                  </a:lnTo>
                  <a:lnTo>
                    <a:pt x="3836" y="3727"/>
                  </a:lnTo>
                  <a:lnTo>
                    <a:pt x="3836" y="2598"/>
                  </a:lnTo>
                  <a:lnTo>
                    <a:pt x="3728" y="2598"/>
                  </a:lnTo>
                  <a:lnTo>
                    <a:pt x="3469" y="2585"/>
                  </a:lnTo>
                  <a:lnTo>
                    <a:pt x="3211" y="2544"/>
                  </a:lnTo>
                  <a:lnTo>
                    <a:pt x="2966" y="2476"/>
                  </a:lnTo>
                  <a:lnTo>
                    <a:pt x="2721" y="2394"/>
                  </a:lnTo>
                  <a:lnTo>
                    <a:pt x="2503" y="2285"/>
                  </a:lnTo>
                  <a:lnTo>
                    <a:pt x="2286" y="2149"/>
                  </a:lnTo>
                  <a:lnTo>
                    <a:pt x="2082" y="2000"/>
                  </a:lnTo>
                  <a:lnTo>
                    <a:pt x="1905" y="1837"/>
                  </a:lnTo>
                  <a:lnTo>
                    <a:pt x="1728" y="1646"/>
                  </a:lnTo>
                  <a:lnTo>
                    <a:pt x="1578" y="1456"/>
                  </a:lnTo>
                  <a:lnTo>
                    <a:pt x="1456" y="1238"/>
                  </a:lnTo>
                  <a:lnTo>
                    <a:pt x="1347" y="1007"/>
                  </a:lnTo>
                  <a:lnTo>
                    <a:pt x="1252" y="776"/>
                  </a:lnTo>
                  <a:lnTo>
                    <a:pt x="1198" y="531"/>
                  </a:lnTo>
                  <a:lnTo>
                    <a:pt x="1157" y="27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1620124" y="2059944"/>
              <a:ext cx="113980" cy="184134"/>
            </a:xfrm>
            <a:custGeom>
              <a:avLst/>
              <a:gdLst/>
              <a:ahLst/>
              <a:cxnLst/>
              <a:rect l="l" t="t" r="r" b="b"/>
              <a:pathLst>
                <a:path w="3225" h="5210" extrusionOk="0">
                  <a:moveTo>
                    <a:pt x="1" y="0"/>
                  </a:moveTo>
                  <a:lnTo>
                    <a:pt x="1" y="2000"/>
                  </a:lnTo>
                  <a:lnTo>
                    <a:pt x="15" y="2163"/>
                  </a:lnTo>
                  <a:lnTo>
                    <a:pt x="28" y="2326"/>
                  </a:lnTo>
                  <a:lnTo>
                    <a:pt x="42" y="2489"/>
                  </a:lnTo>
                  <a:lnTo>
                    <a:pt x="69" y="2653"/>
                  </a:lnTo>
                  <a:lnTo>
                    <a:pt x="151" y="2952"/>
                  </a:lnTo>
                  <a:lnTo>
                    <a:pt x="259" y="3251"/>
                  </a:lnTo>
                  <a:lnTo>
                    <a:pt x="395" y="3537"/>
                  </a:lnTo>
                  <a:lnTo>
                    <a:pt x="559" y="3795"/>
                  </a:lnTo>
                  <a:lnTo>
                    <a:pt x="736" y="4040"/>
                  </a:lnTo>
                  <a:lnTo>
                    <a:pt x="953" y="4271"/>
                  </a:lnTo>
                  <a:lnTo>
                    <a:pt x="1171" y="4475"/>
                  </a:lnTo>
                  <a:lnTo>
                    <a:pt x="1429" y="4666"/>
                  </a:lnTo>
                  <a:lnTo>
                    <a:pt x="1688" y="4829"/>
                  </a:lnTo>
                  <a:lnTo>
                    <a:pt x="1973" y="4965"/>
                  </a:lnTo>
                  <a:lnTo>
                    <a:pt x="2259" y="5074"/>
                  </a:lnTo>
                  <a:lnTo>
                    <a:pt x="2572" y="5142"/>
                  </a:lnTo>
                  <a:lnTo>
                    <a:pt x="2735" y="5183"/>
                  </a:lnTo>
                  <a:lnTo>
                    <a:pt x="2885" y="5196"/>
                  </a:lnTo>
                  <a:lnTo>
                    <a:pt x="3048" y="5210"/>
                  </a:lnTo>
                  <a:lnTo>
                    <a:pt x="3225" y="5210"/>
                  </a:lnTo>
                  <a:lnTo>
                    <a:pt x="3225" y="4081"/>
                  </a:lnTo>
                  <a:lnTo>
                    <a:pt x="3007" y="4067"/>
                  </a:lnTo>
                  <a:lnTo>
                    <a:pt x="2803" y="4040"/>
                  </a:lnTo>
                  <a:lnTo>
                    <a:pt x="2599" y="3986"/>
                  </a:lnTo>
                  <a:lnTo>
                    <a:pt x="2409" y="3918"/>
                  </a:lnTo>
                  <a:lnTo>
                    <a:pt x="2232" y="3822"/>
                  </a:lnTo>
                  <a:lnTo>
                    <a:pt x="2055" y="3727"/>
                  </a:lnTo>
                  <a:lnTo>
                    <a:pt x="1892" y="3605"/>
                  </a:lnTo>
                  <a:lnTo>
                    <a:pt x="1756" y="3469"/>
                  </a:lnTo>
                  <a:lnTo>
                    <a:pt x="1620" y="3319"/>
                  </a:lnTo>
                  <a:lnTo>
                    <a:pt x="1497" y="3156"/>
                  </a:lnTo>
                  <a:lnTo>
                    <a:pt x="1388" y="2993"/>
                  </a:lnTo>
                  <a:lnTo>
                    <a:pt x="1307" y="2802"/>
                  </a:lnTo>
                  <a:lnTo>
                    <a:pt x="1239" y="2612"/>
                  </a:lnTo>
                  <a:lnTo>
                    <a:pt x="1184" y="2421"/>
                  </a:lnTo>
                  <a:lnTo>
                    <a:pt x="1157" y="2217"/>
                  </a:lnTo>
                  <a:lnTo>
                    <a:pt x="1144" y="200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1973977" y="2142152"/>
              <a:ext cx="185619" cy="441817"/>
            </a:xfrm>
            <a:custGeom>
              <a:avLst/>
              <a:gdLst/>
              <a:ahLst/>
              <a:cxnLst/>
              <a:rect l="l" t="t" r="r" b="b"/>
              <a:pathLst>
                <a:path w="5252" h="12501" extrusionOk="0">
                  <a:moveTo>
                    <a:pt x="1" y="0"/>
                  </a:moveTo>
                  <a:lnTo>
                    <a:pt x="1" y="2245"/>
                  </a:lnTo>
                  <a:lnTo>
                    <a:pt x="14" y="2517"/>
                  </a:lnTo>
                  <a:lnTo>
                    <a:pt x="55" y="2775"/>
                  </a:lnTo>
                  <a:lnTo>
                    <a:pt x="109" y="3034"/>
                  </a:lnTo>
                  <a:lnTo>
                    <a:pt x="205" y="3265"/>
                  </a:lnTo>
                  <a:lnTo>
                    <a:pt x="313" y="3496"/>
                  </a:lnTo>
                  <a:lnTo>
                    <a:pt x="449" y="3714"/>
                  </a:lnTo>
                  <a:lnTo>
                    <a:pt x="599" y="3918"/>
                  </a:lnTo>
                  <a:lnTo>
                    <a:pt x="762" y="4108"/>
                  </a:lnTo>
                  <a:lnTo>
                    <a:pt x="953" y="4271"/>
                  </a:lnTo>
                  <a:lnTo>
                    <a:pt x="1157" y="4435"/>
                  </a:lnTo>
                  <a:lnTo>
                    <a:pt x="1374" y="4557"/>
                  </a:lnTo>
                  <a:lnTo>
                    <a:pt x="1606" y="4666"/>
                  </a:lnTo>
                  <a:lnTo>
                    <a:pt x="1850" y="4761"/>
                  </a:lnTo>
                  <a:lnTo>
                    <a:pt x="2095" y="4829"/>
                  </a:lnTo>
                  <a:lnTo>
                    <a:pt x="2354" y="4870"/>
                  </a:lnTo>
                  <a:lnTo>
                    <a:pt x="2626" y="4884"/>
                  </a:lnTo>
                  <a:lnTo>
                    <a:pt x="2775" y="4884"/>
                  </a:lnTo>
                  <a:lnTo>
                    <a:pt x="2925" y="4911"/>
                  </a:lnTo>
                  <a:lnTo>
                    <a:pt x="3075" y="4952"/>
                  </a:lnTo>
                  <a:lnTo>
                    <a:pt x="3211" y="4992"/>
                  </a:lnTo>
                  <a:lnTo>
                    <a:pt x="3333" y="5060"/>
                  </a:lnTo>
                  <a:lnTo>
                    <a:pt x="3456" y="5128"/>
                  </a:lnTo>
                  <a:lnTo>
                    <a:pt x="3578" y="5224"/>
                  </a:lnTo>
                  <a:lnTo>
                    <a:pt x="3687" y="5319"/>
                  </a:lnTo>
                  <a:lnTo>
                    <a:pt x="3782" y="5428"/>
                  </a:lnTo>
                  <a:lnTo>
                    <a:pt x="3864" y="5536"/>
                  </a:lnTo>
                  <a:lnTo>
                    <a:pt x="3945" y="5659"/>
                  </a:lnTo>
                  <a:lnTo>
                    <a:pt x="4000" y="5795"/>
                  </a:lnTo>
                  <a:lnTo>
                    <a:pt x="4054" y="5931"/>
                  </a:lnTo>
                  <a:lnTo>
                    <a:pt x="4095" y="6067"/>
                  </a:lnTo>
                  <a:lnTo>
                    <a:pt x="4109" y="6217"/>
                  </a:lnTo>
                  <a:lnTo>
                    <a:pt x="4122" y="6366"/>
                  </a:lnTo>
                  <a:lnTo>
                    <a:pt x="4122" y="12501"/>
                  </a:lnTo>
                  <a:lnTo>
                    <a:pt x="5251" y="12501"/>
                  </a:lnTo>
                  <a:lnTo>
                    <a:pt x="5251" y="6366"/>
                  </a:lnTo>
                  <a:lnTo>
                    <a:pt x="5238" y="6108"/>
                  </a:lnTo>
                  <a:lnTo>
                    <a:pt x="5197" y="5836"/>
                  </a:lnTo>
                  <a:lnTo>
                    <a:pt x="5142" y="5591"/>
                  </a:lnTo>
                  <a:lnTo>
                    <a:pt x="5047" y="5346"/>
                  </a:lnTo>
                  <a:lnTo>
                    <a:pt x="4938" y="5115"/>
                  </a:lnTo>
                  <a:lnTo>
                    <a:pt x="4802" y="4897"/>
                  </a:lnTo>
                  <a:lnTo>
                    <a:pt x="4653" y="4693"/>
                  </a:lnTo>
                  <a:lnTo>
                    <a:pt x="4489" y="4516"/>
                  </a:lnTo>
                  <a:lnTo>
                    <a:pt x="4299" y="4339"/>
                  </a:lnTo>
                  <a:lnTo>
                    <a:pt x="4095" y="4190"/>
                  </a:lnTo>
                  <a:lnTo>
                    <a:pt x="3877" y="4054"/>
                  </a:lnTo>
                  <a:lnTo>
                    <a:pt x="3646" y="3945"/>
                  </a:lnTo>
                  <a:lnTo>
                    <a:pt x="3401" y="3863"/>
                  </a:lnTo>
                  <a:lnTo>
                    <a:pt x="3156" y="3795"/>
                  </a:lnTo>
                  <a:lnTo>
                    <a:pt x="2898" y="3755"/>
                  </a:lnTo>
                  <a:lnTo>
                    <a:pt x="2626" y="3741"/>
                  </a:lnTo>
                  <a:lnTo>
                    <a:pt x="2476" y="3727"/>
                  </a:lnTo>
                  <a:lnTo>
                    <a:pt x="2327" y="3714"/>
                  </a:lnTo>
                  <a:lnTo>
                    <a:pt x="2177" y="3673"/>
                  </a:lnTo>
                  <a:lnTo>
                    <a:pt x="2041" y="3618"/>
                  </a:lnTo>
                  <a:lnTo>
                    <a:pt x="1918" y="3564"/>
                  </a:lnTo>
                  <a:lnTo>
                    <a:pt x="1796" y="3482"/>
                  </a:lnTo>
                  <a:lnTo>
                    <a:pt x="1674" y="3401"/>
                  </a:lnTo>
                  <a:lnTo>
                    <a:pt x="1565" y="3306"/>
                  </a:lnTo>
                  <a:lnTo>
                    <a:pt x="1470" y="3197"/>
                  </a:lnTo>
                  <a:lnTo>
                    <a:pt x="1388" y="3088"/>
                  </a:lnTo>
                  <a:lnTo>
                    <a:pt x="1306" y="2966"/>
                  </a:lnTo>
                  <a:lnTo>
                    <a:pt x="1252" y="2830"/>
                  </a:lnTo>
                  <a:lnTo>
                    <a:pt x="1198" y="2694"/>
                  </a:lnTo>
                  <a:lnTo>
                    <a:pt x="1157" y="2544"/>
                  </a:lnTo>
                  <a:lnTo>
                    <a:pt x="1143" y="2394"/>
                  </a:lnTo>
                  <a:lnTo>
                    <a:pt x="1130" y="2245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2139841" y="2327702"/>
              <a:ext cx="133665" cy="155790"/>
            </a:xfrm>
            <a:custGeom>
              <a:avLst/>
              <a:gdLst/>
              <a:ahLst/>
              <a:cxnLst/>
              <a:rect l="l" t="t" r="r" b="b"/>
              <a:pathLst>
                <a:path w="3782" h="4408" extrusionOk="0">
                  <a:moveTo>
                    <a:pt x="2639" y="1"/>
                  </a:moveTo>
                  <a:lnTo>
                    <a:pt x="2639" y="627"/>
                  </a:lnTo>
                  <a:lnTo>
                    <a:pt x="2626" y="899"/>
                  </a:lnTo>
                  <a:lnTo>
                    <a:pt x="2599" y="1157"/>
                  </a:lnTo>
                  <a:lnTo>
                    <a:pt x="2530" y="1415"/>
                  </a:lnTo>
                  <a:lnTo>
                    <a:pt x="2435" y="1647"/>
                  </a:lnTo>
                  <a:lnTo>
                    <a:pt x="2326" y="1892"/>
                  </a:lnTo>
                  <a:lnTo>
                    <a:pt x="2190" y="2109"/>
                  </a:lnTo>
                  <a:lnTo>
                    <a:pt x="2041" y="2313"/>
                  </a:lnTo>
                  <a:lnTo>
                    <a:pt x="1864" y="2490"/>
                  </a:lnTo>
                  <a:lnTo>
                    <a:pt x="1674" y="2667"/>
                  </a:lnTo>
                  <a:lnTo>
                    <a:pt x="1469" y="2817"/>
                  </a:lnTo>
                  <a:lnTo>
                    <a:pt x="1252" y="2953"/>
                  </a:lnTo>
                  <a:lnTo>
                    <a:pt x="1021" y="3061"/>
                  </a:lnTo>
                  <a:lnTo>
                    <a:pt x="776" y="3157"/>
                  </a:lnTo>
                  <a:lnTo>
                    <a:pt x="531" y="3225"/>
                  </a:lnTo>
                  <a:lnTo>
                    <a:pt x="259" y="3265"/>
                  </a:lnTo>
                  <a:lnTo>
                    <a:pt x="0" y="3279"/>
                  </a:lnTo>
                  <a:lnTo>
                    <a:pt x="0" y="4408"/>
                  </a:lnTo>
                  <a:lnTo>
                    <a:pt x="191" y="4408"/>
                  </a:lnTo>
                  <a:lnTo>
                    <a:pt x="381" y="4394"/>
                  </a:lnTo>
                  <a:lnTo>
                    <a:pt x="572" y="4367"/>
                  </a:lnTo>
                  <a:lnTo>
                    <a:pt x="762" y="4326"/>
                  </a:lnTo>
                  <a:lnTo>
                    <a:pt x="939" y="4286"/>
                  </a:lnTo>
                  <a:lnTo>
                    <a:pt x="1116" y="4245"/>
                  </a:lnTo>
                  <a:lnTo>
                    <a:pt x="1293" y="4177"/>
                  </a:lnTo>
                  <a:lnTo>
                    <a:pt x="1469" y="4109"/>
                  </a:lnTo>
                  <a:lnTo>
                    <a:pt x="1633" y="4041"/>
                  </a:lnTo>
                  <a:lnTo>
                    <a:pt x="1796" y="3946"/>
                  </a:lnTo>
                  <a:lnTo>
                    <a:pt x="1959" y="3864"/>
                  </a:lnTo>
                  <a:lnTo>
                    <a:pt x="2109" y="3769"/>
                  </a:lnTo>
                  <a:lnTo>
                    <a:pt x="2258" y="3660"/>
                  </a:lnTo>
                  <a:lnTo>
                    <a:pt x="2408" y="3537"/>
                  </a:lnTo>
                  <a:lnTo>
                    <a:pt x="2544" y="3429"/>
                  </a:lnTo>
                  <a:lnTo>
                    <a:pt x="2667" y="3293"/>
                  </a:lnTo>
                  <a:lnTo>
                    <a:pt x="2803" y="3170"/>
                  </a:lnTo>
                  <a:lnTo>
                    <a:pt x="2911" y="3034"/>
                  </a:lnTo>
                  <a:lnTo>
                    <a:pt x="3034" y="2885"/>
                  </a:lnTo>
                  <a:lnTo>
                    <a:pt x="3129" y="2735"/>
                  </a:lnTo>
                  <a:lnTo>
                    <a:pt x="3238" y="2585"/>
                  </a:lnTo>
                  <a:lnTo>
                    <a:pt x="3319" y="2422"/>
                  </a:lnTo>
                  <a:lnTo>
                    <a:pt x="3415" y="2259"/>
                  </a:lnTo>
                  <a:lnTo>
                    <a:pt x="3483" y="2096"/>
                  </a:lnTo>
                  <a:lnTo>
                    <a:pt x="3551" y="1919"/>
                  </a:lnTo>
                  <a:lnTo>
                    <a:pt x="3605" y="1742"/>
                  </a:lnTo>
                  <a:lnTo>
                    <a:pt x="3660" y="1565"/>
                  </a:lnTo>
                  <a:lnTo>
                    <a:pt x="3700" y="1388"/>
                  </a:lnTo>
                  <a:lnTo>
                    <a:pt x="3741" y="1198"/>
                  </a:lnTo>
                  <a:lnTo>
                    <a:pt x="3768" y="1007"/>
                  </a:lnTo>
                  <a:lnTo>
                    <a:pt x="3782" y="817"/>
                  </a:lnTo>
                  <a:lnTo>
                    <a:pt x="3782" y="627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1591779" y="1921470"/>
              <a:ext cx="503383" cy="187068"/>
            </a:xfrm>
            <a:custGeom>
              <a:avLst/>
              <a:gdLst/>
              <a:ahLst/>
              <a:cxnLst/>
              <a:rect l="l" t="t" r="r" b="b"/>
              <a:pathLst>
                <a:path w="14243" h="5293" extrusionOk="0">
                  <a:moveTo>
                    <a:pt x="0" y="1"/>
                  </a:moveTo>
                  <a:lnTo>
                    <a:pt x="0" y="1130"/>
                  </a:lnTo>
                  <a:lnTo>
                    <a:pt x="8937" y="1130"/>
                  </a:lnTo>
                  <a:lnTo>
                    <a:pt x="9155" y="1143"/>
                  </a:lnTo>
                  <a:lnTo>
                    <a:pt x="9373" y="1157"/>
                  </a:lnTo>
                  <a:lnTo>
                    <a:pt x="9577" y="1184"/>
                  </a:lnTo>
                  <a:lnTo>
                    <a:pt x="9781" y="1211"/>
                  </a:lnTo>
                  <a:lnTo>
                    <a:pt x="9985" y="1266"/>
                  </a:lnTo>
                  <a:lnTo>
                    <a:pt x="10175" y="1320"/>
                  </a:lnTo>
                  <a:lnTo>
                    <a:pt x="10379" y="1388"/>
                  </a:lnTo>
                  <a:lnTo>
                    <a:pt x="10570" y="1456"/>
                  </a:lnTo>
                  <a:lnTo>
                    <a:pt x="10746" y="1538"/>
                  </a:lnTo>
                  <a:lnTo>
                    <a:pt x="10923" y="1633"/>
                  </a:lnTo>
                  <a:lnTo>
                    <a:pt x="11100" y="1742"/>
                  </a:lnTo>
                  <a:lnTo>
                    <a:pt x="11277" y="1837"/>
                  </a:lnTo>
                  <a:lnTo>
                    <a:pt x="11440" y="1959"/>
                  </a:lnTo>
                  <a:lnTo>
                    <a:pt x="11590" y="2082"/>
                  </a:lnTo>
                  <a:lnTo>
                    <a:pt x="11739" y="2218"/>
                  </a:lnTo>
                  <a:lnTo>
                    <a:pt x="11889" y="2354"/>
                  </a:lnTo>
                  <a:lnTo>
                    <a:pt x="12025" y="2504"/>
                  </a:lnTo>
                  <a:lnTo>
                    <a:pt x="12161" y="2653"/>
                  </a:lnTo>
                  <a:lnTo>
                    <a:pt x="12284" y="2803"/>
                  </a:lnTo>
                  <a:lnTo>
                    <a:pt x="12392" y="2966"/>
                  </a:lnTo>
                  <a:lnTo>
                    <a:pt x="12501" y="3143"/>
                  </a:lnTo>
                  <a:lnTo>
                    <a:pt x="12610" y="3320"/>
                  </a:lnTo>
                  <a:lnTo>
                    <a:pt x="12705" y="3497"/>
                  </a:lnTo>
                  <a:lnTo>
                    <a:pt x="12787" y="3673"/>
                  </a:lnTo>
                  <a:lnTo>
                    <a:pt x="12855" y="3864"/>
                  </a:lnTo>
                  <a:lnTo>
                    <a:pt x="12923" y="4054"/>
                  </a:lnTo>
                  <a:lnTo>
                    <a:pt x="12977" y="4258"/>
                  </a:lnTo>
                  <a:lnTo>
                    <a:pt x="13032" y="4462"/>
                  </a:lnTo>
                  <a:lnTo>
                    <a:pt x="13059" y="4666"/>
                  </a:lnTo>
                  <a:lnTo>
                    <a:pt x="13086" y="4870"/>
                  </a:lnTo>
                  <a:lnTo>
                    <a:pt x="13100" y="5088"/>
                  </a:lnTo>
                  <a:lnTo>
                    <a:pt x="13113" y="5292"/>
                  </a:lnTo>
                  <a:lnTo>
                    <a:pt x="14242" y="5292"/>
                  </a:lnTo>
                  <a:lnTo>
                    <a:pt x="14242" y="5020"/>
                  </a:lnTo>
                  <a:lnTo>
                    <a:pt x="14215" y="4762"/>
                  </a:lnTo>
                  <a:lnTo>
                    <a:pt x="14188" y="4489"/>
                  </a:lnTo>
                  <a:lnTo>
                    <a:pt x="14134" y="4231"/>
                  </a:lnTo>
                  <a:lnTo>
                    <a:pt x="14079" y="3973"/>
                  </a:lnTo>
                  <a:lnTo>
                    <a:pt x="14011" y="3728"/>
                  </a:lnTo>
                  <a:lnTo>
                    <a:pt x="13930" y="3483"/>
                  </a:lnTo>
                  <a:lnTo>
                    <a:pt x="13834" y="3238"/>
                  </a:lnTo>
                  <a:lnTo>
                    <a:pt x="13725" y="3007"/>
                  </a:lnTo>
                  <a:lnTo>
                    <a:pt x="13603" y="2776"/>
                  </a:lnTo>
                  <a:lnTo>
                    <a:pt x="13481" y="2544"/>
                  </a:lnTo>
                  <a:lnTo>
                    <a:pt x="13345" y="2340"/>
                  </a:lnTo>
                  <a:lnTo>
                    <a:pt x="13195" y="2123"/>
                  </a:lnTo>
                  <a:lnTo>
                    <a:pt x="13032" y="1932"/>
                  </a:lnTo>
                  <a:lnTo>
                    <a:pt x="12869" y="1728"/>
                  </a:lnTo>
                  <a:lnTo>
                    <a:pt x="12692" y="1551"/>
                  </a:lnTo>
                  <a:lnTo>
                    <a:pt x="12501" y="1375"/>
                  </a:lnTo>
                  <a:lnTo>
                    <a:pt x="12311" y="1211"/>
                  </a:lnTo>
                  <a:lnTo>
                    <a:pt x="12120" y="1048"/>
                  </a:lnTo>
                  <a:lnTo>
                    <a:pt x="11903" y="898"/>
                  </a:lnTo>
                  <a:lnTo>
                    <a:pt x="11685" y="762"/>
                  </a:lnTo>
                  <a:lnTo>
                    <a:pt x="11467" y="640"/>
                  </a:lnTo>
                  <a:lnTo>
                    <a:pt x="11236" y="518"/>
                  </a:lnTo>
                  <a:lnTo>
                    <a:pt x="11005" y="409"/>
                  </a:lnTo>
                  <a:lnTo>
                    <a:pt x="10760" y="314"/>
                  </a:lnTo>
                  <a:lnTo>
                    <a:pt x="10515" y="232"/>
                  </a:lnTo>
                  <a:lnTo>
                    <a:pt x="10270" y="164"/>
                  </a:lnTo>
                  <a:lnTo>
                    <a:pt x="10012" y="96"/>
                  </a:lnTo>
                  <a:lnTo>
                    <a:pt x="9754" y="55"/>
                  </a:lnTo>
                  <a:lnTo>
                    <a:pt x="9481" y="28"/>
                  </a:lnTo>
                  <a:lnTo>
                    <a:pt x="9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2041765" y="1881109"/>
              <a:ext cx="298573" cy="147131"/>
            </a:xfrm>
            <a:custGeom>
              <a:avLst/>
              <a:gdLst/>
              <a:ahLst/>
              <a:cxnLst/>
              <a:rect l="l" t="t" r="r" b="b"/>
              <a:pathLst>
                <a:path w="8448" h="4163" extrusionOk="0">
                  <a:moveTo>
                    <a:pt x="7319" y="0"/>
                  </a:moveTo>
                  <a:lnTo>
                    <a:pt x="7305" y="313"/>
                  </a:lnTo>
                  <a:lnTo>
                    <a:pt x="7251" y="612"/>
                  </a:lnTo>
                  <a:lnTo>
                    <a:pt x="7183" y="898"/>
                  </a:lnTo>
                  <a:lnTo>
                    <a:pt x="7074" y="1183"/>
                  </a:lnTo>
                  <a:lnTo>
                    <a:pt x="6951" y="1442"/>
                  </a:lnTo>
                  <a:lnTo>
                    <a:pt x="6802" y="1687"/>
                  </a:lnTo>
                  <a:lnTo>
                    <a:pt x="6625" y="1932"/>
                  </a:lnTo>
                  <a:lnTo>
                    <a:pt x="6421" y="2136"/>
                  </a:lnTo>
                  <a:lnTo>
                    <a:pt x="6217" y="2340"/>
                  </a:lnTo>
                  <a:lnTo>
                    <a:pt x="5986" y="2517"/>
                  </a:lnTo>
                  <a:lnTo>
                    <a:pt x="5727" y="2666"/>
                  </a:lnTo>
                  <a:lnTo>
                    <a:pt x="5469" y="2789"/>
                  </a:lnTo>
                  <a:lnTo>
                    <a:pt x="5183" y="2897"/>
                  </a:lnTo>
                  <a:lnTo>
                    <a:pt x="4897" y="2965"/>
                  </a:lnTo>
                  <a:lnTo>
                    <a:pt x="4598" y="3006"/>
                  </a:lnTo>
                  <a:lnTo>
                    <a:pt x="4285" y="3033"/>
                  </a:lnTo>
                  <a:lnTo>
                    <a:pt x="0" y="3033"/>
                  </a:lnTo>
                  <a:lnTo>
                    <a:pt x="0" y="4162"/>
                  </a:lnTo>
                  <a:lnTo>
                    <a:pt x="4503" y="4162"/>
                  </a:lnTo>
                  <a:lnTo>
                    <a:pt x="4707" y="4149"/>
                  </a:lnTo>
                  <a:lnTo>
                    <a:pt x="4925" y="4122"/>
                  </a:lnTo>
                  <a:lnTo>
                    <a:pt x="5129" y="4081"/>
                  </a:lnTo>
                  <a:lnTo>
                    <a:pt x="5333" y="4026"/>
                  </a:lnTo>
                  <a:lnTo>
                    <a:pt x="5523" y="3972"/>
                  </a:lnTo>
                  <a:lnTo>
                    <a:pt x="5714" y="3918"/>
                  </a:lnTo>
                  <a:lnTo>
                    <a:pt x="5904" y="3836"/>
                  </a:lnTo>
                  <a:lnTo>
                    <a:pt x="6094" y="3754"/>
                  </a:lnTo>
                  <a:lnTo>
                    <a:pt x="6271" y="3659"/>
                  </a:lnTo>
                  <a:lnTo>
                    <a:pt x="6448" y="3564"/>
                  </a:lnTo>
                  <a:lnTo>
                    <a:pt x="6611" y="3455"/>
                  </a:lnTo>
                  <a:lnTo>
                    <a:pt x="6775" y="3333"/>
                  </a:lnTo>
                  <a:lnTo>
                    <a:pt x="6938" y="3210"/>
                  </a:lnTo>
                  <a:lnTo>
                    <a:pt x="7087" y="3088"/>
                  </a:lnTo>
                  <a:lnTo>
                    <a:pt x="7237" y="2938"/>
                  </a:lnTo>
                  <a:lnTo>
                    <a:pt x="7373" y="2802"/>
                  </a:lnTo>
                  <a:lnTo>
                    <a:pt x="7496" y="2653"/>
                  </a:lnTo>
                  <a:lnTo>
                    <a:pt x="7618" y="2489"/>
                  </a:lnTo>
                  <a:lnTo>
                    <a:pt x="7740" y="2326"/>
                  </a:lnTo>
                  <a:lnTo>
                    <a:pt x="7849" y="2163"/>
                  </a:lnTo>
                  <a:lnTo>
                    <a:pt x="7944" y="1986"/>
                  </a:lnTo>
                  <a:lnTo>
                    <a:pt x="8040" y="1809"/>
                  </a:lnTo>
                  <a:lnTo>
                    <a:pt x="8121" y="1619"/>
                  </a:lnTo>
                  <a:lnTo>
                    <a:pt x="8203" y="1428"/>
                  </a:lnTo>
                  <a:lnTo>
                    <a:pt x="8257" y="1238"/>
                  </a:lnTo>
                  <a:lnTo>
                    <a:pt x="8325" y="1034"/>
                  </a:lnTo>
                  <a:lnTo>
                    <a:pt x="8366" y="843"/>
                  </a:lnTo>
                  <a:lnTo>
                    <a:pt x="8407" y="639"/>
                  </a:lnTo>
                  <a:lnTo>
                    <a:pt x="8434" y="422"/>
                  </a:lnTo>
                  <a:lnTo>
                    <a:pt x="8448" y="218"/>
                  </a:lnTo>
                  <a:lnTo>
                    <a:pt x="844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2499456" y="2274334"/>
              <a:ext cx="140416" cy="163989"/>
            </a:xfrm>
            <a:custGeom>
              <a:avLst/>
              <a:gdLst/>
              <a:ahLst/>
              <a:cxnLst/>
              <a:rect l="l" t="t" r="r" b="b"/>
              <a:pathLst>
                <a:path w="3973" h="4640" extrusionOk="0">
                  <a:moveTo>
                    <a:pt x="0" y="1"/>
                  </a:moveTo>
                  <a:lnTo>
                    <a:pt x="0" y="667"/>
                  </a:lnTo>
                  <a:lnTo>
                    <a:pt x="0" y="871"/>
                  </a:lnTo>
                  <a:lnTo>
                    <a:pt x="14" y="1076"/>
                  </a:lnTo>
                  <a:lnTo>
                    <a:pt x="41" y="1266"/>
                  </a:lnTo>
                  <a:lnTo>
                    <a:pt x="82" y="1470"/>
                  </a:lnTo>
                  <a:lnTo>
                    <a:pt x="123" y="1660"/>
                  </a:lnTo>
                  <a:lnTo>
                    <a:pt x="177" y="1851"/>
                  </a:lnTo>
                  <a:lnTo>
                    <a:pt x="245" y="2028"/>
                  </a:lnTo>
                  <a:lnTo>
                    <a:pt x="313" y="2205"/>
                  </a:lnTo>
                  <a:lnTo>
                    <a:pt x="395" y="2381"/>
                  </a:lnTo>
                  <a:lnTo>
                    <a:pt x="476" y="2558"/>
                  </a:lnTo>
                  <a:lnTo>
                    <a:pt x="571" y="2721"/>
                  </a:lnTo>
                  <a:lnTo>
                    <a:pt x="680" y="2885"/>
                  </a:lnTo>
                  <a:lnTo>
                    <a:pt x="789" y="3048"/>
                  </a:lnTo>
                  <a:lnTo>
                    <a:pt x="912" y="3197"/>
                  </a:lnTo>
                  <a:lnTo>
                    <a:pt x="1034" y="3334"/>
                  </a:lnTo>
                  <a:lnTo>
                    <a:pt x="1170" y="3470"/>
                  </a:lnTo>
                  <a:lnTo>
                    <a:pt x="1306" y="3606"/>
                  </a:lnTo>
                  <a:lnTo>
                    <a:pt x="1442" y="3728"/>
                  </a:lnTo>
                  <a:lnTo>
                    <a:pt x="1605" y="3850"/>
                  </a:lnTo>
                  <a:lnTo>
                    <a:pt x="1755" y="3959"/>
                  </a:lnTo>
                  <a:lnTo>
                    <a:pt x="1918" y="4068"/>
                  </a:lnTo>
                  <a:lnTo>
                    <a:pt x="2081" y="4163"/>
                  </a:lnTo>
                  <a:lnTo>
                    <a:pt x="2258" y="4245"/>
                  </a:lnTo>
                  <a:lnTo>
                    <a:pt x="2435" y="4327"/>
                  </a:lnTo>
                  <a:lnTo>
                    <a:pt x="2612" y="4395"/>
                  </a:lnTo>
                  <a:lnTo>
                    <a:pt x="2789" y="4463"/>
                  </a:lnTo>
                  <a:lnTo>
                    <a:pt x="2979" y="4517"/>
                  </a:lnTo>
                  <a:lnTo>
                    <a:pt x="3170" y="4558"/>
                  </a:lnTo>
                  <a:lnTo>
                    <a:pt x="3374" y="4599"/>
                  </a:lnTo>
                  <a:lnTo>
                    <a:pt x="3564" y="4626"/>
                  </a:lnTo>
                  <a:lnTo>
                    <a:pt x="3768" y="4639"/>
                  </a:lnTo>
                  <a:lnTo>
                    <a:pt x="3972" y="4639"/>
                  </a:lnTo>
                  <a:lnTo>
                    <a:pt x="3972" y="3510"/>
                  </a:lnTo>
                  <a:lnTo>
                    <a:pt x="3686" y="3497"/>
                  </a:lnTo>
                  <a:lnTo>
                    <a:pt x="3401" y="3442"/>
                  </a:lnTo>
                  <a:lnTo>
                    <a:pt x="3129" y="3374"/>
                  </a:lnTo>
                  <a:lnTo>
                    <a:pt x="2870" y="3279"/>
                  </a:lnTo>
                  <a:lnTo>
                    <a:pt x="2625" y="3157"/>
                  </a:lnTo>
                  <a:lnTo>
                    <a:pt x="2394" y="3021"/>
                  </a:lnTo>
                  <a:lnTo>
                    <a:pt x="2177" y="2857"/>
                  </a:lnTo>
                  <a:lnTo>
                    <a:pt x="1973" y="2667"/>
                  </a:lnTo>
                  <a:lnTo>
                    <a:pt x="1782" y="2477"/>
                  </a:lnTo>
                  <a:lnTo>
                    <a:pt x="1619" y="2245"/>
                  </a:lnTo>
                  <a:lnTo>
                    <a:pt x="1483" y="2014"/>
                  </a:lnTo>
                  <a:lnTo>
                    <a:pt x="1360" y="1769"/>
                  </a:lnTo>
                  <a:lnTo>
                    <a:pt x="1265" y="1511"/>
                  </a:lnTo>
                  <a:lnTo>
                    <a:pt x="1197" y="1239"/>
                  </a:lnTo>
                  <a:lnTo>
                    <a:pt x="1156" y="953"/>
                  </a:lnTo>
                  <a:lnTo>
                    <a:pt x="1129" y="667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9"/>
            <p:cNvSpPr/>
            <p:nvPr/>
          </p:nvSpPr>
          <p:spPr>
            <a:xfrm>
              <a:off x="2457610" y="1856086"/>
              <a:ext cx="175511" cy="140416"/>
            </a:xfrm>
            <a:custGeom>
              <a:avLst/>
              <a:gdLst/>
              <a:ahLst/>
              <a:cxnLst/>
              <a:rect l="l" t="t" r="r" b="b"/>
              <a:pathLst>
                <a:path w="4966" h="3973" extrusionOk="0">
                  <a:moveTo>
                    <a:pt x="3837" y="1"/>
                  </a:moveTo>
                  <a:lnTo>
                    <a:pt x="3823" y="286"/>
                  </a:lnTo>
                  <a:lnTo>
                    <a:pt x="3782" y="572"/>
                  </a:lnTo>
                  <a:lnTo>
                    <a:pt x="3701" y="844"/>
                  </a:lnTo>
                  <a:lnTo>
                    <a:pt x="3605" y="1103"/>
                  </a:lnTo>
                  <a:lnTo>
                    <a:pt x="3497" y="1347"/>
                  </a:lnTo>
                  <a:lnTo>
                    <a:pt x="3347" y="1579"/>
                  </a:lnTo>
                  <a:lnTo>
                    <a:pt x="3184" y="1810"/>
                  </a:lnTo>
                  <a:lnTo>
                    <a:pt x="3007" y="2000"/>
                  </a:lnTo>
                  <a:lnTo>
                    <a:pt x="2803" y="2191"/>
                  </a:lnTo>
                  <a:lnTo>
                    <a:pt x="2585" y="2354"/>
                  </a:lnTo>
                  <a:lnTo>
                    <a:pt x="2340" y="2490"/>
                  </a:lnTo>
                  <a:lnTo>
                    <a:pt x="2096" y="2612"/>
                  </a:lnTo>
                  <a:lnTo>
                    <a:pt x="1837" y="2708"/>
                  </a:lnTo>
                  <a:lnTo>
                    <a:pt x="1565" y="2776"/>
                  </a:lnTo>
                  <a:lnTo>
                    <a:pt x="1279" y="2830"/>
                  </a:lnTo>
                  <a:lnTo>
                    <a:pt x="994" y="2844"/>
                  </a:lnTo>
                  <a:lnTo>
                    <a:pt x="1" y="2844"/>
                  </a:lnTo>
                  <a:lnTo>
                    <a:pt x="1" y="3973"/>
                  </a:lnTo>
                  <a:lnTo>
                    <a:pt x="1198" y="3973"/>
                  </a:lnTo>
                  <a:lnTo>
                    <a:pt x="1402" y="3959"/>
                  </a:lnTo>
                  <a:lnTo>
                    <a:pt x="1606" y="3932"/>
                  </a:lnTo>
                  <a:lnTo>
                    <a:pt x="1796" y="3891"/>
                  </a:lnTo>
                  <a:lnTo>
                    <a:pt x="1987" y="3850"/>
                  </a:lnTo>
                  <a:lnTo>
                    <a:pt x="2177" y="3796"/>
                  </a:lnTo>
                  <a:lnTo>
                    <a:pt x="2354" y="3728"/>
                  </a:lnTo>
                  <a:lnTo>
                    <a:pt x="2544" y="3660"/>
                  </a:lnTo>
                  <a:lnTo>
                    <a:pt x="2721" y="3578"/>
                  </a:lnTo>
                  <a:lnTo>
                    <a:pt x="2884" y="3497"/>
                  </a:lnTo>
                  <a:lnTo>
                    <a:pt x="3061" y="3401"/>
                  </a:lnTo>
                  <a:lnTo>
                    <a:pt x="3211" y="3293"/>
                  </a:lnTo>
                  <a:lnTo>
                    <a:pt x="3374" y="3184"/>
                  </a:lnTo>
                  <a:lnTo>
                    <a:pt x="3524" y="3061"/>
                  </a:lnTo>
                  <a:lnTo>
                    <a:pt x="3673" y="2939"/>
                  </a:lnTo>
                  <a:lnTo>
                    <a:pt x="3809" y="2803"/>
                  </a:lnTo>
                  <a:lnTo>
                    <a:pt x="3932" y="2667"/>
                  </a:lnTo>
                  <a:lnTo>
                    <a:pt x="4068" y="2531"/>
                  </a:lnTo>
                  <a:lnTo>
                    <a:pt x="4177" y="2381"/>
                  </a:lnTo>
                  <a:lnTo>
                    <a:pt x="4286" y="2218"/>
                  </a:lnTo>
                  <a:lnTo>
                    <a:pt x="4394" y="2055"/>
                  </a:lnTo>
                  <a:lnTo>
                    <a:pt x="4490" y="1891"/>
                  </a:lnTo>
                  <a:lnTo>
                    <a:pt x="4585" y="1715"/>
                  </a:lnTo>
                  <a:lnTo>
                    <a:pt x="4653" y="1551"/>
                  </a:lnTo>
                  <a:lnTo>
                    <a:pt x="4734" y="1361"/>
                  </a:lnTo>
                  <a:lnTo>
                    <a:pt x="4789" y="1184"/>
                  </a:lnTo>
                  <a:lnTo>
                    <a:pt x="4843" y="994"/>
                  </a:lnTo>
                  <a:lnTo>
                    <a:pt x="4884" y="803"/>
                  </a:lnTo>
                  <a:lnTo>
                    <a:pt x="4925" y="599"/>
                  </a:lnTo>
                  <a:lnTo>
                    <a:pt x="4952" y="409"/>
                  </a:lnTo>
                  <a:lnTo>
                    <a:pt x="4966" y="205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2566254" y="2088784"/>
              <a:ext cx="203891" cy="39937"/>
            </a:xfrm>
            <a:custGeom>
              <a:avLst/>
              <a:gdLst/>
              <a:ahLst/>
              <a:cxnLst/>
              <a:rect l="l" t="t" r="r" b="b"/>
              <a:pathLst>
                <a:path w="5769" h="1130" extrusionOk="0">
                  <a:moveTo>
                    <a:pt x="1" y="0"/>
                  </a:moveTo>
                  <a:lnTo>
                    <a:pt x="1" y="1129"/>
                  </a:lnTo>
                  <a:lnTo>
                    <a:pt x="5768" y="1129"/>
                  </a:lnTo>
                  <a:lnTo>
                    <a:pt x="5741" y="558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1550427" y="1547931"/>
              <a:ext cx="197140" cy="102423"/>
            </a:xfrm>
            <a:custGeom>
              <a:avLst/>
              <a:gdLst/>
              <a:ahLst/>
              <a:cxnLst/>
              <a:rect l="l" t="t" r="r" b="b"/>
              <a:pathLst>
                <a:path w="5578" h="2898" extrusionOk="0">
                  <a:moveTo>
                    <a:pt x="2041" y="0"/>
                  </a:moveTo>
                  <a:lnTo>
                    <a:pt x="1511" y="273"/>
                  </a:lnTo>
                  <a:lnTo>
                    <a:pt x="1007" y="545"/>
                  </a:lnTo>
                  <a:lnTo>
                    <a:pt x="504" y="844"/>
                  </a:lnTo>
                  <a:lnTo>
                    <a:pt x="1" y="1143"/>
                  </a:lnTo>
                  <a:lnTo>
                    <a:pt x="2694" y="1143"/>
                  </a:lnTo>
                  <a:lnTo>
                    <a:pt x="2871" y="1157"/>
                  </a:lnTo>
                  <a:lnTo>
                    <a:pt x="3048" y="1184"/>
                  </a:lnTo>
                  <a:lnTo>
                    <a:pt x="3211" y="1225"/>
                  </a:lnTo>
                  <a:lnTo>
                    <a:pt x="3374" y="1279"/>
                  </a:lnTo>
                  <a:lnTo>
                    <a:pt x="3524" y="1361"/>
                  </a:lnTo>
                  <a:lnTo>
                    <a:pt x="3673" y="1442"/>
                  </a:lnTo>
                  <a:lnTo>
                    <a:pt x="3796" y="1538"/>
                  </a:lnTo>
                  <a:lnTo>
                    <a:pt x="3932" y="1660"/>
                  </a:lnTo>
                  <a:lnTo>
                    <a:pt x="4041" y="1782"/>
                  </a:lnTo>
                  <a:lnTo>
                    <a:pt x="4136" y="1918"/>
                  </a:lnTo>
                  <a:lnTo>
                    <a:pt x="4231" y="2054"/>
                  </a:lnTo>
                  <a:lnTo>
                    <a:pt x="4299" y="2218"/>
                  </a:lnTo>
                  <a:lnTo>
                    <a:pt x="4353" y="2367"/>
                  </a:lnTo>
                  <a:lnTo>
                    <a:pt x="4408" y="2544"/>
                  </a:lnTo>
                  <a:lnTo>
                    <a:pt x="4435" y="2721"/>
                  </a:lnTo>
                  <a:lnTo>
                    <a:pt x="4435" y="2898"/>
                  </a:lnTo>
                  <a:lnTo>
                    <a:pt x="5578" y="2898"/>
                  </a:lnTo>
                  <a:lnTo>
                    <a:pt x="5564" y="2599"/>
                  </a:lnTo>
                  <a:lnTo>
                    <a:pt x="5510" y="2313"/>
                  </a:lnTo>
                  <a:lnTo>
                    <a:pt x="5442" y="2041"/>
                  </a:lnTo>
                  <a:lnTo>
                    <a:pt x="5346" y="1769"/>
                  </a:lnTo>
                  <a:lnTo>
                    <a:pt x="5224" y="1524"/>
                  </a:lnTo>
                  <a:lnTo>
                    <a:pt x="5074" y="1279"/>
                  </a:lnTo>
                  <a:lnTo>
                    <a:pt x="4911" y="1061"/>
                  </a:lnTo>
                  <a:lnTo>
                    <a:pt x="4734" y="857"/>
                  </a:lnTo>
                  <a:lnTo>
                    <a:pt x="4517" y="667"/>
                  </a:lnTo>
                  <a:lnTo>
                    <a:pt x="4299" y="504"/>
                  </a:lnTo>
                  <a:lnTo>
                    <a:pt x="4068" y="354"/>
                  </a:lnTo>
                  <a:lnTo>
                    <a:pt x="3809" y="232"/>
                  </a:lnTo>
                  <a:lnTo>
                    <a:pt x="3551" y="137"/>
                  </a:lnTo>
                  <a:lnTo>
                    <a:pt x="3265" y="69"/>
                  </a:lnTo>
                  <a:lnTo>
                    <a:pt x="2980" y="2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9"/>
            <p:cNvSpPr/>
            <p:nvPr/>
          </p:nvSpPr>
          <p:spPr>
            <a:xfrm>
              <a:off x="1335542" y="2398847"/>
              <a:ext cx="40396" cy="136599"/>
            </a:xfrm>
            <a:custGeom>
              <a:avLst/>
              <a:gdLst/>
              <a:ahLst/>
              <a:cxnLst/>
              <a:rect l="l" t="t" r="r" b="b"/>
              <a:pathLst>
                <a:path w="1143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6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6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29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1412449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7" y="3850"/>
                  </a:lnTo>
                  <a:lnTo>
                    <a:pt x="586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7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1489850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64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6" y="3864"/>
                  </a:lnTo>
                  <a:lnTo>
                    <a:pt x="694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34" y="3606"/>
                  </a:lnTo>
                  <a:lnTo>
                    <a:pt x="1089" y="3510"/>
                  </a:lnTo>
                  <a:lnTo>
                    <a:pt x="1116" y="3415"/>
                  </a:lnTo>
                  <a:lnTo>
                    <a:pt x="1130" y="3306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1566791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5" y="3619"/>
                  </a:lnTo>
                  <a:lnTo>
                    <a:pt x="163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7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79" y="3687"/>
                  </a:lnTo>
                  <a:lnTo>
                    <a:pt x="1048" y="3606"/>
                  </a:lnTo>
                  <a:lnTo>
                    <a:pt x="1088" y="3510"/>
                  </a:lnTo>
                  <a:lnTo>
                    <a:pt x="1129" y="3415"/>
                  </a:lnTo>
                  <a:lnTo>
                    <a:pt x="1129" y="33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1643697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089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3336447" y="4559360"/>
              <a:ext cx="1235538" cy="146671"/>
            </a:xfrm>
            <a:custGeom>
              <a:avLst/>
              <a:gdLst/>
              <a:ahLst/>
              <a:cxnLst/>
              <a:rect l="l" t="t" r="r" b="b"/>
              <a:pathLst>
                <a:path w="34959" h="4150" extrusionOk="0">
                  <a:moveTo>
                    <a:pt x="17480" y="1"/>
                  </a:moveTo>
                  <a:lnTo>
                    <a:pt x="15698" y="14"/>
                  </a:lnTo>
                  <a:lnTo>
                    <a:pt x="13957" y="42"/>
                  </a:lnTo>
                  <a:lnTo>
                    <a:pt x="12283" y="96"/>
                  </a:lnTo>
                  <a:lnTo>
                    <a:pt x="10678" y="164"/>
                  </a:lnTo>
                  <a:lnTo>
                    <a:pt x="9155" y="246"/>
                  </a:lnTo>
                  <a:lnTo>
                    <a:pt x="7713" y="354"/>
                  </a:lnTo>
                  <a:lnTo>
                    <a:pt x="6366" y="477"/>
                  </a:lnTo>
                  <a:lnTo>
                    <a:pt x="5128" y="613"/>
                  </a:lnTo>
                  <a:lnTo>
                    <a:pt x="3999" y="762"/>
                  </a:lnTo>
                  <a:lnTo>
                    <a:pt x="2993" y="912"/>
                  </a:lnTo>
                  <a:lnTo>
                    <a:pt x="2530" y="994"/>
                  </a:lnTo>
                  <a:lnTo>
                    <a:pt x="2109" y="1089"/>
                  </a:lnTo>
                  <a:lnTo>
                    <a:pt x="1728" y="1171"/>
                  </a:lnTo>
                  <a:lnTo>
                    <a:pt x="1374" y="1266"/>
                  </a:lnTo>
                  <a:lnTo>
                    <a:pt x="1061" y="1361"/>
                  </a:lnTo>
                  <a:lnTo>
                    <a:pt x="789" y="1456"/>
                  </a:lnTo>
                  <a:lnTo>
                    <a:pt x="558" y="1551"/>
                  </a:lnTo>
                  <a:lnTo>
                    <a:pt x="354" y="1660"/>
                  </a:lnTo>
                  <a:lnTo>
                    <a:pt x="204" y="1755"/>
                  </a:lnTo>
                  <a:lnTo>
                    <a:pt x="96" y="1864"/>
                  </a:lnTo>
                  <a:lnTo>
                    <a:pt x="55" y="1919"/>
                  </a:lnTo>
                  <a:lnTo>
                    <a:pt x="28" y="1973"/>
                  </a:lnTo>
                  <a:lnTo>
                    <a:pt x="14" y="2027"/>
                  </a:lnTo>
                  <a:lnTo>
                    <a:pt x="0" y="2082"/>
                  </a:lnTo>
                  <a:lnTo>
                    <a:pt x="14" y="2123"/>
                  </a:lnTo>
                  <a:lnTo>
                    <a:pt x="28" y="2177"/>
                  </a:lnTo>
                  <a:lnTo>
                    <a:pt x="55" y="2232"/>
                  </a:lnTo>
                  <a:lnTo>
                    <a:pt x="96" y="2286"/>
                  </a:lnTo>
                  <a:lnTo>
                    <a:pt x="204" y="2395"/>
                  </a:lnTo>
                  <a:lnTo>
                    <a:pt x="354" y="2490"/>
                  </a:lnTo>
                  <a:lnTo>
                    <a:pt x="558" y="2599"/>
                  </a:lnTo>
                  <a:lnTo>
                    <a:pt x="789" y="2694"/>
                  </a:lnTo>
                  <a:lnTo>
                    <a:pt x="1061" y="2789"/>
                  </a:lnTo>
                  <a:lnTo>
                    <a:pt x="1374" y="2884"/>
                  </a:lnTo>
                  <a:lnTo>
                    <a:pt x="1728" y="2980"/>
                  </a:lnTo>
                  <a:lnTo>
                    <a:pt x="2109" y="3061"/>
                  </a:lnTo>
                  <a:lnTo>
                    <a:pt x="2530" y="3156"/>
                  </a:lnTo>
                  <a:lnTo>
                    <a:pt x="2993" y="3238"/>
                  </a:lnTo>
                  <a:lnTo>
                    <a:pt x="3999" y="3401"/>
                  </a:lnTo>
                  <a:lnTo>
                    <a:pt x="5128" y="3537"/>
                  </a:lnTo>
                  <a:lnTo>
                    <a:pt x="6366" y="3673"/>
                  </a:lnTo>
                  <a:lnTo>
                    <a:pt x="7713" y="3796"/>
                  </a:lnTo>
                  <a:lnTo>
                    <a:pt x="9155" y="3905"/>
                  </a:lnTo>
                  <a:lnTo>
                    <a:pt x="10678" y="3986"/>
                  </a:lnTo>
                  <a:lnTo>
                    <a:pt x="12283" y="4054"/>
                  </a:lnTo>
                  <a:lnTo>
                    <a:pt x="13957" y="4109"/>
                  </a:lnTo>
                  <a:lnTo>
                    <a:pt x="15698" y="4136"/>
                  </a:lnTo>
                  <a:lnTo>
                    <a:pt x="17480" y="4149"/>
                  </a:lnTo>
                  <a:lnTo>
                    <a:pt x="19262" y="4136"/>
                  </a:lnTo>
                  <a:lnTo>
                    <a:pt x="21003" y="4109"/>
                  </a:lnTo>
                  <a:lnTo>
                    <a:pt x="22676" y="4054"/>
                  </a:lnTo>
                  <a:lnTo>
                    <a:pt x="24281" y="3986"/>
                  </a:lnTo>
                  <a:lnTo>
                    <a:pt x="25804" y="3905"/>
                  </a:lnTo>
                  <a:lnTo>
                    <a:pt x="27246" y="3796"/>
                  </a:lnTo>
                  <a:lnTo>
                    <a:pt x="28593" y="3673"/>
                  </a:lnTo>
                  <a:lnTo>
                    <a:pt x="29831" y="3537"/>
                  </a:lnTo>
                  <a:lnTo>
                    <a:pt x="30960" y="3401"/>
                  </a:lnTo>
                  <a:lnTo>
                    <a:pt x="31966" y="3238"/>
                  </a:lnTo>
                  <a:lnTo>
                    <a:pt x="32429" y="3156"/>
                  </a:lnTo>
                  <a:lnTo>
                    <a:pt x="32851" y="3061"/>
                  </a:lnTo>
                  <a:lnTo>
                    <a:pt x="33231" y="2980"/>
                  </a:lnTo>
                  <a:lnTo>
                    <a:pt x="33585" y="2884"/>
                  </a:lnTo>
                  <a:lnTo>
                    <a:pt x="33898" y="2789"/>
                  </a:lnTo>
                  <a:lnTo>
                    <a:pt x="34170" y="2694"/>
                  </a:lnTo>
                  <a:lnTo>
                    <a:pt x="34401" y="2599"/>
                  </a:lnTo>
                  <a:lnTo>
                    <a:pt x="34605" y="2490"/>
                  </a:lnTo>
                  <a:lnTo>
                    <a:pt x="34755" y="2395"/>
                  </a:lnTo>
                  <a:lnTo>
                    <a:pt x="34864" y="2286"/>
                  </a:lnTo>
                  <a:lnTo>
                    <a:pt x="34905" y="2232"/>
                  </a:lnTo>
                  <a:lnTo>
                    <a:pt x="34932" y="2177"/>
                  </a:lnTo>
                  <a:lnTo>
                    <a:pt x="34945" y="2123"/>
                  </a:lnTo>
                  <a:lnTo>
                    <a:pt x="34959" y="2082"/>
                  </a:lnTo>
                  <a:lnTo>
                    <a:pt x="34945" y="2027"/>
                  </a:lnTo>
                  <a:lnTo>
                    <a:pt x="34932" y="1973"/>
                  </a:lnTo>
                  <a:lnTo>
                    <a:pt x="34905" y="1919"/>
                  </a:lnTo>
                  <a:lnTo>
                    <a:pt x="34864" y="1864"/>
                  </a:lnTo>
                  <a:lnTo>
                    <a:pt x="34755" y="1755"/>
                  </a:lnTo>
                  <a:lnTo>
                    <a:pt x="34605" y="1660"/>
                  </a:lnTo>
                  <a:lnTo>
                    <a:pt x="34401" y="1551"/>
                  </a:lnTo>
                  <a:lnTo>
                    <a:pt x="34170" y="1456"/>
                  </a:lnTo>
                  <a:lnTo>
                    <a:pt x="33898" y="1361"/>
                  </a:lnTo>
                  <a:lnTo>
                    <a:pt x="33585" y="1266"/>
                  </a:lnTo>
                  <a:lnTo>
                    <a:pt x="33231" y="1171"/>
                  </a:lnTo>
                  <a:lnTo>
                    <a:pt x="32851" y="1089"/>
                  </a:lnTo>
                  <a:lnTo>
                    <a:pt x="32429" y="994"/>
                  </a:lnTo>
                  <a:lnTo>
                    <a:pt x="31966" y="912"/>
                  </a:lnTo>
                  <a:lnTo>
                    <a:pt x="30960" y="762"/>
                  </a:lnTo>
                  <a:lnTo>
                    <a:pt x="29831" y="613"/>
                  </a:lnTo>
                  <a:lnTo>
                    <a:pt x="28593" y="477"/>
                  </a:lnTo>
                  <a:lnTo>
                    <a:pt x="27246" y="354"/>
                  </a:lnTo>
                  <a:lnTo>
                    <a:pt x="25804" y="246"/>
                  </a:lnTo>
                  <a:lnTo>
                    <a:pt x="24281" y="164"/>
                  </a:lnTo>
                  <a:lnTo>
                    <a:pt x="22676" y="96"/>
                  </a:lnTo>
                  <a:lnTo>
                    <a:pt x="21003" y="42"/>
                  </a:lnTo>
                  <a:lnTo>
                    <a:pt x="19262" y="14"/>
                  </a:lnTo>
                  <a:lnTo>
                    <a:pt x="17480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3168638" y="3276730"/>
              <a:ext cx="788491" cy="663944"/>
            </a:xfrm>
            <a:custGeom>
              <a:avLst/>
              <a:gdLst/>
              <a:ahLst/>
              <a:cxnLst/>
              <a:rect l="l" t="t" r="r" b="b"/>
              <a:pathLst>
                <a:path w="22310" h="18786" extrusionOk="0">
                  <a:moveTo>
                    <a:pt x="5864" y="0"/>
                  </a:moveTo>
                  <a:lnTo>
                    <a:pt x="5782" y="14"/>
                  </a:lnTo>
                  <a:lnTo>
                    <a:pt x="5700" y="41"/>
                  </a:lnTo>
                  <a:lnTo>
                    <a:pt x="5619" y="82"/>
                  </a:lnTo>
                  <a:lnTo>
                    <a:pt x="5551" y="136"/>
                  </a:lnTo>
                  <a:lnTo>
                    <a:pt x="5496" y="191"/>
                  </a:lnTo>
                  <a:lnTo>
                    <a:pt x="5456" y="272"/>
                  </a:lnTo>
                  <a:lnTo>
                    <a:pt x="5428" y="354"/>
                  </a:lnTo>
                  <a:lnTo>
                    <a:pt x="5428" y="449"/>
                  </a:lnTo>
                  <a:lnTo>
                    <a:pt x="5428" y="17901"/>
                  </a:lnTo>
                  <a:lnTo>
                    <a:pt x="450" y="17901"/>
                  </a:lnTo>
                  <a:lnTo>
                    <a:pt x="355" y="17915"/>
                  </a:lnTo>
                  <a:lnTo>
                    <a:pt x="273" y="17928"/>
                  </a:lnTo>
                  <a:lnTo>
                    <a:pt x="191" y="17969"/>
                  </a:lnTo>
                  <a:lnTo>
                    <a:pt x="137" y="18024"/>
                  </a:lnTo>
                  <a:lnTo>
                    <a:pt x="83" y="18092"/>
                  </a:lnTo>
                  <a:lnTo>
                    <a:pt x="42" y="18173"/>
                  </a:lnTo>
                  <a:lnTo>
                    <a:pt x="15" y="18255"/>
                  </a:lnTo>
                  <a:lnTo>
                    <a:pt x="1" y="18336"/>
                  </a:lnTo>
                  <a:lnTo>
                    <a:pt x="15" y="18432"/>
                  </a:lnTo>
                  <a:lnTo>
                    <a:pt x="42" y="18513"/>
                  </a:lnTo>
                  <a:lnTo>
                    <a:pt x="83" y="18595"/>
                  </a:lnTo>
                  <a:lnTo>
                    <a:pt x="137" y="18649"/>
                  </a:lnTo>
                  <a:lnTo>
                    <a:pt x="191" y="18704"/>
                  </a:lnTo>
                  <a:lnTo>
                    <a:pt x="273" y="18744"/>
                  </a:lnTo>
                  <a:lnTo>
                    <a:pt x="355" y="18772"/>
                  </a:lnTo>
                  <a:lnTo>
                    <a:pt x="450" y="18785"/>
                  </a:lnTo>
                  <a:lnTo>
                    <a:pt x="5864" y="18785"/>
                  </a:lnTo>
                  <a:lnTo>
                    <a:pt x="5959" y="18772"/>
                  </a:lnTo>
                  <a:lnTo>
                    <a:pt x="6041" y="18744"/>
                  </a:lnTo>
                  <a:lnTo>
                    <a:pt x="6109" y="18704"/>
                  </a:lnTo>
                  <a:lnTo>
                    <a:pt x="6177" y="18649"/>
                  </a:lnTo>
                  <a:lnTo>
                    <a:pt x="6231" y="18595"/>
                  </a:lnTo>
                  <a:lnTo>
                    <a:pt x="6272" y="18513"/>
                  </a:lnTo>
                  <a:lnTo>
                    <a:pt x="6299" y="18432"/>
                  </a:lnTo>
                  <a:lnTo>
                    <a:pt x="6313" y="18336"/>
                  </a:lnTo>
                  <a:lnTo>
                    <a:pt x="6313" y="884"/>
                  </a:lnTo>
                  <a:lnTo>
                    <a:pt x="21425" y="884"/>
                  </a:lnTo>
                  <a:lnTo>
                    <a:pt x="21425" y="4217"/>
                  </a:lnTo>
                  <a:lnTo>
                    <a:pt x="21439" y="4312"/>
                  </a:lnTo>
                  <a:lnTo>
                    <a:pt x="21466" y="4394"/>
                  </a:lnTo>
                  <a:lnTo>
                    <a:pt x="21507" y="4462"/>
                  </a:lnTo>
                  <a:lnTo>
                    <a:pt x="21561" y="4530"/>
                  </a:lnTo>
                  <a:lnTo>
                    <a:pt x="21616" y="4584"/>
                  </a:lnTo>
                  <a:lnTo>
                    <a:pt x="21697" y="4625"/>
                  </a:lnTo>
                  <a:lnTo>
                    <a:pt x="21779" y="4652"/>
                  </a:lnTo>
                  <a:lnTo>
                    <a:pt x="21874" y="4666"/>
                  </a:lnTo>
                  <a:lnTo>
                    <a:pt x="21956" y="4652"/>
                  </a:lnTo>
                  <a:lnTo>
                    <a:pt x="22037" y="4625"/>
                  </a:lnTo>
                  <a:lnTo>
                    <a:pt x="22119" y="4584"/>
                  </a:lnTo>
                  <a:lnTo>
                    <a:pt x="22187" y="4530"/>
                  </a:lnTo>
                  <a:lnTo>
                    <a:pt x="22241" y="4462"/>
                  </a:lnTo>
                  <a:lnTo>
                    <a:pt x="22282" y="4394"/>
                  </a:lnTo>
                  <a:lnTo>
                    <a:pt x="22296" y="4312"/>
                  </a:lnTo>
                  <a:lnTo>
                    <a:pt x="22309" y="4217"/>
                  </a:lnTo>
                  <a:lnTo>
                    <a:pt x="22309" y="449"/>
                  </a:lnTo>
                  <a:lnTo>
                    <a:pt x="22296" y="354"/>
                  </a:lnTo>
                  <a:lnTo>
                    <a:pt x="22282" y="272"/>
                  </a:lnTo>
                  <a:lnTo>
                    <a:pt x="22241" y="191"/>
                  </a:lnTo>
                  <a:lnTo>
                    <a:pt x="22187" y="136"/>
                  </a:lnTo>
                  <a:lnTo>
                    <a:pt x="22119" y="82"/>
                  </a:lnTo>
                  <a:lnTo>
                    <a:pt x="22037" y="41"/>
                  </a:lnTo>
                  <a:lnTo>
                    <a:pt x="21956" y="14"/>
                  </a:lnTo>
                  <a:lnTo>
                    <a:pt x="218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3082119" y="3865649"/>
              <a:ext cx="118786" cy="118291"/>
            </a:xfrm>
            <a:custGeom>
              <a:avLst/>
              <a:gdLst/>
              <a:ahLst/>
              <a:cxnLst/>
              <a:rect l="l" t="t" r="r" b="b"/>
              <a:pathLst>
                <a:path w="3361" h="3347" extrusionOk="0">
                  <a:moveTo>
                    <a:pt x="1" y="0"/>
                  </a:moveTo>
                  <a:lnTo>
                    <a:pt x="1" y="3346"/>
                  </a:lnTo>
                  <a:lnTo>
                    <a:pt x="1905" y="3346"/>
                  </a:lnTo>
                  <a:lnTo>
                    <a:pt x="2055" y="3319"/>
                  </a:lnTo>
                  <a:lnTo>
                    <a:pt x="2218" y="3278"/>
                  </a:lnTo>
                  <a:lnTo>
                    <a:pt x="2367" y="3224"/>
                  </a:lnTo>
                  <a:lnTo>
                    <a:pt x="2503" y="3156"/>
                  </a:lnTo>
                  <a:lnTo>
                    <a:pt x="2639" y="3074"/>
                  </a:lnTo>
                  <a:lnTo>
                    <a:pt x="2762" y="2979"/>
                  </a:lnTo>
                  <a:lnTo>
                    <a:pt x="2884" y="2884"/>
                  </a:lnTo>
                  <a:lnTo>
                    <a:pt x="2979" y="2762"/>
                  </a:lnTo>
                  <a:lnTo>
                    <a:pt x="3075" y="2639"/>
                  </a:lnTo>
                  <a:lnTo>
                    <a:pt x="3156" y="2503"/>
                  </a:lnTo>
                  <a:lnTo>
                    <a:pt x="3224" y="2367"/>
                  </a:lnTo>
                  <a:lnTo>
                    <a:pt x="3279" y="2217"/>
                  </a:lnTo>
                  <a:lnTo>
                    <a:pt x="3320" y="2054"/>
                  </a:lnTo>
                  <a:lnTo>
                    <a:pt x="3347" y="1905"/>
                  </a:lnTo>
                  <a:lnTo>
                    <a:pt x="3360" y="1728"/>
                  </a:lnTo>
                  <a:lnTo>
                    <a:pt x="3360" y="1619"/>
                  </a:lnTo>
                  <a:lnTo>
                    <a:pt x="3347" y="1456"/>
                  </a:lnTo>
                  <a:lnTo>
                    <a:pt x="3320" y="1293"/>
                  </a:lnTo>
                  <a:lnTo>
                    <a:pt x="3279" y="1143"/>
                  </a:lnTo>
                  <a:lnTo>
                    <a:pt x="3224" y="993"/>
                  </a:lnTo>
                  <a:lnTo>
                    <a:pt x="3156" y="857"/>
                  </a:lnTo>
                  <a:lnTo>
                    <a:pt x="3075" y="721"/>
                  </a:lnTo>
                  <a:lnTo>
                    <a:pt x="2979" y="599"/>
                  </a:lnTo>
                  <a:lnTo>
                    <a:pt x="2884" y="476"/>
                  </a:lnTo>
                  <a:lnTo>
                    <a:pt x="2762" y="368"/>
                  </a:lnTo>
                  <a:lnTo>
                    <a:pt x="2639" y="286"/>
                  </a:lnTo>
                  <a:lnTo>
                    <a:pt x="2503" y="204"/>
                  </a:lnTo>
                  <a:lnTo>
                    <a:pt x="2367" y="136"/>
                  </a:lnTo>
                  <a:lnTo>
                    <a:pt x="2218" y="82"/>
                  </a:lnTo>
                  <a:lnTo>
                    <a:pt x="2055" y="41"/>
                  </a:lnTo>
                  <a:lnTo>
                    <a:pt x="1905" y="14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3586922" y="3474297"/>
              <a:ext cx="709147" cy="1161036"/>
            </a:xfrm>
            <a:custGeom>
              <a:avLst/>
              <a:gdLst/>
              <a:ahLst/>
              <a:cxnLst/>
              <a:rect l="l" t="t" r="r" b="b"/>
              <a:pathLst>
                <a:path w="20065" h="32851" extrusionOk="0">
                  <a:moveTo>
                    <a:pt x="1211" y="1"/>
                  </a:moveTo>
                  <a:lnTo>
                    <a:pt x="1034" y="14"/>
                  </a:lnTo>
                  <a:lnTo>
                    <a:pt x="871" y="55"/>
                  </a:lnTo>
                  <a:lnTo>
                    <a:pt x="708" y="110"/>
                  </a:lnTo>
                  <a:lnTo>
                    <a:pt x="572" y="191"/>
                  </a:lnTo>
                  <a:lnTo>
                    <a:pt x="449" y="286"/>
                  </a:lnTo>
                  <a:lnTo>
                    <a:pt x="340" y="382"/>
                  </a:lnTo>
                  <a:lnTo>
                    <a:pt x="245" y="490"/>
                  </a:lnTo>
                  <a:lnTo>
                    <a:pt x="163" y="627"/>
                  </a:lnTo>
                  <a:lnTo>
                    <a:pt x="95" y="763"/>
                  </a:lnTo>
                  <a:lnTo>
                    <a:pt x="41" y="899"/>
                  </a:lnTo>
                  <a:lnTo>
                    <a:pt x="14" y="1062"/>
                  </a:lnTo>
                  <a:lnTo>
                    <a:pt x="0" y="1211"/>
                  </a:lnTo>
                  <a:lnTo>
                    <a:pt x="0" y="31640"/>
                  </a:lnTo>
                  <a:lnTo>
                    <a:pt x="14" y="31763"/>
                  </a:lnTo>
                  <a:lnTo>
                    <a:pt x="27" y="31885"/>
                  </a:lnTo>
                  <a:lnTo>
                    <a:pt x="55" y="32008"/>
                  </a:lnTo>
                  <a:lnTo>
                    <a:pt x="95" y="32116"/>
                  </a:lnTo>
                  <a:lnTo>
                    <a:pt x="150" y="32225"/>
                  </a:lnTo>
                  <a:lnTo>
                    <a:pt x="218" y="32320"/>
                  </a:lnTo>
                  <a:lnTo>
                    <a:pt x="286" y="32416"/>
                  </a:lnTo>
                  <a:lnTo>
                    <a:pt x="354" y="32497"/>
                  </a:lnTo>
                  <a:lnTo>
                    <a:pt x="449" y="32579"/>
                  </a:lnTo>
                  <a:lnTo>
                    <a:pt x="544" y="32647"/>
                  </a:lnTo>
                  <a:lnTo>
                    <a:pt x="640" y="32701"/>
                  </a:lnTo>
                  <a:lnTo>
                    <a:pt x="748" y="32756"/>
                  </a:lnTo>
                  <a:lnTo>
                    <a:pt x="857" y="32796"/>
                  </a:lnTo>
                  <a:lnTo>
                    <a:pt x="966" y="32824"/>
                  </a:lnTo>
                  <a:lnTo>
                    <a:pt x="1088" y="32851"/>
                  </a:lnTo>
                  <a:lnTo>
                    <a:pt x="18976" y="32851"/>
                  </a:lnTo>
                  <a:lnTo>
                    <a:pt x="19098" y="32824"/>
                  </a:lnTo>
                  <a:lnTo>
                    <a:pt x="19221" y="32796"/>
                  </a:lnTo>
                  <a:lnTo>
                    <a:pt x="19330" y="32756"/>
                  </a:lnTo>
                  <a:lnTo>
                    <a:pt x="19438" y="32701"/>
                  </a:lnTo>
                  <a:lnTo>
                    <a:pt x="19534" y="32647"/>
                  </a:lnTo>
                  <a:lnTo>
                    <a:pt x="19629" y="32579"/>
                  </a:lnTo>
                  <a:lnTo>
                    <a:pt x="19710" y="32497"/>
                  </a:lnTo>
                  <a:lnTo>
                    <a:pt x="19792" y="32402"/>
                  </a:lnTo>
                  <a:lnTo>
                    <a:pt x="19860" y="32320"/>
                  </a:lnTo>
                  <a:lnTo>
                    <a:pt x="19914" y="32212"/>
                  </a:lnTo>
                  <a:lnTo>
                    <a:pt x="19969" y="32116"/>
                  </a:lnTo>
                  <a:lnTo>
                    <a:pt x="20010" y="32008"/>
                  </a:lnTo>
                  <a:lnTo>
                    <a:pt x="20037" y="31885"/>
                  </a:lnTo>
                  <a:lnTo>
                    <a:pt x="20051" y="31763"/>
                  </a:lnTo>
                  <a:lnTo>
                    <a:pt x="20064" y="31640"/>
                  </a:lnTo>
                  <a:lnTo>
                    <a:pt x="20064" y="1211"/>
                  </a:lnTo>
                  <a:lnTo>
                    <a:pt x="20051" y="1089"/>
                  </a:lnTo>
                  <a:lnTo>
                    <a:pt x="20037" y="967"/>
                  </a:lnTo>
                  <a:lnTo>
                    <a:pt x="20010" y="858"/>
                  </a:lnTo>
                  <a:lnTo>
                    <a:pt x="19969" y="749"/>
                  </a:lnTo>
                  <a:lnTo>
                    <a:pt x="19914" y="640"/>
                  </a:lnTo>
                  <a:lnTo>
                    <a:pt x="19860" y="531"/>
                  </a:lnTo>
                  <a:lnTo>
                    <a:pt x="19792" y="450"/>
                  </a:lnTo>
                  <a:lnTo>
                    <a:pt x="19710" y="354"/>
                  </a:lnTo>
                  <a:lnTo>
                    <a:pt x="19615" y="286"/>
                  </a:lnTo>
                  <a:lnTo>
                    <a:pt x="19534" y="205"/>
                  </a:lnTo>
                  <a:lnTo>
                    <a:pt x="19425" y="150"/>
                  </a:lnTo>
                  <a:lnTo>
                    <a:pt x="19330" y="96"/>
                  </a:lnTo>
                  <a:lnTo>
                    <a:pt x="19207" y="55"/>
                  </a:lnTo>
                  <a:lnTo>
                    <a:pt x="19098" y="28"/>
                  </a:lnTo>
                  <a:lnTo>
                    <a:pt x="18976" y="14"/>
                  </a:lnTo>
                  <a:lnTo>
                    <a:pt x="188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3751797" y="3622843"/>
              <a:ext cx="475039" cy="59199"/>
            </a:xfrm>
            <a:custGeom>
              <a:avLst/>
              <a:gdLst/>
              <a:ahLst/>
              <a:cxnLst/>
              <a:rect l="l" t="t" r="r" b="b"/>
              <a:pathLst>
                <a:path w="13441" h="1675" extrusionOk="0">
                  <a:moveTo>
                    <a:pt x="749" y="1"/>
                  </a:moveTo>
                  <a:lnTo>
                    <a:pt x="667" y="15"/>
                  </a:lnTo>
                  <a:lnTo>
                    <a:pt x="586" y="42"/>
                  </a:lnTo>
                  <a:lnTo>
                    <a:pt x="518" y="69"/>
                  </a:lnTo>
                  <a:lnTo>
                    <a:pt x="368" y="151"/>
                  </a:lnTo>
                  <a:lnTo>
                    <a:pt x="246" y="246"/>
                  </a:lnTo>
                  <a:lnTo>
                    <a:pt x="151" y="368"/>
                  </a:lnTo>
                  <a:lnTo>
                    <a:pt x="69" y="504"/>
                  </a:lnTo>
                  <a:lnTo>
                    <a:pt x="42" y="586"/>
                  </a:lnTo>
                  <a:lnTo>
                    <a:pt x="15" y="668"/>
                  </a:lnTo>
                  <a:lnTo>
                    <a:pt x="1" y="749"/>
                  </a:lnTo>
                  <a:lnTo>
                    <a:pt x="1" y="831"/>
                  </a:lnTo>
                  <a:lnTo>
                    <a:pt x="1" y="926"/>
                  </a:lnTo>
                  <a:lnTo>
                    <a:pt x="15" y="1008"/>
                  </a:lnTo>
                  <a:lnTo>
                    <a:pt x="42" y="1089"/>
                  </a:lnTo>
                  <a:lnTo>
                    <a:pt x="69" y="1157"/>
                  </a:lnTo>
                  <a:lnTo>
                    <a:pt x="151" y="1307"/>
                  </a:lnTo>
                  <a:lnTo>
                    <a:pt x="246" y="1429"/>
                  </a:lnTo>
                  <a:lnTo>
                    <a:pt x="368" y="1524"/>
                  </a:lnTo>
                  <a:lnTo>
                    <a:pt x="518" y="1606"/>
                  </a:lnTo>
                  <a:lnTo>
                    <a:pt x="586" y="1633"/>
                  </a:lnTo>
                  <a:lnTo>
                    <a:pt x="667" y="1647"/>
                  </a:lnTo>
                  <a:lnTo>
                    <a:pt x="749" y="1660"/>
                  </a:lnTo>
                  <a:lnTo>
                    <a:pt x="831" y="1674"/>
                  </a:lnTo>
                  <a:lnTo>
                    <a:pt x="12611" y="1674"/>
                  </a:lnTo>
                  <a:lnTo>
                    <a:pt x="12692" y="1660"/>
                  </a:lnTo>
                  <a:lnTo>
                    <a:pt x="12774" y="1647"/>
                  </a:lnTo>
                  <a:lnTo>
                    <a:pt x="12855" y="1633"/>
                  </a:lnTo>
                  <a:lnTo>
                    <a:pt x="12937" y="1606"/>
                  </a:lnTo>
                  <a:lnTo>
                    <a:pt x="13073" y="1524"/>
                  </a:lnTo>
                  <a:lnTo>
                    <a:pt x="13195" y="1429"/>
                  </a:lnTo>
                  <a:lnTo>
                    <a:pt x="13304" y="1307"/>
                  </a:lnTo>
                  <a:lnTo>
                    <a:pt x="13386" y="1157"/>
                  </a:lnTo>
                  <a:lnTo>
                    <a:pt x="13413" y="1089"/>
                  </a:lnTo>
                  <a:lnTo>
                    <a:pt x="13427" y="1008"/>
                  </a:lnTo>
                  <a:lnTo>
                    <a:pt x="13440" y="926"/>
                  </a:lnTo>
                  <a:lnTo>
                    <a:pt x="13440" y="831"/>
                  </a:lnTo>
                  <a:lnTo>
                    <a:pt x="13440" y="749"/>
                  </a:lnTo>
                  <a:lnTo>
                    <a:pt x="13427" y="668"/>
                  </a:lnTo>
                  <a:lnTo>
                    <a:pt x="13413" y="586"/>
                  </a:lnTo>
                  <a:lnTo>
                    <a:pt x="13386" y="504"/>
                  </a:lnTo>
                  <a:lnTo>
                    <a:pt x="13304" y="368"/>
                  </a:lnTo>
                  <a:lnTo>
                    <a:pt x="13195" y="246"/>
                  </a:lnTo>
                  <a:lnTo>
                    <a:pt x="13073" y="151"/>
                  </a:lnTo>
                  <a:lnTo>
                    <a:pt x="12937" y="69"/>
                  </a:lnTo>
                  <a:lnTo>
                    <a:pt x="12855" y="42"/>
                  </a:lnTo>
                  <a:lnTo>
                    <a:pt x="12774" y="15"/>
                  </a:lnTo>
                  <a:lnTo>
                    <a:pt x="12692" y="1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3751797" y="3757005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831" y="1673"/>
                  </a:lnTo>
                  <a:lnTo>
                    <a:pt x="12611" y="1673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3751797" y="3891131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7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7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3751797" y="4025258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8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8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9"/>
                  </a:lnTo>
                  <a:lnTo>
                    <a:pt x="69" y="1170"/>
                  </a:lnTo>
                  <a:lnTo>
                    <a:pt x="151" y="1306"/>
                  </a:lnTo>
                  <a:lnTo>
                    <a:pt x="246" y="1429"/>
                  </a:lnTo>
                  <a:lnTo>
                    <a:pt x="368" y="1537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37"/>
                  </a:lnTo>
                  <a:lnTo>
                    <a:pt x="13195" y="1429"/>
                  </a:lnTo>
                  <a:lnTo>
                    <a:pt x="13304" y="1306"/>
                  </a:lnTo>
                  <a:lnTo>
                    <a:pt x="13386" y="1170"/>
                  </a:lnTo>
                  <a:lnTo>
                    <a:pt x="13413" y="1089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8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8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3751797" y="4159879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54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53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3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3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53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54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3751797" y="4294005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3751797" y="4428132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4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2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2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4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3667681" y="3622843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1"/>
                  </a:moveTo>
                  <a:lnTo>
                    <a:pt x="286" y="15"/>
                  </a:lnTo>
                  <a:lnTo>
                    <a:pt x="218" y="28"/>
                  </a:lnTo>
                  <a:lnTo>
                    <a:pt x="164" y="69"/>
                  </a:lnTo>
                  <a:lnTo>
                    <a:pt x="109" y="110"/>
                  </a:lnTo>
                  <a:lnTo>
                    <a:pt x="69" y="164"/>
                  </a:lnTo>
                  <a:lnTo>
                    <a:pt x="28" y="219"/>
                  </a:lnTo>
                  <a:lnTo>
                    <a:pt x="14" y="287"/>
                  </a:lnTo>
                  <a:lnTo>
                    <a:pt x="1" y="355"/>
                  </a:lnTo>
                  <a:lnTo>
                    <a:pt x="14" y="436"/>
                  </a:lnTo>
                  <a:lnTo>
                    <a:pt x="28" y="491"/>
                  </a:lnTo>
                  <a:lnTo>
                    <a:pt x="69" y="559"/>
                  </a:lnTo>
                  <a:lnTo>
                    <a:pt x="109" y="613"/>
                  </a:lnTo>
                  <a:lnTo>
                    <a:pt x="164" y="654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354" y="722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4"/>
                  </a:lnTo>
                  <a:lnTo>
                    <a:pt x="613" y="613"/>
                  </a:lnTo>
                  <a:lnTo>
                    <a:pt x="653" y="559"/>
                  </a:lnTo>
                  <a:lnTo>
                    <a:pt x="681" y="491"/>
                  </a:lnTo>
                  <a:lnTo>
                    <a:pt x="708" y="436"/>
                  </a:lnTo>
                  <a:lnTo>
                    <a:pt x="721" y="355"/>
                  </a:lnTo>
                  <a:lnTo>
                    <a:pt x="708" y="287"/>
                  </a:lnTo>
                  <a:lnTo>
                    <a:pt x="681" y="219"/>
                  </a:lnTo>
                  <a:lnTo>
                    <a:pt x="653" y="164"/>
                  </a:lnTo>
                  <a:lnTo>
                    <a:pt x="613" y="110"/>
                  </a:lnTo>
                  <a:lnTo>
                    <a:pt x="558" y="69"/>
                  </a:lnTo>
                  <a:lnTo>
                    <a:pt x="504" y="28"/>
                  </a:lnTo>
                  <a:lnTo>
                    <a:pt x="436" y="15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3667681" y="365652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3667681" y="375700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3667681" y="3790652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3667681" y="402525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41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41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3667681" y="405939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72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694"/>
                  </a:lnTo>
                  <a:lnTo>
                    <a:pt x="354" y="707"/>
                  </a:lnTo>
                  <a:lnTo>
                    <a:pt x="436" y="694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72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3667681" y="3891131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7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67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3667681" y="392477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8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8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3667681" y="415987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3667681" y="4193526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3667681" y="4294005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3667681" y="432765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6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6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3667681" y="442813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3667681" y="4461778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8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3"/>
                  </a:lnTo>
                  <a:lnTo>
                    <a:pt x="164" y="653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3"/>
                  </a:lnTo>
                  <a:lnTo>
                    <a:pt x="613" y="613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8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3722497" y="3425736"/>
              <a:ext cx="438459" cy="48596"/>
            </a:xfrm>
            <a:custGeom>
              <a:avLst/>
              <a:gdLst/>
              <a:ahLst/>
              <a:cxnLst/>
              <a:rect l="l" t="t" r="r" b="b"/>
              <a:pathLst>
                <a:path w="12406" h="1375" extrusionOk="0">
                  <a:moveTo>
                    <a:pt x="1374" y="1"/>
                  </a:moveTo>
                  <a:lnTo>
                    <a:pt x="1224" y="15"/>
                  </a:lnTo>
                  <a:lnTo>
                    <a:pt x="1088" y="28"/>
                  </a:lnTo>
                  <a:lnTo>
                    <a:pt x="966" y="69"/>
                  </a:lnTo>
                  <a:lnTo>
                    <a:pt x="830" y="110"/>
                  </a:lnTo>
                  <a:lnTo>
                    <a:pt x="708" y="164"/>
                  </a:lnTo>
                  <a:lnTo>
                    <a:pt x="599" y="246"/>
                  </a:lnTo>
                  <a:lnTo>
                    <a:pt x="490" y="314"/>
                  </a:lnTo>
                  <a:lnTo>
                    <a:pt x="395" y="409"/>
                  </a:lnTo>
                  <a:lnTo>
                    <a:pt x="313" y="504"/>
                  </a:lnTo>
                  <a:lnTo>
                    <a:pt x="231" y="613"/>
                  </a:lnTo>
                  <a:lnTo>
                    <a:pt x="163" y="722"/>
                  </a:lnTo>
                  <a:lnTo>
                    <a:pt x="109" y="844"/>
                  </a:lnTo>
                  <a:lnTo>
                    <a:pt x="55" y="967"/>
                  </a:lnTo>
                  <a:lnTo>
                    <a:pt x="27" y="1103"/>
                  </a:lnTo>
                  <a:lnTo>
                    <a:pt x="0" y="1239"/>
                  </a:lnTo>
                  <a:lnTo>
                    <a:pt x="0" y="1375"/>
                  </a:lnTo>
                  <a:lnTo>
                    <a:pt x="12406" y="1375"/>
                  </a:lnTo>
                  <a:lnTo>
                    <a:pt x="12392" y="1239"/>
                  </a:lnTo>
                  <a:lnTo>
                    <a:pt x="12379" y="1103"/>
                  </a:lnTo>
                  <a:lnTo>
                    <a:pt x="12338" y="967"/>
                  </a:lnTo>
                  <a:lnTo>
                    <a:pt x="12297" y="844"/>
                  </a:lnTo>
                  <a:lnTo>
                    <a:pt x="12229" y="722"/>
                  </a:lnTo>
                  <a:lnTo>
                    <a:pt x="12161" y="613"/>
                  </a:lnTo>
                  <a:lnTo>
                    <a:pt x="12093" y="504"/>
                  </a:lnTo>
                  <a:lnTo>
                    <a:pt x="11998" y="409"/>
                  </a:lnTo>
                  <a:lnTo>
                    <a:pt x="11902" y="314"/>
                  </a:lnTo>
                  <a:lnTo>
                    <a:pt x="11794" y="246"/>
                  </a:lnTo>
                  <a:lnTo>
                    <a:pt x="11685" y="164"/>
                  </a:lnTo>
                  <a:lnTo>
                    <a:pt x="11562" y="110"/>
                  </a:lnTo>
                  <a:lnTo>
                    <a:pt x="11440" y="69"/>
                  </a:lnTo>
                  <a:lnTo>
                    <a:pt x="11304" y="28"/>
                  </a:lnTo>
                  <a:lnTo>
                    <a:pt x="11168" y="15"/>
                  </a:lnTo>
                  <a:lnTo>
                    <a:pt x="110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4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Transformer Encoder Layers</a:t>
            </a:r>
            <a:endParaRPr dirty="0"/>
          </a:p>
        </p:txBody>
      </p:sp>
      <p:pic>
        <p:nvPicPr>
          <p:cNvPr id="2061" name="Google Shape;2061;p40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2350" y="982738"/>
            <a:ext cx="5479301" cy="3387524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40"/>
          <p:cNvSpPr txBox="1"/>
          <p:nvPr/>
        </p:nvSpPr>
        <p:spPr>
          <a:xfrm>
            <a:off x="457200" y="448837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63" name="Google Shape;2063;p40"/>
          <p:cNvGrpSpPr/>
          <p:nvPr/>
        </p:nvGrpSpPr>
        <p:grpSpPr>
          <a:xfrm>
            <a:off x="3657525" y="1757237"/>
            <a:ext cx="1857600" cy="2354488"/>
            <a:chOff x="3657525" y="1700087"/>
            <a:chExt cx="1857600" cy="2354488"/>
          </a:xfrm>
        </p:grpSpPr>
        <p:sp>
          <p:nvSpPr>
            <p:cNvPr id="2064" name="Google Shape;2064;p40"/>
            <p:cNvSpPr/>
            <p:nvPr/>
          </p:nvSpPr>
          <p:spPr>
            <a:xfrm>
              <a:off x="3657525" y="3876675"/>
              <a:ext cx="1857600" cy="1779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5" name="Google Shape;2065;p40"/>
            <p:cNvGrpSpPr/>
            <p:nvPr/>
          </p:nvGrpSpPr>
          <p:grpSpPr>
            <a:xfrm>
              <a:off x="3914644" y="1700087"/>
              <a:ext cx="1314414" cy="2297556"/>
              <a:chOff x="5672100" y="1487825"/>
              <a:chExt cx="1557363" cy="2722223"/>
            </a:xfrm>
          </p:grpSpPr>
          <p:sp>
            <p:nvSpPr>
              <p:cNvPr id="2066" name="Google Shape;2066;p40"/>
              <p:cNvSpPr/>
              <p:nvPr/>
            </p:nvSpPr>
            <p:spPr>
              <a:xfrm>
                <a:off x="6396824" y="1958728"/>
                <a:ext cx="129354" cy="452692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14345" extrusionOk="0">
                    <a:moveTo>
                      <a:pt x="2050" y="0"/>
                    </a:moveTo>
                    <a:lnTo>
                      <a:pt x="0" y="14345"/>
                    </a:lnTo>
                    <a:lnTo>
                      <a:pt x="4099" y="14345"/>
                    </a:lnTo>
                    <a:lnTo>
                      <a:pt x="2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40"/>
              <p:cNvSpPr/>
              <p:nvPr/>
            </p:nvSpPr>
            <p:spPr>
              <a:xfrm>
                <a:off x="6221394" y="2363297"/>
                <a:ext cx="480210" cy="55825"/>
              </a:xfrm>
              <a:custGeom>
                <a:avLst/>
                <a:gdLst/>
                <a:ahLst/>
                <a:cxnLst/>
                <a:rect l="l" t="t" r="r" b="b"/>
                <a:pathLst>
                  <a:path w="15217" h="1769" extrusionOk="0">
                    <a:moveTo>
                      <a:pt x="718" y="1"/>
                    </a:moveTo>
                    <a:lnTo>
                      <a:pt x="1" y="1768"/>
                    </a:lnTo>
                    <a:lnTo>
                      <a:pt x="15217" y="1768"/>
                    </a:lnTo>
                    <a:lnTo>
                      <a:pt x="144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40"/>
              <p:cNvSpPr/>
              <p:nvPr/>
            </p:nvSpPr>
            <p:spPr>
              <a:xfrm>
                <a:off x="6345479" y="3269506"/>
                <a:ext cx="230023" cy="498766"/>
              </a:xfrm>
              <a:custGeom>
                <a:avLst/>
                <a:gdLst/>
                <a:ahLst/>
                <a:cxnLst/>
                <a:rect l="l" t="t" r="r" b="b"/>
                <a:pathLst>
                  <a:path w="7289" h="15805" extrusionOk="0">
                    <a:moveTo>
                      <a:pt x="1" y="0"/>
                    </a:moveTo>
                    <a:lnTo>
                      <a:pt x="1" y="15805"/>
                    </a:lnTo>
                    <a:lnTo>
                      <a:pt x="7289" y="15805"/>
                    </a:lnTo>
                    <a:lnTo>
                      <a:pt x="72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40"/>
              <p:cNvSpPr/>
              <p:nvPr/>
            </p:nvSpPr>
            <p:spPr>
              <a:xfrm>
                <a:off x="6292147" y="3768243"/>
                <a:ext cx="336719" cy="90191"/>
              </a:xfrm>
              <a:custGeom>
                <a:avLst/>
                <a:gdLst/>
                <a:ahLst/>
                <a:cxnLst/>
                <a:rect l="l" t="t" r="r" b="b"/>
                <a:pathLst>
                  <a:path w="10670" h="2858" extrusionOk="0">
                    <a:moveTo>
                      <a:pt x="2049" y="1"/>
                    </a:moveTo>
                    <a:lnTo>
                      <a:pt x="1832" y="14"/>
                    </a:lnTo>
                    <a:lnTo>
                      <a:pt x="1640" y="39"/>
                    </a:lnTo>
                    <a:lnTo>
                      <a:pt x="1435" y="91"/>
                    </a:lnTo>
                    <a:lnTo>
                      <a:pt x="1255" y="155"/>
                    </a:lnTo>
                    <a:lnTo>
                      <a:pt x="1076" y="244"/>
                    </a:lnTo>
                    <a:lnTo>
                      <a:pt x="897" y="347"/>
                    </a:lnTo>
                    <a:lnTo>
                      <a:pt x="743" y="462"/>
                    </a:lnTo>
                    <a:lnTo>
                      <a:pt x="602" y="603"/>
                    </a:lnTo>
                    <a:lnTo>
                      <a:pt x="474" y="744"/>
                    </a:lnTo>
                    <a:lnTo>
                      <a:pt x="346" y="898"/>
                    </a:lnTo>
                    <a:lnTo>
                      <a:pt x="244" y="1064"/>
                    </a:lnTo>
                    <a:lnTo>
                      <a:pt x="167" y="1243"/>
                    </a:lnTo>
                    <a:lnTo>
                      <a:pt x="90" y="1435"/>
                    </a:lnTo>
                    <a:lnTo>
                      <a:pt x="39" y="1628"/>
                    </a:lnTo>
                    <a:lnTo>
                      <a:pt x="13" y="1833"/>
                    </a:lnTo>
                    <a:lnTo>
                      <a:pt x="0" y="2050"/>
                    </a:lnTo>
                    <a:lnTo>
                      <a:pt x="0" y="2857"/>
                    </a:lnTo>
                    <a:lnTo>
                      <a:pt x="10669" y="2857"/>
                    </a:lnTo>
                    <a:lnTo>
                      <a:pt x="10669" y="2050"/>
                    </a:lnTo>
                    <a:lnTo>
                      <a:pt x="10656" y="1833"/>
                    </a:lnTo>
                    <a:lnTo>
                      <a:pt x="10618" y="1628"/>
                    </a:lnTo>
                    <a:lnTo>
                      <a:pt x="10567" y="1435"/>
                    </a:lnTo>
                    <a:lnTo>
                      <a:pt x="10503" y="1243"/>
                    </a:lnTo>
                    <a:lnTo>
                      <a:pt x="10413" y="1064"/>
                    </a:lnTo>
                    <a:lnTo>
                      <a:pt x="10311" y="898"/>
                    </a:lnTo>
                    <a:lnTo>
                      <a:pt x="10195" y="744"/>
                    </a:lnTo>
                    <a:lnTo>
                      <a:pt x="10067" y="603"/>
                    </a:lnTo>
                    <a:lnTo>
                      <a:pt x="9913" y="462"/>
                    </a:lnTo>
                    <a:lnTo>
                      <a:pt x="9760" y="347"/>
                    </a:lnTo>
                    <a:lnTo>
                      <a:pt x="9593" y="244"/>
                    </a:lnTo>
                    <a:lnTo>
                      <a:pt x="9414" y="155"/>
                    </a:lnTo>
                    <a:lnTo>
                      <a:pt x="9222" y="91"/>
                    </a:lnTo>
                    <a:lnTo>
                      <a:pt x="9030" y="39"/>
                    </a:lnTo>
                    <a:lnTo>
                      <a:pt x="8825" y="14"/>
                    </a:lnTo>
                    <a:lnTo>
                      <a:pt x="862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40"/>
              <p:cNvSpPr/>
              <p:nvPr/>
            </p:nvSpPr>
            <p:spPr>
              <a:xfrm>
                <a:off x="5809944" y="3820818"/>
                <a:ext cx="1300705" cy="389230"/>
              </a:xfrm>
              <a:custGeom>
                <a:avLst/>
                <a:gdLst/>
                <a:ahLst/>
                <a:cxnLst/>
                <a:rect l="l" t="t" r="r" b="b"/>
                <a:pathLst>
                  <a:path w="41217" h="12334" extrusionOk="0">
                    <a:moveTo>
                      <a:pt x="5162" y="0"/>
                    </a:moveTo>
                    <a:lnTo>
                      <a:pt x="5162" y="1204"/>
                    </a:lnTo>
                    <a:lnTo>
                      <a:pt x="2959" y="1947"/>
                    </a:lnTo>
                    <a:lnTo>
                      <a:pt x="1973" y="1255"/>
                    </a:lnTo>
                    <a:lnTo>
                      <a:pt x="0" y="4060"/>
                    </a:lnTo>
                    <a:lnTo>
                      <a:pt x="961" y="4739"/>
                    </a:lnTo>
                    <a:lnTo>
                      <a:pt x="871" y="5085"/>
                    </a:lnTo>
                    <a:lnTo>
                      <a:pt x="807" y="5431"/>
                    </a:lnTo>
                    <a:lnTo>
                      <a:pt x="769" y="5802"/>
                    </a:lnTo>
                    <a:lnTo>
                      <a:pt x="743" y="6173"/>
                    </a:lnTo>
                    <a:lnTo>
                      <a:pt x="769" y="6545"/>
                    </a:lnTo>
                    <a:lnTo>
                      <a:pt x="807" y="6903"/>
                    </a:lnTo>
                    <a:lnTo>
                      <a:pt x="871" y="7262"/>
                    </a:lnTo>
                    <a:lnTo>
                      <a:pt x="961" y="7608"/>
                    </a:lnTo>
                    <a:lnTo>
                      <a:pt x="0" y="8274"/>
                    </a:lnTo>
                    <a:lnTo>
                      <a:pt x="1973" y="11079"/>
                    </a:lnTo>
                    <a:lnTo>
                      <a:pt x="2959" y="10387"/>
                    </a:lnTo>
                    <a:lnTo>
                      <a:pt x="5098" y="11130"/>
                    </a:lnTo>
                    <a:lnTo>
                      <a:pt x="5098" y="12334"/>
                    </a:lnTo>
                    <a:lnTo>
                      <a:pt x="8530" y="12334"/>
                    </a:lnTo>
                    <a:lnTo>
                      <a:pt x="8530" y="11130"/>
                    </a:lnTo>
                    <a:lnTo>
                      <a:pt x="11950" y="11130"/>
                    </a:lnTo>
                    <a:lnTo>
                      <a:pt x="11950" y="12334"/>
                    </a:lnTo>
                    <a:lnTo>
                      <a:pt x="15383" y="12334"/>
                    </a:lnTo>
                    <a:lnTo>
                      <a:pt x="15383" y="11130"/>
                    </a:lnTo>
                    <a:lnTo>
                      <a:pt x="18930" y="11130"/>
                    </a:lnTo>
                    <a:lnTo>
                      <a:pt x="18930" y="12334"/>
                    </a:lnTo>
                    <a:lnTo>
                      <a:pt x="22350" y="12334"/>
                    </a:lnTo>
                    <a:lnTo>
                      <a:pt x="22350" y="11130"/>
                    </a:lnTo>
                    <a:lnTo>
                      <a:pt x="25783" y="11130"/>
                    </a:lnTo>
                    <a:lnTo>
                      <a:pt x="25783" y="12334"/>
                    </a:lnTo>
                    <a:lnTo>
                      <a:pt x="29215" y="12334"/>
                    </a:lnTo>
                    <a:lnTo>
                      <a:pt x="29215" y="11130"/>
                    </a:lnTo>
                    <a:lnTo>
                      <a:pt x="32635" y="11130"/>
                    </a:lnTo>
                    <a:lnTo>
                      <a:pt x="32635" y="12334"/>
                    </a:lnTo>
                    <a:lnTo>
                      <a:pt x="36067" y="12334"/>
                    </a:lnTo>
                    <a:lnTo>
                      <a:pt x="36067" y="11130"/>
                    </a:lnTo>
                    <a:lnTo>
                      <a:pt x="38270" y="10387"/>
                    </a:lnTo>
                    <a:lnTo>
                      <a:pt x="39257" y="11079"/>
                    </a:lnTo>
                    <a:lnTo>
                      <a:pt x="41216" y="8274"/>
                    </a:lnTo>
                    <a:lnTo>
                      <a:pt x="40268" y="7608"/>
                    </a:lnTo>
                    <a:lnTo>
                      <a:pt x="40358" y="7262"/>
                    </a:lnTo>
                    <a:lnTo>
                      <a:pt x="40422" y="6903"/>
                    </a:lnTo>
                    <a:lnTo>
                      <a:pt x="40460" y="6545"/>
                    </a:lnTo>
                    <a:lnTo>
                      <a:pt x="40473" y="6173"/>
                    </a:lnTo>
                    <a:lnTo>
                      <a:pt x="40460" y="5802"/>
                    </a:lnTo>
                    <a:lnTo>
                      <a:pt x="40422" y="5431"/>
                    </a:lnTo>
                    <a:lnTo>
                      <a:pt x="40358" y="5085"/>
                    </a:lnTo>
                    <a:lnTo>
                      <a:pt x="40268" y="4739"/>
                    </a:lnTo>
                    <a:lnTo>
                      <a:pt x="41216" y="4060"/>
                    </a:lnTo>
                    <a:lnTo>
                      <a:pt x="39257" y="1255"/>
                    </a:lnTo>
                    <a:lnTo>
                      <a:pt x="38270" y="1947"/>
                    </a:lnTo>
                    <a:lnTo>
                      <a:pt x="36131" y="1204"/>
                    </a:lnTo>
                    <a:lnTo>
                      <a:pt x="36131" y="0"/>
                    </a:lnTo>
                    <a:lnTo>
                      <a:pt x="32699" y="0"/>
                    </a:lnTo>
                    <a:lnTo>
                      <a:pt x="32699" y="1204"/>
                    </a:lnTo>
                    <a:lnTo>
                      <a:pt x="29266" y="1204"/>
                    </a:lnTo>
                    <a:lnTo>
                      <a:pt x="29266" y="0"/>
                    </a:lnTo>
                    <a:lnTo>
                      <a:pt x="25847" y="0"/>
                    </a:lnTo>
                    <a:lnTo>
                      <a:pt x="25847" y="1204"/>
                    </a:lnTo>
                    <a:lnTo>
                      <a:pt x="22414" y="1204"/>
                    </a:lnTo>
                    <a:lnTo>
                      <a:pt x="22414" y="0"/>
                    </a:lnTo>
                    <a:lnTo>
                      <a:pt x="18994" y="0"/>
                    </a:lnTo>
                    <a:lnTo>
                      <a:pt x="18994" y="1204"/>
                    </a:lnTo>
                    <a:lnTo>
                      <a:pt x="15434" y="1204"/>
                    </a:lnTo>
                    <a:lnTo>
                      <a:pt x="15434" y="0"/>
                    </a:lnTo>
                    <a:lnTo>
                      <a:pt x="12014" y="0"/>
                    </a:lnTo>
                    <a:lnTo>
                      <a:pt x="12014" y="1204"/>
                    </a:lnTo>
                    <a:lnTo>
                      <a:pt x="8582" y="1204"/>
                    </a:lnTo>
                    <a:lnTo>
                      <a:pt x="85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40"/>
              <p:cNvSpPr/>
              <p:nvPr/>
            </p:nvSpPr>
            <p:spPr>
              <a:xfrm>
                <a:off x="5864918" y="3889929"/>
                <a:ext cx="1191169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37746" h="7954" extrusionOk="0">
                    <a:moveTo>
                      <a:pt x="3971" y="0"/>
                    </a:moveTo>
                    <a:lnTo>
                      <a:pt x="3766" y="13"/>
                    </a:lnTo>
                    <a:lnTo>
                      <a:pt x="3561" y="26"/>
                    </a:lnTo>
                    <a:lnTo>
                      <a:pt x="3369" y="51"/>
                    </a:lnTo>
                    <a:lnTo>
                      <a:pt x="3177" y="90"/>
                    </a:lnTo>
                    <a:lnTo>
                      <a:pt x="2985" y="128"/>
                    </a:lnTo>
                    <a:lnTo>
                      <a:pt x="2792" y="179"/>
                    </a:lnTo>
                    <a:lnTo>
                      <a:pt x="2600" y="244"/>
                    </a:lnTo>
                    <a:lnTo>
                      <a:pt x="2421" y="320"/>
                    </a:lnTo>
                    <a:lnTo>
                      <a:pt x="2255" y="397"/>
                    </a:lnTo>
                    <a:lnTo>
                      <a:pt x="2075" y="487"/>
                    </a:lnTo>
                    <a:lnTo>
                      <a:pt x="1909" y="577"/>
                    </a:lnTo>
                    <a:lnTo>
                      <a:pt x="1755" y="679"/>
                    </a:lnTo>
                    <a:lnTo>
                      <a:pt x="1601" y="794"/>
                    </a:lnTo>
                    <a:lnTo>
                      <a:pt x="1448" y="910"/>
                    </a:lnTo>
                    <a:lnTo>
                      <a:pt x="1307" y="1038"/>
                    </a:lnTo>
                    <a:lnTo>
                      <a:pt x="1166" y="1166"/>
                    </a:lnTo>
                    <a:lnTo>
                      <a:pt x="1038" y="1307"/>
                    </a:lnTo>
                    <a:lnTo>
                      <a:pt x="910" y="1447"/>
                    </a:lnTo>
                    <a:lnTo>
                      <a:pt x="794" y="1601"/>
                    </a:lnTo>
                    <a:lnTo>
                      <a:pt x="679" y="1755"/>
                    </a:lnTo>
                    <a:lnTo>
                      <a:pt x="577" y="1921"/>
                    </a:lnTo>
                    <a:lnTo>
                      <a:pt x="474" y="2088"/>
                    </a:lnTo>
                    <a:lnTo>
                      <a:pt x="397" y="2254"/>
                    </a:lnTo>
                    <a:lnTo>
                      <a:pt x="308" y="2434"/>
                    </a:lnTo>
                    <a:lnTo>
                      <a:pt x="244" y="2613"/>
                    </a:lnTo>
                    <a:lnTo>
                      <a:pt x="180" y="2792"/>
                    </a:lnTo>
                    <a:lnTo>
                      <a:pt x="128" y="2984"/>
                    </a:lnTo>
                    <a:lnTo>
                      <a:pt x="77" y="3177"/>
                    </a:lnTo>
                    <a:lnTo>
                      <a:pt x="52" y="3369"/>
                    </a:lnTo>
                    <a:lnTo>
                      <a:pt x="26" y="3574"/>
                    </a:lnTo>
                    <a:lnTo>
                      <a:pt x="0" y="3778"/>
                    </a:lnTo>
                    <a:lnTo>
                      <a:pt x="0" y="3983"/>
                    </a:lnTo>
                    <a:lnTo>
                      <a:pt x="0" y="4188"/>
                    </a:lnTo>
                    <a:lnTo>
                      <a:pt x="26" y="4380"/>
                    </a:lnTo>
                    <a:lnTo>
                      <a:pt x="52" y="4585"/>
                    </a:lnTo>
                    <a:lnTo>
                      <a:pt x="77" y="4777"/>
                    </a:lnTo>
                    <a:lnTo>
                      <a:pt x="128" y="4970"/>
                    </a:lnTo>
                    <a:lnTo>
                      <a:pt x="180" y="5162"/>
                    </a:lnTo>
                    <a:lnTo>
                      <a:pt x="244" y="5341"/>
                    </a:lnTo>
                    <a:lnTo>
                      <a:pt x="308" y="5520"/>
                    </a:lnTo>
                    <a:lnTo>
                      <a:pt x="397" y="5700"/>
                    </a:lnTo>
                    <a:lnTo>
                      <a:pt x="474" y="5866"/>
                    </a:lnTo>
                    <a:lnTo>
                      <a:pt x="577" y="6033"/>
                    </a:lnTo>
                    <a:lnTo>
                      <a:pt x="679" y="6199"/>
                    </a:lnTo>
                    <a:lnTo>
                      <a:pt x="794" y="6353"/>
                    </a:lnTo>
                    <a:lnTo>
                      <a:pt x="910" y="6507"/>
                    </a:lnTo>
                    <a:lnTo>
                      <a:pt x="1038" y="6647"/>
                    </a:lnTo>
                    <a:lnTo>
                      <a:pt x="1166" y="6788"/>
                    </a:lnTo>
                    <a:lnTo>
                      <a:pt x="1307" y="6916"/>
                    </a:lnTo>
                    <a:lnTo>
                      <a:pt x="1448" y="7044"/>
                    </a:lnTo>
                    <a:lnTo>
                      <a:pt x="1601" y="7160"/>
                    </a:lnTo>
                    <a:lnTo>
                      <a:pt x="1755" y="7275"/>
                    </a:lnTo>
                    <a:lnTo>
                      <a:pt x="1909" y="7378"/>
                    </a:lnTo>
                    <a:lnTo>
                      <a:pt x="2075" y="7467"/>
                    </a:lnTo>
                    <a:lnTo>
                      <a:pt x="2255" y="7557"/>
                    </a:lnTo>
                    <a:lnTo>
                      <a:pt x="2421" y="7634"/>
                    </a:lnTo>
                    <a:lnTo>
                      <a:pt x="2600" y="7711"/>
                    </a:lnTo>
                    <a:lnTo>
                      <a:pt x="2792" y="7775"/>
                    </a:lnTo>
                    <a:lnTo>
                      <a:pt x="2985" y="7826"/>
                    </a:lnTo>
                    <a:lnTo>
                      <a:pt x="3177" y="7877"/>
                    </a:lnTo>
                    <a:lnTo>
                      <a:pt x="3369" y="7903"/>
                    </a:lnTo>
                    <a:lnTo>
                      <a:pt x="3561" y="7928"/>
                    </a:lnTo>
                    <a:lnTo>
                      <a:pt x="3766" y="7941"/>
                    </a:lnTo>
                    <a:lnTo>
                      <a:pt x="3971" y="7954"/>
                    </a:lnTo>
                    <a:lnTo>
                      <a:pt x="33762" y="7954"/>
                    </a:lnTo>
                    <a:lnTo>
                      <a:pt x="33967" y="7941"/>
                    </a:lnTo>
                    <a:lnTo>
                      <a:pt x="34172" y="7928"/>
                    </a:lnTo>
                    <a:lnTo>
                      <a:pt x="34377" y="7903"/>
                    </a:lnTo>
                    <a:lnTo>
                      <a:pt x="34569" y="7877"/>
                    </a:lnTo>
                    <a:lnTo>
                      <a:pt x="34761" y="7826"/>
                    </a:lnTo>
                    <a:lnTo>
                      <a:pt x="34953" y="7775"/>
                    </a:lnTo>
                    <a:lnTo>
                      <a:pt x="35132" y="7711"/>
                    </a:lnTo>
                    <a:lnTo>
                      <a:pt x="35312" y="7634"/>
                    </a:lnTo>
                    <a:lnTo>
                      <a:pt x="35491" y="7557"/>
                    </a:lnTo>
                    <a:lnTo>
                      <a:pt x="35657" y="7467"/>
                    </a:lnTo>
                    <a:lnTo>
                      <a:pt x="35824" y="7378"/>
                    </a:lnTo>
                    <a:lnTo>
                      <a:pt x="35990" y="7275"/>
                    </a:lnTo>
                    <a:lnTo>
                      <a:pt x="36144" y="7160"/>
                    </a:lnTo>
                    <a:lnTo>
                      <a:pt x="36298" y="7044"/>
                    </a:lnTo>
                    <a:lnTo>
                      <a:pt x="36439" y="6916"/>
                    </a:lnTo>
                    <a:lnTo>
                      <a:pt x="36580" y="6788"/>
                    </a:lnTo>
                    <a:lnTo>
                      <a:pt x="36708" y="6647"/>
                    </a:lnTo>
                    <a:lnTo>
                      <a:pt x="36836" y="6507"/>
                    </a:lnTo>
                    <a:lnTo>
                      <a:pt x="36951" y="6353"/>
                    </a:lnTo>
                    <a:lnTo>
                      <a:pt x="37066" y="6199"/>
                    </a:lnTo>
                    <a:lnTo>
                      <a:pt x="37169" y="6033"/>
                    </a:lnTo>
                    <a:lnTo>
                      <a:pt x="37258" y="5866"/>
                    </a:lnTo>
                    <a:lnTo>
                      <a:pt x="37348" y="5700"/>
                    </a:lnTo>
                    <a:lnTo>
                      <a:pt x="37425" y="5520"/>
                    </a:lnTo>
                    <a:lnTo>
                      <a:pt x="37502" y="5341"/>
                    </a:lnTo>
                    <a:lnTo>
                      <a:pt x="37566" y="5162"/>
                    </a:lnTo>
                    <a:lnTo>
                      <a:pt x="37617" y="4970"/>
                    </a:lnTo>
                    <a:lnTo>
                      <a:pt x="37655" y="4777"/>
                    </a:lnTo>
                    <a:lnTo>
                      <a:pt x="37694" y="4585"/>
                    </a:lnTo>
                    <a:lnTo>
                      <a:pt x="37719" y="4380"/>
                    </a:lnTo>
                    <a:lnTo>
                      <a:pt x="37732" y="4188"/>
                    </a:lnTo>
                    <a:lnTo>
                      <a:pt x="37745" y="3983"/>
                    </a:lnTo>
                    <a:lnTo>
                      <a:pt x="37732" y="3778"/>
                    </a:lnTo>
                    <a:lnTo>
                      <a:pt x="37719" y="3574"/>
                    </a:lnTo>
                    <a:lnTo>
                      <a:pt x="37694" y="3369"/>
                    </a:lnTo>
                    <a:lnTo>
                      <a:pt x="37655" y="3177"/>
                    </a:lnTo>
                    <a:lnTo>
                      <a:pt x="37617" y="2984"/>
                    </a:lnTo>
                    <a:lnTo>
                      <a:pt x="37566" y="2792"/>
                    </a:lnTo>
                    <a:lnTo>
                      <a:pt x="37502" y="2613"/>
                    </a:lnTo>
                    <a:lnTo>
                      <a:pt x="37425" y="2434"/>
                    </a:lnTo>
                    <a:lnTo>
                      <a:pt x="37348" y="2254"/>
                    </a:lnTo>
                    <a:lnTo>
                      <a:pt x="37258" y="2088"/>
                    </a:lnTo>
                    <a:lnTo>
                      <a:pt x="37169" y="1921"/>
                    </a:lnTo>
                    <a:lnTo>
                      <a:pt x="37066" y="1755"/>
                    </a:lnTo>
                    <a:lnTo>
                      <a:pt x="36951" y="1601"/>
                    </a:lnTo>
                    <a:lnTo>
                      <a:pt x="36836" y="1447"/>
                    </a:lnTo>
                    <a:lnTo>
                      <a:pt x="36708" y="1307"/>
                    </a:lnTo>
                    <a:lnTo>
                      <a:pt x="36580" y="1166"/>
                    </a:lnTo>
                    <a:lnTo>
                      <a:pt x="36439" y="1038"/>
                    </a:lnTo>
                    <a:lnTo>
                      <a:pt x="36298" y="910"/>
                    </a:lnTo>
                    <a:lnTo>
                      <a:pt x="36144" y="794"/>
                    </a:lnTo>
                    <a:lnTo>
                      <a:pt x="35990" y="679"/>
                    </a:lnTo>
                    <a:lnTo>
                      <a:pt x="35824" y="577"/>
                    </a:lnTo>
                    <a:lnTo>
                      <a:pt x="35657" y="487"/>
                    </a:lnTo>
                    <a:lnTo>
                      <a:pt x="35491" y="397"/>
                    </a:lnTo>
                    <a:lnTo>
                      <a:pt x="35312" y="320"/>
                    </a:lnTo>
                    <a:lnTo>
                      <a:pt x="35132" y="244"/>
                    </a:lnTo>
                    <a:lnTo>
                      <a:pt x="34953" y="179"/>
                    </a:lnTo>
                    <a:lnTo>
                      <a:pt x="34761" y="128"/>
                    </a:lnTo>
                    <a:lnTo>
                      <a:pt x="34569" y="90"/>
                    </a:lnTo>
                    <a:lnTo>
                      <a:pt x="34377" y="51"/>
                    </a:lnTo>
                    <a:lnTo>
                      <a:pt x="34172" y="26"/>
                    </a:lnTo>
                    <a:lnTo>
                      <a:pt x="33967" y="13"/>
                    </a:lnTo>
                    <a:lnTo>
                      <a:pt x="3376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40"/>
              <p:cNvSpPr/>
              <p:nvPr/>
            </p:nvSpPr>
            <p:spPr>
              <a:xfrm>
                <a:off x="5896444" y="3921455"/>
                <a:ext cx="112811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35748" h="5956" extrusionOk="0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2917" y="5956"/>
                    </a:lnTo>
                    <a:lnTo>
                      <a:pt x="33070" y="5943"/>
                    </a:lnTo>
                    <a:lnTo>
                      <a:pt x="33365" y="5905"/>
                    </a:lnTo>
                    <a:lnTo>
                      <a:pt x="33659" y="5828"/>
                    </a:lnTo>
                    <a:lnTo>
                      <a:pt x="33928" y="5725"/>
                    </a:lnTo>
                    <a:lnTo>
                      <a:pt x="34184" y="5597"/>
                    </a:lnTo>
                    <a:lnTo>
                      <a:pt x="34428" y="5456"/>
                    </a:lnTo>
                    <a:lnTo>
                      <a:pt x="34658" y="5277"/>
                    </a:lnTo>
                    <a:lnTo>
                      <a:pt x="34876" y="5085"/>
                    </a:lnTo>
                    <a:lnTo>
                      <a:pt x="35068" y="4880"/>
                    </a:lnTo>
                    <a:lnTo>
                      <a:pt x="35235" y="4649"/>
                    </a:lnTo>
                    <a:lnTo>
                      <a:pt x="35388" y="4406"/>
                    </a:lnTo>
                    <a:lnTo>
                      <a:pt x="35517" y="4137"/>
                    </a:lnTo>
                    <a:lnTo>
                      <a:pt x="35619" y="3868"/>
                    </a:lnTo>
                    <a:lnTo>
                      <a:pt x="35683" y="3586"/>
                    </a:lnTo>
                    <a:lnTo>
                      <a:pt x="35734" y="3279"/>
                    </a:lnTo>
                    <a:lnTo>
                      <a:pt x="35747" y="3138"/>
                    </a:lnTo>
                    <a:lnTo>
                      <a:pt x="35747" y="2984"/>
                    </a:lnTo>
                    <a:lnTo>
                      <a:pt x="35747" y="2831"/>
                    </a:lnTo>
                    <a:lnTo>
                      <a:pt x="35734" y="2677"/>
                    </a:lnTo>
                    <a:lnTo>
                      <a:pt x="35683" y="2382"/>
                    </a:lnTo>
                    <a:lnTo>
                      <a:pt x="35619" y="2088"/>
                    </a:lnTo>
                    <a:lnTo>
                      <a:pt x="35517" y="1819"/>
                    </a:lnTo>
                    <a:lnTo>
                      <a:pt x="35388" y="1563"/>
                    </a:lnTo>
                    <a:lnTo>
                      <a:pt x="35235" y="1319"/>
                    </a:lnTo>
                    <a:lnTo>
                      <a:pt x="35068" y="1089"/>
                    </a:lnTo>
                    <a:lnTo>
                      <a:pt x="34876" y="871"/>
                    </a:lnTo>
                    <a:lnTo>
                      <a:pt x="34658" y="679"/>
                    </a:lnTo>
                    <a:lnTo>
                      <a:pt x="34428" y="512"/>
                    </a:lnTo>
                    <a:lnTo>
                      <a:pt x="34184" y="359"/>
                    </a:lnTo>
                    <a:lnTo>
                      <a:pt x="33928" y="231"/>
                    </a:lnTo>
                    <a:lnTo>
                      <a:pt x="33659" y="128"/>
                    </a:lnTo>
                    <a:lnTo>
                      <a:pt x="33365" y="64"/>
                    </a:lnTo>
                    <a:lnTo>
                      <a:pt x="33070" y="13"/>
                    </a:lnTo>
                    <a:lnTo>
                      <a:pt x="329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40"/>
              <p:cNvSpPr/>
              <p:nvPr/>
            </p:nvSpPr>
            <p:spPr>
              <a:xfrm>
                <a:off x="5693528" y="2429189"/>
                <a:ext cx="1535935" cy="1155194"/>
              </a:xfrm>
              <a:custGeom>
                <a:avLst/>
                <a:gdLst/>
                <a:ahLst/>
                <a:cxnLst/>
                <a:rect l="l" t="t" r="r" b="b"/>
                <a:pathLst>
                  <a:path w="48671" h="36606" extrusionOk="0">
                    <a:moveTo>
                      <a:pt x="18162" y="0"/>
                    </a:moveTo>
                    <a:lnTo>
                      <a:pt x="17881" y="13"/>
                    </a:lnTo>
                    <a:lnTo>
                      <a:pt x="17599" y="39"/>
                    </a:lnTo>
                    <a:lnTo>
                      <a:pt x="17330" y="77"/>
                    </a:lnTo>
                    <a:lnTo>
                      <a:pt x="17048" y="116"/>
                    </a:lnTo>
                    <a:lnTo>
                      <a:pt x="16779" y="167"/>
                    </a:lnTo>
                    <a:lnTo>
                      <a:pt x="16510" y="218"/>
                    </a:lnTo>
                    <a:lnTo>
                      <a:pt x="16241" y="282"/>
                    </a:lnTo>
                    <a:lnTo>
                      <a:pt x="15985" y="359"/>
                    </a:lnTo>
                    <a:lnTo>
                      <a:pt x="15729" y="449"/>
                    </a:lnTo>
                    <a:lnTo>
                      <a:pt x="15473" y="538"/>
                    </a:lnTo>
                    <a:lnTo>
                      <a:pt x="15217" y="628"/>
                    </a:lnTo>
                    <a:lnTo>
                      <a:pt x="14973" y="743"/>
                    </a:lnTo>
                    <a:lnTo>
                      <a:pt x="14730" y="846"/>
                    </a:lnTo>
                    <a:lnTo>
                      <a:pt x="14486" y="974"/>
                    </a:lnTo>
                    <a:lnTo>
                      <a:pt x="14256" y="1102"/>
                    </a:lnTo>
                    <a:lnTo>
                      <a:pt x="14025" y="1230"/>
                    </a:lnTo>
                    <a:lnTo>
                      <a:pt x="13795" y="1371"/>
                    </a:lnTo>
                    <a:lnTo>
                      <a:pt x="13577" y="1525"/>
                    </a:lnTo>
                    <a:lnTo>
                      <a:pt x="13359" y="1678"/>
                    </a:lnTo>
                    <a:lnTo>
                      <a:pt x="13154" y="1845"/>
                    </a:lnTo>
                    <a:lnTo>
                      <a:pt x="12950" y="2011"/>
                    </a:lnTo>
                    <a:lnTo>
                      <a:pt x="12745" y="2178"/>
                    </a:lnTo>
                    <a:lnTo>
                      <a:pt x="12552" y="2357"/>
                    </a:lnTo>
                    <a:lnTo>
                      <a:pt x="12360" y="2549"/>
                    </a:lnTo>
                    <a:lnTo>
                      <a:pt x="12181" y="2741"/>
                    </a:lnTo>
                    <a:lnTo>
                      <a:pt x="12002" y="2933"/>
                    </a:lnTo>
                    <a:lnTo>
                      <a:pt x="11835" y="3138"/>
                    </a:lnTo>
                    <a:lnTo>
                      <a:pt x="11669" y="3343"/>
                    </a:lnTo>
                    <a:lnTo>
                      <a:pt x="11502" y="3561"/>
                    </a:lnTo>
                    <a:lnTo>
                      <a:pt x="11361" y="3779"/>
                    </a:lnTo>
                    <a:lnTo>
                      <a:pt x="11208" y="3996"/>
                    </a:lnTo>
                    <a:lnTo>
                      <a:pt x="10990" y="3971"/>
                    </a:lnTo>
                    <a:lnTo>
                      <a:pt x="10772" y="3945"/>
                    </a:lnTo>
                    <a:lnTo>
                      <a:pt x="10542" y="3932"/>
                    </a:lnTo>
                    <a:lnTo>
                      <a:pt x="10311" y="3920"/>
                    </a:lnTo>
                    <a:lnTo>
                      <a:pt x="10017" y="3932"/>
                    </a:lnTo>
                    <a:lnTo>
                      <a:pt x="9722" y="3958"/>
                    </a:lnTo>
                    <a:lnTo>
                      <a:pt x="9427" y="3984"/>
                    </a:lnTo>
                    <a:lnTo>
                      <a:pt x="9146" y="4035"/>
                    </a:lnTo>
                    <a:lnTo>
                      <a:pt x="8864" y="4099"/>
                    </a:lnTo>
                    <a:lnTo>
                      <a:pt x="8582" y="4189"/>
                    </a:lnTo>
                    <a:lnTo>
                      <a:pt x="8313" y="4278"/>
                    </a:lnTo>
                    <a:lnTo>
                      <a:pt x="8057" y="4381"/>
                    </a:lnTo>
                    <a:lnTo>
                      <a:pt x="7801" y="4496"/>
                    </a:lnTo>
                    <a:lnTo>
                      <a:pt x="7545" y="4624"/>
                    </a:lnTo>
                    <a:lnTo>
                      <a:pt x="7301" y="4765"/>
                    </a:lnTo>
                    <a:lnTo>
                      <a:pt x="7071" y="4919"/>
                    </a:lnTo>
                    <a:lnTo>
                      <a:pt x="6840" y="5072"/>
                    </a:lnTo>
                    <a:lnTo>
                      <a:pt x="6622" y="5252"/>
                    </a:lnTo>
                    <a:lnTo>
                      <a:pt x="6405" y="5431"/>
                    </a:lnTo>
                    <a:lnTo>
                      <a:pt x="6213" y="5623"/>
                    </a:lnTo>
                    <a:lnTo>
                      <a:pt x="6008" y="5828"/>
                    </a:lnTo>
                    <a:lnTo>
                      <a:pt x="5828" y="6033"/>
                    </a:lnTo>
                    <a:lnTo>
                      <a:pt x="5662" y="6251"/>
                    </a:lnTo>
                    <a:lnTo>
                      <a:pt x="5495" y="6481"/>
                    </a:lnTo>
                    <a:lnTo>
                      <a:pt x="5342" y="6725"/>
                    </a:lnTo>
                    <a:lnTo>
                      <a:pt x="5201" y="6968"/>
                    </a:lnTo>
                    <a:lnTo>
                      <a:pt x="5073" y="7211"/>
                    </a:lnTo>
                    <a:lnTo>
                      <a:pt x="4957" y="7467"/>
                    </a:lnTo>
                    <a:lnTo>
                      <a:pt x="4855" y="7736"/>
                    </a:lnTo>
                    <a:lnTo>
                      <a:pt x="4765" y="8005"/>
                    </a:lnTo>
                    <a:lnTo>
                      <a:pt x="4688" y="8287"/>
                    </a:lnTo>
                    <a:lnTo>
                      <a:pt x="4624" y="8556"/>
                    </a:lnTo>
                    <a:lnTo>
                      <a:pt x="4573" y="8851"/>
                    </a:lnTo>
                    <a:lnTo>
                      <a:pt x="4535" y="9145"/>
                    </a:lnTo>
                    <a:lnTo>
                      <a:pt x="4509" y="9440"/>
                    </a:lnTo>
                    <a:lnTo>
                      <a:pt x="4509" y="9734"/>
                    </a:lnTo>
                    <a:lnTo>
                      <a:pt x="4509" y="9978"/>
                    </a:lnTo>
                    <a:lnTo>
                      <a:pt x="4535" y="10234"/>
                    </a:lnTo>
                    <a:lnTo>
                      <a:pt x="4560" y="10477"/>
                    </a:lnTo>
                    <a:lnTo>
                      <a:pt x="4599" y="10721"/>
                    </a:lnTo>
                    <a:lnTo>
                      <a:pt x="4343" y="10849"/>
                    </a:lnTo>
                    <a:lnTo>
                      <a:pt x="4086" y="11002"/>
                    </a:lnTo>
                    <a:lnTo>
                      <a:pt x="3856" y="11156"/>
                    </a:lnTo>
                    <a:lnTo>
                      <a:pt x="3613" y="11323"/>
                    </a:lnTo>
                    <a:lnTo>
                      <a:pt x="3382" y="11489"/>
                    </a:lnTo>
                    <a:lnTo>
                      <a:pt x="3152" y="11668"/>
                    </a:lnTo>
                    <a:lnTo>
                      <a:pt x="2934" y="11848"/>
                    </a:lnTo>
                    <a:lnTo>
                      <a:pt x="2729" y="12040"/>
                    </a:lnTo>
                    <a:lnTo>
                      <a:pt x="2524" y="12245"/>
                    </a:lnTo>
                    <a:lnTo>
                      <a:pt x="2319" y="12450"/>
                    </a:lnTo>
                    <a:lnTo>
                      <a:pt x="2127" y="12655"/>
                    </a:lnTo>
                    <a:lnTo>
                      <a:pt x="1935" y="12872"/>
                    </a:lnTo>
                    <a:lnTo>
                      <a:pt x="1768" y="13103"/>
                    </a:lnTo>
                    <a:lnTo>
                      <a:pt x="1589" y="13333"/>
                    </a:lnTo>
                    <a:lnTo>
                      <a:pt x="1422" y="13564"/>
                    </a:lnTo>
                    <a:lnTo>
                      <a:pt x="1269" y="13807"/>
                    </a:lnTo>
                    <a:lnTo>
                      <a:pt x="1128" y="14063"/>
                    </a:lnTo>
                    <a:lnTo>
                      <a:pt x="987" y="14307"/>
                    </a:lnTo>
                    <a:lnTo>
                      <a:pt x="859" y="14576"/>
                    </a:lnTo>
                    <a:lnTo>
                      <a:pt x="731" y="14832"/>
                    </a:lnTo>
                    <a:lnTo>
                      <a:pt x="616" y="15101"/>
                    </a:lnTo>
                    <a:lnTo>
                      <a:pt x="513" y="15370"/>
                    </a:lnTo>
                    <a:lnTo>
                      <a:pt x="423" y="15652"/>
                    </a:lnTo>
                    <a:lnTo>
                      <a:pt x="334" y="15933"/>
                    </a:lnTo>
                    <a:lnTo>
                      <a:pt x="257" y="16215"/>
                    </a:lnTo>
                    <a:lnTo>
                      <a:pt x="193" y="16497"/>
                    </a:lnTo>
                    <a:lnTo>
                      <a:pt x="129" y="16792"/>
                    </a:lnTo>
                    <a:lnTo>
                      <a:pt x="90" y="17086"/>
                    </a:lnTo>
                    <a:lnTo>
                      <a:pt x="52" y="17394"/>
                    </a:lnTo>
                    <a:lnTo>
                      <a:pt x="26" y="17688"/>
                    </a:lnTo>
                    <a:lnTo>
                      <a:pt x="1" y="17996"/>
                    </a:lnTo>
                    <a:lnTo>
                      <a:pt x="1" y="18303"/>
                    </a:lnTo>
                    <a:lnTo>
                      <a:pt x="1" y="18610"/>
                    </a:lnTo>
                    <a:lnTo>
                      <a:pt x="26" y="18918"/>
                    </a:lnTo>
                    <a:lnTo>
                      <a:pt x="52" y="19225"/>
                    </a:lnTo>
                    <a:lnTo>
                      <a:pt x="90" y="19520"/>
                    </a:lnTo>
                    <a:lnTo>
                      <a:pt x="129" y="19814"/>
                    </a:lnTo>
                    <a:lnTo>
                      <a:pt x="193" y="20109"/>
                    </a:lnTo>
                    <a:lnTo>
                      <a:pt x="257" y="20391"/>
                    </a:lnTo>
                    <a:lnTo>
                      <a:pt x="334" y="20685"/>
                    </a:lnTo>
                    <a:lnTo>
                      <a:pt x="423" y="20967"/>
                    </a:lnTo>
                    <a:lnTo>
                      <a:pt x="513" y="21236"/>
                    </a:lnTo>
                    <a:lnTo>
                      <a:pt x="616" y="21505"/>
                    </a:lnTo>
                    <a:lnTo>
                      <a:pt x="731" y="21774"/>
                    </a:lnTo>
                    <a:lnTo>
                      <a:pt x="859" y="22043"/>
                    </a:lnTo>
                    <a:lnTo>
                      <a:pt x="987" y="22299"/>
                    </a:lnTo>
                    <a:lnTo>
                      <a:pt x="1128" y="22555"/>
                    </a:lnTo>
                    <a:lnTo>
                      <a:pt x="1269" y="22798"/>
                    </a:lnTo>
                    <a:lnTo>
                      <a:pt x="1422" y="23042"/>
                    </a:lnTo>
                    <a:lnTo>
                      <a:pt x="1589" y="23272"/>
                    </a:lnTo>
                    <a:lnTo>
                      <a:pt x="1768" y="23503"/>
                    </a:lnTo>
                    <a:lnTo>
                      <a:pt x="1935" y="23733"/>
                    </a:lnTo>
                    <a:lnTo>
                      <a:pt x="2127" y="23951"/>
                    </a:lnTo>
                    <a:lnTo>
                      <a:pt x="2319" y="24156"/>
                    </a:lnTo>
                    <a:lnTo>
                      <a:pt x="2524" y="24374"/>
                    </a:lnTo>
                    <a:lnTo>
                      <a:pt x="2729" y="24566"/>
                    </a:lnTo>
                    <a:lnTo>
                      <a:pt x="2934" y="24758"/>
                    </a:lnTo>
                    <a:lnTo>
                      <a:pt x="3152" y="24937"/>
                    </a:lnTo>
                    <a:lnTo>
                      <a:pt x="3382" y="25117"/>
                    </a:lnTo>
                    <a:lnTo>
                      <a:pt x="3613" y="25296"/>
                    </a:lnTo>
                    <a:lnTo>
                      <a:pt x="3856" y="25450"/>
                    </a:lnTo>
                    <a:lnTo>
                      <a:pt x="4086" y="25603"/>
                    </a:lnTo>
                    <a:lnTo>
                      <a:pt x="4343" y="25757"/>
                    </a:lnTo>
                    <a:lnTo>
                      <a:pt x="4599" y="25898"/>
                    </a:lnTo>
                    <a:lnTo>
                      <a:pt x="4560" y="26141"/>
                    </a:lnTo>
                    <a:lnTo>
                      <a:pt x="4535" y="26385"/>
                    </a:lnTo>
                    <a:lnTo>
                      <a:pt x="4509" y="26628"/>
                    </a:lnTo>
                    <a:lnTo>
                      <a:pt x="4509" y="26871"/>
                    </a:lnTo>
                    <a:lnTo>
                      <a:pt x="4509" y="27179"/>
                    </a:lnTo>
                    <a:lnTo>
                      <a:pt x="4535" y="27473"/>
                    </a:lnTo>
                    <a:lnTo>
                      <a:pt x="4573" y="27768"/>
                    </a:lnTo>
                    <a:lnTo>
                      <a:pt x="4624" y="28050"/>
                    </a:lnTo>
                    <a:lnTo>
                      <a:pt x="4688" y="28331"/>
                    </a:lnTo>
                    <a:lnTo>
                      <a:pt x="4765" y="28600"/>
                    </a:lnTo>
                    <a:lnTo>
                      <a:pt x="4855" y="28869"/>
                    </a:lnTo>
                    <a:lnTo>
                      <a:pt x="4957" y="29138"/>
                    </a:lnTo>
                    <a:lnTo>
                      <a:pt x="5073" y="29395"/>
                    </a:lnTo>
                    <a:lnTo>
                      <a:pt x="5201" y="29651"/>
                    </a:lnTo>
                    <a:lnTo>
                      <a:pt x="5342" y="29894"/>
                    </a:lnTo>
                    <a:lnTo>
                      <a:pt x="5495" y="30125"/>
                    </a:lnTo>
                    <a:lnTo>
                      <a:pt x="5662" y="30355"/>
                    </a:lnTo>
                    <a:lnTo>
                      <a:pt x="5828" y="30573"/>
                    </a:lnTo>
                    <a:lnTo>
                      <a:pt x="6008" y="30791"/>
                    </a:lnTo>
                    <a:lnTo>
                      <a:pt x="6213" y="30983"/>
                    </a:lnTo>
                    <a:lnTo>
                      <a:pt x="6405" y="31175"/>
                    </a:lnTo>
                    <a:lnTo>
                      <a:pt x="6622" y="31367"/>
                    </a:lnTo>
                    <a:lnTo>
                      <a:pt x="6840" y="31533"/>
                    </a:lnTo>
                    <a:lnTo>
                      <a:pt x="7071" y="31700"/>
                    </a:lnTo>
                    <a:lnTo>
                      <a:pt x="7301" y="31841"/>
                    </a:lnTo>
                    <a:lnTo>
                      <a:pt x="7545" y="31982"/>
                    </a:lnTo>
                    <a:lnTo>
                      <a:pt x="7801" y="32110"/>
                    </a:lnTo>
                    <a:lnTo>
                      <a:pt x="8057" y="32238"/>
                    </a:lnTo>
                    <a:lnTo>
                      <a:pt x="8313" y="32340"/>
                    </a:lnTo>
                    <a:lnTo>
                      <a:pt x="8582" y="32430"/>
                    </a:lnTo>
                    <a:lnTo>
                      <a:pt x="8864" y="32507"/>
                    </a:lnTo>
                    <a:lnTo>
                      <a:pt x="9146" y="32571"/>
                    </a:lnTo>
                    <a:lnTo>
                      <a:pt x="9427" y="32622"/>
                    </a:lnTo>
                    <a:lnTo>
                      <a:pt x="9722" y="32661"/>
                    </a:lnTo>
                    <a:lnTo>
                      <a:pt x="10017" y="32686"/>
                    </a:lnTo>
                    <a:lnTo>
                      <a:pt x="10542" y="32686"/>
                    </a:lnTo>
                    <a:lnTo>
                      <a:pt x="10772" y="32673"/>
                    </a:lnTo>
                    <a:lnTo>
                      <a:pt x="10990" y="32648"/>
                    </a:lnTo>
                    <a:lnTo>
                      <a:pt x="11208" y="32609"/>
                    </a:lnTo>
                    <a:lnTo>
                      <a:pt x="11361" y="32840"/>
                    </a:lnTo>
                    <a:lnTo>
                      <a:pt x="11502" y="33058"/>
                    </a:lnTo>
                    <a:lnTo>
                      <a:pt x="11669" y="33263"/>
                    </a:lnTo>
                    <a:lnTo>
                      <a:pt x="11835" y="33467"/>
                    </a:lnTo>
                    <a:lnTo>
                      <a:pt x="12002" y="33672"/>
                    </a:lnTo>
                    <a:lnTo>
                      <a:pt x="12181" y="33877"/>
                    </a:lnTo>
                    <a:lnTo>
                      <a:pt x="12360" y="34069"/>
                    </a:lnTo>
                    <a:lnTo>
                      <a:pt x="12552" y="34249"/>
                    </a:lnTo>
                    <a:lnTo>
                      <a:pt x="12745" y="34428"/>
                    </a:lnTo>
                    <a:lnTo>
                      <a:pt x="12950" y="34607"/>
                    </a:lnTo>
                    <a:lnTo>
                      <a:pt x="13154" y="34774"/>
                    </a:lnTo>
                    <a:lnTo>
                      <a:pt x="13359" y="34928"/>
                    </a:lnTo>
                    <a:lnTo>
                      <a:pt x="13577" y="35081"/>
                    </a:lnTo>
                    <a:lnTo>
                      <a:pt x="13795" y="35235"/>
                    </a:lnTo>
                    <a:lnTo>
                      <a:pt x="14025" y="35376"/>
                    </a:lnTo>
                    <a:lnTo>
                      <a:pt x="14256" y="35517"/>
                    </a:lnTo>
                    <a:lnTo>
                      <a:pt x="14486" y="35645"/>
                    </a:lnTo>
                    <a:lnTo>
                      <a:pt x="14730" y="35760"/>
                    </a:lnTo>
                    <a:lnTo>
                      <a:pt x="14973" y="35875"/>
                    </a:lnTo>
                    <a:lnTo>
                      <a:pt x="15217" y="35978"/>
                    </a:lnTo>
                    <a:lnTo>
                      <a:pt x="15473" y="36080"/>
                    </a:lnTo>
                    <a:lnTo>
                      <a:pt x="15729" y="36170"/>
                    </a:lnTo>
                    <a:lnTo>
                      <a:pt x="15985" y="36247"/>
                    </a:lnTo>
                    <a:lnTo>
                      <a:pt x="16241" y="36324"/>
                    </a:lnTo>
                    <a:lnTo>
                      <a:pt x="16510" y="36388"/>
                    </a:lnTo>
                    <a:lnTo>
                      <a:pt x="16779" y="36452"/>
                    </a:lnTo>
                    <a:lnTo>
                      <a:pt x="17048" y="36503"/>
                    </a:lnTo>
                    <a:lnTo>
                      <a:pt x="17330" y="36541"/>
                    </a:lnTo>
                    <a:lnTo>
                      <a:pt x="17599" y="36567"/>
                    </a:lnTo>
                    <a:lnTo>
                      <a:pt x="17881" y="36593"/>
                    </a:lnTo>
                    <a:lnTo>
                      <a:pt x="18162" y="36605"/>
                    </a:lnTo>
                    <a:lnTo>
                      <a:pt x="18790" y="36605"/>
                    </a:lnTo>
                    <a:lnTo>
                      <a:pt x="19123" y="36580"/>
                    </a:lnTo>
                    <a:lnTo>
                      <a:pt x="19456" y="36554"/>
                    </a:lnTo>
                    <a:lnTo>
                      <a:pt x="19789" y="36503"/>
                    </a:lnTo>
                    <a:lnTo>
                      <a:pt x="20109" y="36452"/>
                    </a:lnTo>
                    <a:lnTo>
                      <a:pt x="20429" y="36375"/>
                    </a:lnTo>
                    <a:lnTo>
                      <a:pt x="20750" y="36298"/>
                    </a:lnTo>
                    <a:lnTo>
                      <a:pt x="21057" y="36208"/>
                    </a:lnTo>
                    <a:lnTo>
                      <a:pt x="21364" y="36106"/>
                    </a:lnTo>
                    <a:lnTo>
                      <a:pt x="21659" y="35991"/>
                    </a:lnTo>
                    <a:lnTo>
                      <a:pt x="21953" y="35863"/>
                    </a:lnTo>
                    <a:lnTo>
                      <a:pt x="22248" y="35722"/>
                    </a:lnTo>
                    <a:lnTo>
                      <a:pt x="22530" y="35581"/>
                    </a:lnTo>
                    <a:lnTo>
                      <a:pt x="22812" y="35427"/>
                    </a:lnTo>
                    <a:lnTo>
                      <a:pt x="23081" y="35248"/>
                    </a:lnTo>
                    <a:lnTo>
                      <a:pt x="23337" y="35081"/>
                    </a:lnTo>
                    <a:lnTo>
                      <a:pt x="23593" y="34889"/>
                    </a:lnTo>
                    <a:lnTo>
                      <a:pt x="23849" y="34697"/>
                    </a:lnTo>
                    <a:lnTo>
                      <a:pt x="24080" y="34492"/>
                    </a:lnTo>
                    <a:lnTo>
                      <a:pt x="24323" y="34274"/>
                    </a:lnTo>
                    <a:lnTo>
                      <a:pt x="24541" y="34057"/>
                    </a:lnTo>
                    <a:lnTo>
                      <a:pt x="24758" y="33826"/>
                    </a:lnTo>
                    <a:lnTo>
                      <a:pt x="24976" y="33596"/>
                    </a:lnTo>
                    <a:lnTo>
                      <a:pt x="25168" y="33352"/>
                    </a:lnTo>
                    <a:lnTo>
                      <a:pt x="25360" y="33096"/>
                    </a:lnTo>
                    <a:lnTo>
                      <a:pt x="25540" y="32840"/>
                    </a:lnTo>
                    <a:lnTo>
                      <a:pt x="25719" y="32571"/>
                    </a:lnTo>
                    <a:lnTo>
                      <a:pt x="25885" y="32302"/>
                    </a:lnTo>
                    <a:lnTo>
                      <a:pt x="26039" y="32020"/>
                    </a:lnTo>
                    <a:lnTo>
                      <a:pt x="26180" y="31738"/>
                    </a:lnTo>
                    <a:lnTo>
                      <a:pt x="26308" y="31444"/>
                    </a:lnTo>
                    <a:lnTo>
                      <a:pt x="26436" y="31149"/>
                    </a:lnTo>
                    <a:lnTo>
                      <a:pt x="26628" y="31316"/>
                    </a:lnTo>
                    <a:lnTo>
                      <a:pt x="26833" y="31482"/>
                    </a:lnTo>
                    <a:lnTo>
                      <a:pt x="27051" y="31649"/>
                    </a:lnTo>
                    <a:lnTo>
                      <a:pt x="27269" y="31790"/>
                    </a:lnTo>
                    <a:lnTo>
                      <a:pt x="27499" y="31931"/>
                    </a:lnTo>
                    <a:lnTo>
                      <a:pt x="27730" y="32059"/>
                    </a:lnTo>
                    <a:lnTo>
                      <a:pt x="27973" y="32174"/>
                    </a:lnTo>
                    <a:lnTo>
                      <a:pt x="28216" y="32276"/>
                    </a:lnTo>
                    <a:lnTo>
                      <a:pt x="28473" y="32366"/>
                    </a:lnTo>
                    <a:lnTo>
                      <a:pt x="28729" y="32456"/>
                    </a:lnTo>
                    <a:lnTo>
                      <a:pt x="28985" y="32520"/>
                    </a:lnTo>
                    <a:lnTo>
                      <a:pt x="29254" y="32584"/>
                    </a:lnTo>
                    <a:lnTo>
                      <a:pt x="29523" y="32622"/>
                    </a:lnTo>
                    <a:lnTo>
                      <a:pt x="29805" y="32661"/>
                    </a:lnTo>
                    <a:lnTo>
                      <a:pt x="30086" y="32686"/>
                    </a:lnTo>
                    <a:lnTo>
                      <a:pt x="30368" y="32686"/>
                    </a:lnTo>
                    <a:lnTo>
                      <a:pt x="30688" y="32673"/>
                    </a:lnTo>
                    <a:lnTo>
                      <a:pt x="31009" y="32648"/>
                    </a:lnTo>
                    <a:lnTo>
                      <a:pt x="31329" y="32609"/>
                    </a:lnTo>
                    <a:lnTo>
                      <a:pt x="31636" y="32545"/>
                    </a:lnTo>
                    <a:lnTo>
                      <a:pt x="31931" y="32468"/>
                    </a:lnTo>
                    <a:lnTo>
                      <a:pt x="32238" y="32379"/>
                    </a:lnTo>
                    <a:lnTo>
                      <a:pt x="32520" y="32276"/>
                    </a:lnTo>
                    <a:lnTo>
                      <a:pt x="32802" y="32148"/>
                    </a:lnTo>
                    <a:lnTo>
                      <a:pt x="33083" y="32020"/>
                    </a:lnTo>
                    <a:lnTo>
                      <a:pt x="33340" y="31866"/>
                    </a:lnTo>
                    <a:lnTo>
                      <a:pt x="33596" y="31700"/>
                    </a:lnTo>
                    <a:lnTo>
                      <a:pt x="33852" y="31521"/>
                    </a:lnTo>
                    <a:lnTo>
                      <a:pt x="34082" y="31341"/>
                    </a:lnTo>
                    <a:lnTo>
                      <a:pt x="34313" y="31136"/>
                    </a:lnTo>
                    <a:lnTo>
                      <a:pt x="34531" y="30919"/>
                    </a:lnTo>
                    <a:lnTo>
                      <a:pt x="34736" y="30701"/>
                    </a:lnTo>
                    <a:lnTo>
                      <a:pt x="34915" y="30867"/>
                    </a:lnTo>
                    <a:lnTo>
                      <a:pt x="35107" y="31021"/>
                    </a:lnTo>
                    <a:lnTo>
                      <a:pt x="35299" y="31162"/>
                    </a:lnTo>
                    <a:lnTo>
                      <a:pt x="35504" y="31303"/>
                    </a:lnTo>
                    <a:lnTo>
                      <a:pt x="35709" y="31431"/>
                    </a:lnTo>
                    <a:lnTo>
                      <a:pt x="35927" y="31546"/>
                    </a:lnTo>
                    <a:lnTo>
                      <a:pt x="36145" y="31662"/>
                    </a:lnTo>
                    <a:lnTo>
                      <a:pt x="36375" y="31764"/>
                    </a:lnTo>
                    <a:lnTo>
                      <a:pt x="36606" y="31854"/>
                    </a:lnTo>
                    <a:lnTo>
                      <a:pt x="36836" y="31931"/>
                    </a:lnTo>
                    <a:lnTo>
                      <a:pt x="37080" y="31995"/>
                    </a:lnTo>
                    <a:lnTo>
                      <a:pt x="37336" y="32046"/>
                    </a:lnTo>
                    <a:lnTo>
                      <a:pt x="37579" y="32097"/>
                    </a:lnTo>
                    <a:lnTo>
                      <a:pt x="37835" y="32123"/>
                    </a:lnTo>
                    <a:lnTo>
                      <a:pt x="38091" y="32135"/>
                    </a:lnTo>
                    <a:lnTo>
                      <a:pt x="38360" y="32148"/>
                    </a:lnTo>
                    <a:lnTo>
                      <a:pt x="38629" y="32135"/>
                    </a:lnTo>
                    <a:lnTo>
                      <a:pt x="38898" y="32123"/>
                    </a:lnTo>
                    <a:lnTo>
                      <a:pt x="39154" y="32084"/>
                    </a:lnTo>
                    <a:lnTo>
                      <a:pt x="39423" y="32046"/>
                    </a:lnTo>
                    <a:lnTo>
                      <a:pt x="39667" y="31982"/>
                    </a:lnTo>
                    <a:lnTo>
                      <a:pt x="39923" y="31905"/>
                    </a:lnTo>
                    <a:lnTo>
                      <a:pt x="40166" y="31828"/>
                    </a:lnTo>
                    <a:lnTo>
                      <a:pt x="40410" y="31738"/>
                    </a:lnTo>
                    <a:lnTo>
                      <a:pt x="40640" y="31623"/>
                    </a:lnTo>
                    <a:lnTo>
                      <a:pt x="40871" y="31508"/>
                    </a:lnTo>
                    <a:lnTo>
                      <a:pt x="41088" y="31380"/>
                    </a:lnTo>
                    <a:lnTo>
                      <a:pt x="41306" y="31252"/>
                    </a:lnTo>
                    <a:lnTo>
                      <a:pt x="41511" y="31098"/>
                    </a:lnTo>
                    <a:lnTo>
                      <a:pt x="41703" y="30944"/>
                    </a:lnTo>
                    <a:lnTo>
                      <a:pt x="41895" y="30778"/>
                    </a:lnTo>
                    <a:lnTo>
                      <a:pt x="42087" y="30598"/>
                    </a:lnTo>
                    <a:lnTo>
                      <a:pt x="42254" y="30419"/>
                    </a:lnTo>
                    <a:lnTo>
                      <a:pt x="42420" y="30227"/>
                    </a:lnTo>
                    <a:lnTo>
                      <a:pt x="42574" y="30035"/>
                    </a:lnTo>
                    <a:lnTo>
                      <a:pt x="42728" y="29830"/>
                    </a:lnTo>
                    <a:lnTo>
                      <a:pt x="42869" y="29612"/>
                    </a:lnTo>
                    <a:lnTo>
                      <a:pt x="42984" y="29395"/>
                    </a:lnTo>
                    <a:lnTo>
                      <a:pt x="43112" y="29164"/>
                    </a:lnTo>
                    <a:lnTo>
                      <a:pt x="43214" y="28933"/>
                    </a:lnTo>
                    <a:lnTo>
                      <a:pt x="43304" y="28690"/>
                    </a:lnTo>
                    <a:lnTo>
                      <a:pt x="43394" y="28447"/>
                    </a:lnTo>
                    <a:lnTo>
                      <a:pt x="43458" y="28191"/>
                    </a:lnTo>
                    <a:lnTo>
                      <a:pt x="43522" y="27934"/>
                    </a:lnTo>
                    <a:lnTo>
                      <a:pt x="43560" y="27678"/>
                    </a:lnTo>
                    <a:lnTo>
                      <a:pt x="43599" y="27422"/>
                    </a:lnTo>
                    <a:lnTo>
                      <a:pt x="43624" y="27153"/>
                    </a:lnTo>
                    <a:lnTo>
                      <a:pt x="43624" y="26871"/>
                    </a:lnTo>
                    <a:lnTo>
                      <a:pt x="43624" y="26692"/>
                    </a:lnTo>
                    <a:lnTo>
                      <a:pt x="43612" y="26500"/>
                    </a:lnTo>
                    <a:lnTo>
                      <a:pt x="43573" y="26141"/>
                    </a:lnTo>
                    <a:lnTo>
                      <a:pt x="43842" y="26013"/>
                    </a:lnTo>
                    <a:lnTo>
                      <a:pt x="44124" y="25872"/>
                    </a:lnTo>
                    <a:lnTo>
                      <a:pt x="44393" y="25719"/>
                    </a:lnTo>
                    <a:lnTo>
                      <a:pt x="44649" y="25565"/>
                    </a:lnTo>
                    <a:lnTo>
                      <a:pt x="44905" y="25398"/>
                    </a:lnTo>
                    <a:lnTo>
                      <a:pt x="45161" y="25219"/>
                    </a:lnTo>
                    <a:lnTo>
                      <a:pt x="45392" y="25040"/>
                    </a:lnTo>
                    <a:lnTo>
                      <a:pt x="45635" y="24848"/>
                    </a:lnTo>
                    <a:lnTo>
                      <a:pt x="45866" y="24643"/>
                    </a:lnTo>
                    <a:lnTo>
                      <a:pt x="46083" y="24438"/>
                    </a:lnTo>
                    <a:lnTo>
                      <a:pt x="46301" y="24220"/>
                    </a:lnTo>
                    <a:lnTo>
                      <a:pt x="46506" y="24002"/>
                    </a:lnTo>
                    <a:lnTo>
                      <a:pt x="46698" y="23772"/>
                    </a:lnTo>
                    <a:lnTo>
                      <a:pt x="46890" y="23529"/>
                    </a:lnTo>
                    <a:lnTo>
                      <a:pt x="47070" y="23285"/>
                    </a:lnTo>
                    <a:lnTo>
                      <a:pt x="47249" y="23029"/>
                    </a:lnTo>
                    <a:lnTo>
                      <a:pt x="47415" y="22773"/>
                    </a:lnTo>
                    <a:lnTo>
                      <a:pt x="47569" y="22517"/>
                    </a:lnTo>
                    <a:lnTo>
                      <a:pt x="47710" y="22248"/>
                    </a:lnTo>
                    <a:lnTo>
                      <a:pt x="47851" y="21966"/>
                    </a:lnTo>
                    <a:lnTo>
                      <a:pt x="47979" y="21684"/>
                    </a:lnTo>
                    <a:lnTo>
                      <a:pt x="48094" y="21402"/>
                    </a:lnTo>
                    <a:lnTo>
                      <a:pt x="48197" y="21108"/>
                    </a:lnTo>
                    <a:lnTo>
                      <a:pt x="48299" y="20813"/>
                    </a:lnTo>
                    <a:lnTo>
                      <a:pt x="48376" y="20519"/>
                    </a:lnTo>
                    <a:lnTo>
                      <a:pt x="48453" y="20211"/>
                    </a:lnTo>
                    <a:lnTo>
                      <a:pt x="48517" y="19904"/>
                    </a:lnTo>
                    <a:lnTo>
                      <a:pt x="48568" y="19596"/>
                    </a:lnTo>
                    <a:lnTo>
                      <a:pt x="48619" y="19276"/>
                    </a:lnTo>
                    <a:lnTo>
                      <a:pt x="48645" y="18956"/>
                    </a:lnTo>
                    <a:lnTo>
                      <a:pt x="48671" y="18636"/>
                    </a:lnTo>
                    <a:lnTo>
                      <a:pt x="48671" y="18303"/>
                    </a:lnTo>
                    <a:lnTo>
                      <a:pt x="48671" y="17996"/>
                    </a:lnTo>
                    <a:lnTo>
                      <a:pt x="48645" y="17688"/>
                    </a:lnTo>
                    <a:lnTo>
                      <a:pt x="48619" y="17394"/>
                    </a:lnTo>
                    <a:lnTo>
                      <a:pt x="48581" y="17086"/>
                    </a:lnTo>
                    <a:lnTo>
                      <a:pt x="48543" y="16792"/>
                    </a:lnTo>
                    <a:lnTo>
                      <a:pt x="48479" y="16497"/>
                    </a:lnTo>
                    <a:lnTo>
                      <a:pt x="48414" y="16215"/>
                    </a:lnTo>
                    <a:lnTo>
                      <a:pt x="48338" y="15933"/>
                    </a:lnTo>
                    <a:lnTo>
                      <a:pt x="48248" y="15652"/>
                    </a:lnTo>
                    <a:lnTo>
                      <a:pt x="48158" y="15370"/>
                    </a:lnTo>
                    <a:lnTo>
                      <a:pt x="48056" y="15101"/>
                    </a:lnTo>
                    <a:lnTo>
                      <a:pt x="47941" y="14832"/>
                    </a:lnTo>
                    <a:lnTo>
                      <a:pt x="47813" y="14576"/>
                    </a:lnTo>
                    <a:lnTo>
                      <a:pt x="47684" y="14307"/>
                    </a:lnTo>
                    <a:lnTo>
                      <a:pt x="47544" y="14063"/>
                    </a:lnTo>
                    <a:lnTo>
                      <a:pt x="47403" y="13807"/>
                    </a:lnTo>
                    <a:lnTo>
                      <a:pt x="47236" y="13564"/>
                    </a:lnTo>
                    <a:lnTo>
                      <a:pt x="47082" y="13333"/>
                    </a:lnTo>
                    <a:lnTo>
                      <a:pt x="46903" y="13103"/>
                    </a:lnTo>
                    <a:lnTo>
                      <a:pt x="46724" y="12872"/>
                    </a:lnTo>
                    <a:lnTo>
                      <a:pt x="46545" y="12655"/>
                    </a:lnTo>
                    <a:lnTo>
                      <a:pt x="46352" y="12450"/>
                    </a:lnTo>
                    <a:lnTo>
                      <a:pt x="46147" y="12245"/>
                    </a:lnTo>
                    <a:lnTo>
                      <a:pt x="45943" y="12040"/>
                    </a:lnTo>
                    <a:lnTo>
                      <a:pt x="45738" y="11848"/>
                    </a:lnTo>
                    <a:lnTo>
                      <a:pt x="45520" y="11668"/>
                    </a:lnTo>
                    <a:lnTo>
                      <a:pt x="45289" y="11489"/>
                    </a:lnTo>
                    <a:lnTo>
                      <a:pt x="45059" y="11323"/>
                    </a:lnTo>
                    <a:lnTo>
                      <a:pt x="44815" y="11156"/>
                    </a:lnTo>
                    <a:lnTo>
                      <a:pt x="44585" y="11002"/>
                    </a:lnTo>
                    <a:lnTo>
                      <a:pt x="44329" y="10849"/>
                    </a:lnTo>
                    <a:lnTo>
                      <a:pt x="44073" y="10721"/>
                    </a:lnTo>
                    <a:lnTo>
                      <a:pt x="44111" y="10477"/>
                    </a:lnTo>
                    <a:lnTo>
                      <a:pt x="44137" y="10234"/>
                    </a:lnTo>
                    <a:lnTo>
                      <a:pt x="44162" y="9978"/>
                    </a:lnTo>
                    <a:lnTo>
                      <a:pt x="44162" y="9734"/>
                    </a:lnTo>
                    <a:lnTo>
                      <a:pt x="44162" y="9440"/>
                    </a:lnTo>
                    <a:lnTo>
                      <a:pt x="44137" y="9145"/>
                    </a:lnTo>
                    <a:lnTo>
                      <a:pt x="44098" y="8851"/>
                    </a:lnTo>
                    <a:lnTo>
                      <a:pt x="44047" y="8556"/>
                    </a:lnTo>
                    <a:lnTo>
                      <a:pt x="43983" y="8287"/>
                    </a:lnTo>
                    <a:lnTo>
                      <a:pt x="43906" y="8005"/>
                    </a:lnTo>
                    <a:lnTo>
                      <a:pt x="43816" y="7736"/>
                    </a:lnTo>
                    <a:lnTo>
                      <a:pt x="43714" y="7467"/>
                    </a:lnTo>
                    <a:lnTo>
                      <a:pt x="43599" y="7211"/>
                    </a:lnTo>
                    <a:lnTo>
                      <a:pt x="43471" y="6968"/>
                    </a:lnTo>
                    <a:lnTo>
                      <a:pt x="43330" y="6725"/>
                    </a:lnTo>
                    <a:lnTo>
                      <a:pt x="43176" y="6481"/>
                    </a:lnTo>
                    <a:lnTo>
                      <a:pt x="43010" y="6251"/>
                    </a:lnTo>
                    <a:lnTo>
                      <a:pt x="42843" y="6033"/>
                    </a:lnTo>
                    <a:lnTo>
                      <a:pt x="42651" y="5828"/>
                    </a:lnTo>
                    <a:lnTo>
                      <a:pt x="42459" y="5623"/>
                    </a:lnTo>
                    <a:lnTo>
                      <a:pt x="42267" y="5431"/>
                    </a:lnTo>
                    <a:lnTo>
                      <a:pt x="42049" y="5252"/>
                    </a:lnTo>
                    <a:lnTo>
                      <a:pt x="41831" y="5072"/>
                    </a:lnTo>
                    <a:lnTo>
                      <a:pt x="41601" y="4919"/>
                    </a:lnTo>
                    <a:lnTo>
                      <a:pt x="41370" y="4765"/>
                    </a:lnTo>
                    <a:lnTo>
                      <a:pt x="41127" y="4624"/>
                    </a:lnTo>
                    <a:lnTo>
                      <a:pt x="40871" y="4496"/>
                    </a:lnTo>
                    <a:lnTo>
                      <a:pt x="40614" y="4381"/>
                    </a:lnTo>
                    <a:lnTo>
                      <a:pt x="40358" y="4278"/>
                    </a:lnTo>
                    <a:lnTo>
                      <a:pt x="40089" y="4189"/>
                    </a:lnTo>
                    <a:lnTo>
                      <a:pt x="39808" y="4099"/>
                    </a:lnTo>
                    <a:lnTo>
                      <a:pt x="39526" y="4035"/>
                    </a:lnTo>
                    <a:lnTo>
                      <a:pt x="39244" y="3984"/>
                    </a:lnTo>
                    <a:lnTo>
                      <a:pt x="38949" y="3958"/>
                    </a:lnTo>
                    <a:lnTo>
                      <a:pt x="38655" y="3932"/>
                    </a:lnTo>
                    <a:lnTo>
                      <a:pt x="38360" y="3920"/>
                    </a:lnTo>
                    <a:lnTo>
                      <a:pt x="38130" y="3932"/>
                    </a:lnTo>
                    <a:lnTo>
                      <a:pt x="37899" y="3945"/>
                    </a:lnTo>
                    <a:lnTo>
                      <a:pt x="37681" y="3971"/>
                    </a:lnTo>
                    <a:lnTo>
                      <a:pt x="37464" y="3996"/>
                    </a:lnTo>
                    <a:lnTo>
                      <a:pt x="37310" y="3779"/>
                    </a:lnTo>
                    <a:lnTo>
                      <a:pt x="37156" y="3561"/>
                    </a:lnTo>
                    <a:lnTo>
                      <a:pt x="37003" y="3343"/>
                    </a:lnTo>
                    <a:lnTo>
                      <a:pt x="36836" y="3138"/>
                    </a:lnTo>
                    <a:lnTo>
                      <a:pt x="36670" y="2933"/>
                    </a:lnTo>
                    <a:lnTo>
                      <a:pt x="36490" y="2741"/>
                    </a:lnTo>
                    <a:lnTo>
                      <a:pt x="36311" y="2549"/>
                    </a:lnTo>
                    <a:lnTo>
                      <a:pt x="36119" y="2357"/>
                    </a:lnTo>
                    <a:lnTo>
                      <a:pt x="35927" y="2178"/>
                    </a:lnTo>
                    <a:lnTo>
                      <a:pt x="35722" y="2011"/>
                    </a:lnTo>
                    <a:lnTo>
                      <a:pt x="35517" y="1845"/>
                    </a:lnTo>
                    <a:lnTo>
                      <a:pt x="35312" y="1678"/>
                    </a:lnTo>
                    <a:lnTo>
                      <a:pt x="35094" y="1525"/>
                    </a:lnTo>
                    <a:lnTo>
                      <a:pt x="34864" y="1371"/>
                    </a:lnTo>
                    <a:lnTo>
                      <a:pt x="34646" y="1230"/>
                    </a:lnTo>
                    <a:lnTo>
                      <a:pt x="34415" y="1102"/>
                    </a:lnTo>
                    <a:lnTo>
                      <a:pt x="34185" y="974"/>
                    </a:lnTo>
                    <a:lnTo>
                      <a:pt x="33942" y="846"/>
                    </a:lnTo>
                    <a:lnTo>
                      <a:pt x="33698" y="743"/>
                    </a:lnTo>
                    <a:lnTo>
                      <a:pt x="33455" y="628"/>
                    </a:lnTo>
                    <a:lnTo>
                      <a:pt x="33199" y="538"/>
                    </a:lnTo>
                    <a:lnTo>
                      <a:pt x="32943" y="449"/>
                    </a:lnTo>
                    <a:lnTo>
                      <a:pt x="32686" y="359"/>
                    </a:lnTo>
                    <a:lnTo>
                      <a:pt x="32430" y="282"/>
                    </a:lnTo>
                    <a:lnTo>
                      <a:pt x="32161" y="218"/>
                    </a:lnTo>
                    <a:lnTo>
                      <a:pt x="31892" y="167"/>
                    </a:lnTo>
                    <a:lnTo>
                      <a:pt x="31623" y="116"/>
                    </a:lnTo>
                    <a:lnTo>
                      <a:pt x="31342" y="77"/>
                    </a:lnTo>
                    <a:lnTo>
                      <a:pt x="31073" y="39"/>
                    </a:lnTo>
                    <a:lnTo>
                      <a:pt x="30791" y="13"/>
                    </a:lnTo>
                    <a:lnTo>
                      <a:pt x="30509" y="0"/>
                    </a:lnTo>
                    <a:lnTo>
                      <a:pt x="30215" y="0"/>
                    </a:lnTo>
                    <a:lnTo>
                      <a:pt x="29792" y="13"/>
                    </a:lnTo>
                    <a:lnTo>
                      <a:pt x="29369" y="39"/>
                    </a:lnTo>
                    <a:lnTo>
                      <a:pt x="28959" y="90"/>
                    </a:lnTo>
                    <a:lnTo>
                      <a:pt x="28549" y="167"/>
                    </a:lnTo>
                    <a:lnTo>
                      <a:pt x="28152" y="257"/>
                    </a:lnTo>
                    <a:lnTo>
                      <a:pt x="27755" y="359"/>
                    </a:lnTo>
                    <a:lnTo>
                      <a:pt x="27371" y="487"/>
                    </a:lnTo>
                    <a:lnTo>
                      <a:pt x="27000" y="628"/>
                    </a:lnTo>
                    <a:lnTo>
                      <a:pt x="26628" y="795"/>
                    </a:lnTo>
                    <a:lnTo>
                      <a:pt x="26270" y="961"/>
                    </a:lnTo>
                    <a:lnTo>
                      <a:pt x="25924" y="1166"/>
                    </a:lnTo>
                    <a:lnTo>
                      <a:pt x="25578" y="1371"/>
                    </a:lnTo>
                    <a:lnTo>
                      <a:pt x="25258" y="1589"/>
                    </a:lnTo>
                    <a:lnTo>
                      <a:pt x="24938" y="1832"/>
                    </a:lnTo>
                    <a:lnTo>
                      <a:pt x="24630" y="2088"/>
                    </a:lnTo>
                    <a:lnTo>
                      <a:pt x="24336" y="2344"/>
                    </a:lnTo>
                    <a:lnTo>
                      <a:pt x="24041" y="2088"/>
                    </a:lnTo>
                    <a:lnTo>
                      <a:pt x="23734" y="1832"/>
                    </a:lnTo>
                    <a:lnTo>
                      <a:pt x="23414" y="1589"/>
                    </a:lnTo>
                    <a:lnTo>
                      <a:pt x="23093" y="1371"/>
                    </a:lnTo>
                    <a:lnTo>
                      <a:pt x="22748" y="1166"/>
                    </a:lnTo>
                    <a:lnTo>
                      <a:pt x="22402" y="961"/>
                    </a:lnTo>
                    <a:lnTo>
                      <a:pt x="22043" y="795"/>
                    </a:lnTo>
                    <a:lnTo>
                      <a:pt x="21672" y="628"/>
                    </a:lnTo>
                    <a:lnTo>
                      <a:pt x="21300" y="487"/>
                    </a:lnTo>
                    <a:lnTo>
                      <a:pt x="20916" y="359"/>
                    </a:lnTo>
                    <a:lnTo>
                      <a:pt x="20519" y="257"/>
                    </a:lnTo>
                    <a:lnTo>
                      <a:pt x="20122" y="167"/>
                    </a:lnTo>
                    <a:lnTo>
                      <a:pt x="19712" y="90"/>
                    </a:lnTo>
                    <a:lnTo>
                      <a:pt x="19302" y="39"/>
                    </a:lnTo>
                    <a:lnTo>
                      <a:pt x="18880" y="13"/>
                    </a:lnTo>
                    <a:lnTo>
                      <a:pt x="184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40"/>
              <p:cNvSpPr/>
              <p:nvPr/>
            </p:nvSpPr>
            <p:spPr>
              <a:xfrm>
                <a:off x="6390765" y="1919092"/>
                <a:ext cx="141504" cy="141914"/>
              </a:xfrm>
              <a:custGeom>
                <a:avLst/>
                <a:gdLst/>
                <a:ahLst/>
                <a:cxnLst/>
                <a:rect l="l" t="t" r="r" b="b"/>
                <a:pathLst>
                  <a:path w="4484" h="4497" extrusionOk="0">
                    <a:moveTo>
                      <a:pt x="2242" y="1"/>
                    </a:moveTo>
                    <a:lnTo>
                      <a:pt x="2011" y="14"/>
                    </a:lnTo>
                    <a:lnTo>
                      <a:pt x="1793" y="52"/>
                    </a:lnTo>
                    <a:lnTo>
                      <a:pt x="1576" y="103"/>
                    </a:lnTo>
                    <a:lnTo>
                      <a:pt x="1371" y="180"/>
                    </a:lnTo>
                    <a:lnTo>
                      <a:pt x="1166" y="283"/>
                    </a:lnTo>
                    <a:lnTo>
                      <a:pt x="987" y="385"/>
                    </a:lnTo>
                    <a:lnTo>
                      <a:pt x="807" y="526"/>
                    </a:lnTo>
                    <a:lnTo>
                      <a:pt x="654" y="667"/>
                    </a:lnTo>
                    <a:lnTo>
                      <a:pt x="513" y="821"/>
                    </a:lnTo>
                    <a:lnTo>
                      <a:pt x="385" y="1000"/>
                    </a:lnTo>
                    <a:lnTo>
                      <a:pt x="269" y="1179"/>
                    </a:lnTo>
                    <a:lnTo>
                      <a:pt x="167" y="1384"/>
                    </a:lnTo>
                    <a:lnTo>
                      <a:pt x="90" y="1589"/>
                    </a:lnTo>
                    <a:lnTo>
                      <a:pt x="39" y="1807"/>
                    </a:lnTo>
                    <a:lnTo>
                      <a:pt x="0" y="2024"/>
                    </a:lnTo>
                    <a:lnTo>
                      <a:pt x="0" y="2255"/>
                    </a:lnTo>
                    <a:lnTo>
                      <a:pt x="0" y="2486"/>
                    </a:lnTo>
                    <a:lnTo>
                      <a:pt x="39" y="2703"/>
                    </a:lnTo>
                    <a:lnTo>
                      <a:pt x="90" y="2921"/>
                    </a:lnTo>
                    <a:lnTo>
                      <a:pt x="167" y="3126"/>
                    </a:lnTo>
                    <a:lnTo>
                      <a:pt x="269" y="3331"/>
                    </a:lnTo>
                    <a:lnTo>
                      <a:pt x="385" y="3510"/>
                    </a:lnTo>
                    <a:lnTo>
                      <a:pt x="513" y="3677"/>
                    </a:lnTo>
                    <a:lnTo>
                      <a:pt x="654" y="3843"/>
                    </a:lnTo>
                    <a:lnTo>
                      <a:pt x="807" y="3984"/>
                    </a:lnTo>
                    <a:lnTo>
                      <a:pt x="987" y="4112"/>
                    </a:lnTo>
                    <a:lnTo>
                      <a:pt x="1166" y="4227"/>
                    </a:lnTo>
                    <a:lnTo>
                      <a:pt x="1371" y="4330"/>
                    </a:lnTo>
                    <a:lnTo>
                      <a:pt x="1576" y="4394"/>
                    </a:lnTo>
                    <a:lnTo>
                      <a:pt x="1793" y="4458"/>
                    </a:lnTo>
                    <a:lnTo>
                      <a:pt x="2011" y="4484"/>
                    </a:lnTo>
                    <a:lnTo>
                      <a:pt x="2242" y="4496"/>
                    </a:lnTo>
                    <a:lnTo>
                      <a:pt x="2472" y="4484"/>
                    </a:lnTo>
                    <a:lnTo>
                      <a:pt x="2690" y="4458"/>
                    </a:lnTo>
                    <a:lnTo>
                      <a:pt x="2908" y="4394"/>
                    </a:lnTo>
                    <a:lnTo>
                      <a:pt x="3113" y="4330"/>
                    </a:lnTo>
                    <a:lnTo>
                      <a:pt x="3318" y="4227"/>
                    </a:lnTo>
                    <a:lnTo>
                      <a:pt x="3497" y="4112"/>
                    </a:lnTo>
                    <a:lnTo>
                      <a:pt x="3676" y="3984"/>
                    </a:lnTo>
                    <a:lnTo>
                      <a:pt x="3830" y="3843"/>
                    </a:lnTo>
                    <a:lnTo>
                      <a:pt x="3971" y="3677"/>
                    </a:lnTo>
                    <a:lnTo>
                      <a:pt x="4099" y="3510"/>
                    </a:lnTo>
                    <a:lnTo>
                      <a:pt x="4214" y="3331"/>
                    </a:lnTo>
                    <a:lnTo>
                      <a:pt x="4317" y="3126"/>
                    </a:lnTo>
                    <a:lnTo>
                      <a:pt x="4393" y="2921"/>
                    </a:lnTo>
                    <a:lnTo>
                      <a:pt x="4445" y="2703"/>
                    </a:lnTo>
                    <a:lnTo>
                      <a:pt x="4470" y="2486"/>
                    </a:lnTo>
                    <a:lnTo>
                      <a:pt x="4483" y="2255"/>
                    </a:lnTo>
                    <a:lnTo>
                      <a:pt x="4470" y="2024"/>
                    </a:lnTo>
                    <a:lnTo>
                      <a:pt x="4445" y="1807"/>
                    </a:lnTo>
                    <a:lnTo>
                      <a:pt x="4393" y="1589"/>
                    </a:lnTo>
                    <a:lnTo>
                      <a:pt x="4317" y="1384"/>
                    </a:lnTo>
                    <a:lnTo>
                      <a:pt x="4214" y="1179"/>
                    </a:lnTo>
                    <a:lnTo>
                      <a:pt x="4099" y="1000"/>
                    </a:lnTo>
                    <a:lnTo>
                      <a:pt x="3971" y="821"/>
                    </a:lnTo>
                    <a:lnTo>
                      <a:pt x="3830" y="667"/>
                    </a:lnTo>
                    <a:lnTo>
                      <a:pt x="3676" y="526"/>
                    </a:lnTo>
                    <a:lnTo>
                      <a:pt x="3497" y="385"/>
                    </a:lnTo>
                    <a:lnTo>
                      <a:pt x="3318" y="283"/>
                    </a:lnTo>
                    <a:lnTo>
                      <a:pt x="3113" y="180"/>
                    </a:lnTo>
                    <a:lnTo>
                      <a:pt x="2908" y="103"/>
                    </a:lnTo>
                    <a:lnTo>
                      <a:pt x="2690" y="52"/>
                    </a:lnTo>
                    <a:lnTo>
                      <a:pt x="2472" y="14"/>
                    </a:lnTo>
                    <a:lnTo>
                      <a:pt x="22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40"/>
              <p:cNvSpPr/>
              <p:nvPr/>
            </p:nvSpPr>
            <p:spPr>
              <a:xfrm>
                <a:off x="6244842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40"/>
              <p:cNvSpPr/>
              <p:nvPr/>
            </p:nvSpPr>
            <p:spPr>
              <a:xfrm>
                <a:off x="6323673" y="2482932"/>
                <a:ext cx="3922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3652" extrusionOk="0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0"/>
              <p:cNvSpPr/>
              <p:nvPr/>
            </p:nvSpPr>
            <p:spPr>
              <a:xfrm>
                <a:off x="6402473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40"/>
              <p:cNvSpPr/>
              <p:nvPr/>
            </p:nvSpPr>
            <p:spPr>
              <a:xfrm>
                <a:off x="6481304" y="2482932"/>
                <a:ext cx="3922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3652" extrusionOk="0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40"/>
              <p:cNvSpPr/>
              <p:nvPr/>
            </p:nvSpPr>
            <p:spPr>
              <a:xfrm>
                <a:off x="6560104" y="2482932"/>
                <a:ext cx="39258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0"/>
              <p:cNvSpPr/>
              <p:nvPr/>
            </p:nvSpPr>
            <p:spPr>
              <a:xfrm>
                <a:off x="6638525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40"/>
              <p:cNvSpPr/>
              <p:nvPr/>
            </p:nvSpPr>
            <p:spPr>
              <a:xfrm>
                <a:off x="6659542" y="1637787"/>
                <a:ext cx="263978" cy="391692"/>
              </a:xfrm>
              <a:custGeom>
                <a:avLst/>
                <a:gdLst/>
                <a:ahLst/>
                <a:cxnLst/>
                <a:rect l="l" t="t" r="r" b="b"/>
                <a:pathLst>
                  <a:path w="8365" h="12412" extrusionOk="0">
                    <a:moveTo>
                      <a:pt x="8364" y="1"/>
                    </a:moveTo>
                    <a:lnTo>
                      <a:pt x="1" y="6200"/>
                    </a:lnTo>
                    <a:lnTo>
                      <a:pt x="3062" y="6200"/>
                    </a:lnTo>
                    <a:lnTo>
                      <a:pt x="1" y="12411"/>
                    </a:lnTo>
                    <a:lnTo>
                      <a:pt x="8364" y="6200"/>
                    </a:lnTo>
                    <a:lnTo>
                      <a:pt x="5303" y="6200"/>
                    </a:lnTo>
                    <a:lnTo>
                      <a:pt x="8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40"/>
              <p:cNvSpPr/>
              <p:nvPr/>
            </p:nvSpPr>
            <p:spPr>
              <a:xfrm>
                <a:off x="6034667" y="1487825"/>
                <a:ext cx="264357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8377" h="12425" extrusionOk="0">
                    <a:moveTo>
                      <a:pt x="1" y="1"/>
                    </a:moveTo>
                    <a:lnTo>
                      <a:pt x="3075" y="6213"/>
                    </a:lnTo>
                    <a:lnTo>
                      <a:pt x="1" y="6213"/>
                    </a:lnTo>
                    <a:lnTo>
                      <a:pt x="8377" y="12424"/>
                    </a:lnTo>
                    <a:lnTo>
                      <a:pt x="5316" y="6213"/>
                    </a:lnTo>
                    <a:lnTo>
                      <a:pt x="8377" y="62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40"/>
              <p:cNvSpPr/>
              <p:nvPr/>
            </p:nvSpPr>
            <p:spPr>
              <a:xfrm>
                <a:off x="5816003" y="2744860"/>
                <a:ext cx="603474" cy="155231"/>
              </a:xfrm>
              <a:custGeom>
                <a:avLst/>
                <a:gdLst/>
                <a:ahLst/>
                <a:cxnLst/>
                <a:rect l="l" t="t" r="r" b="b"/>
                <a:pathLst>
                  <a:path w="19123" h="4919" extrusionOk="0">
                    <a:moveTo>
                      <a:pt x="718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16"/>
                    </a:lnTo>
                    <a:lnTo>
                      <a:pt x="205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3" y="564"/>
                    </a:lnTo>
                    <a:lnTo>
                      <a:pt x="1" y="718"/>
                    </a:lnTo>
                    <a:lnTo>
                      <a:pt x="13" y="859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5" y="1217"/>
                    </a:lnTo>
                    <a:lnTo>
                      <a:pt x="308" y="1307"/>
                    </a:lnTo>
                    <a:lnTo>
                      <a:pt x="436" y="1371"/>
                    </a:lnTo>
                    <a:lnTo>
                      <a:pt x="564" y="1409"/>
                    </a:lnTo>
                    <a:lnTo>
                      <a:pt x="718" y="1435"/>
                    </a:lnTo>
                    <a:lnTo>
                      <a:pt x="14550" y="1435"/>
                    </a:lnTo>
                    <a:lnTo>
                      <a:pt x="17906" y="4714"/>
                    </a:lnTo>
                    <a:lnTo>
                      <a:pt x="18021" y="4803"/>
                    </a:lnTo>
                    <a:lnTo>
                      <a:pt x="18136" y="4867"/>
                    </a:lnTo>
                    <a:lnTo>
                      <a:pt x="18277" y="4906"/>
                    </a:lnTo>
                    <a:lnTo>
                      <a:pt x="18405" y="4919"/>
                    </a:lnTo>
                    <a:lnTo>
                      <a:pt x="18546" y="4906"/>
                    </a:lnTo>
                    <a:lnTo>
                      <a:pt x="18674" y="4867"/>
                    </a:lnTo>
                    <a:lnTo>
                      <a:pt x="18802" y="4803"/>
                    </a:lnTo>
                    <a:lnTo>
                      <a:pt x="18918" y="4701"/>
                    </a:lnTo>
                    <a:lnTo>
                      <a:pt x="19007" y="4598"/>
                    </a:lnTo>
                    <a:lnTo>
                      <a:pt x="19071" y="4470"/>
                    </a:lnTo>
                    <a:lnTo>
                      <a:pt x="19110" y="4329"/>
                    </a:lnTo>
                    <a:lnTo>
                      <a:pt x="19123" y="4201"/>
                    </a:lnTo>
                    <a:lnTo>
                      <a:pt x="19110" y="4060"/>
                    </a:lnTo>
                    <a:lnTo>
                      <a:pt x="19071" y="3932"/>
                    </a:lnTo>
                    <a:lnTo>
                      <a:pt x="18995" y="3804"/>
                    </a:lnTo>
                    <a:lnTo>
                      <a:pt x="18905" y="3689"/>
                    </a:lnTo>
                    <a:lnTo>
                      <a:pt x="15344" y="205"/>
                    </a:lnTo>
                    <a:lnTo>
                      <a:pt x="15229" y="116"/>
                    </a:lnTo>
                    <a:lnTo>
                      <a:pt x="15114" y="52"/>
                    </a:lnTo>
                    <a:lnTo>
                      <a:pt x="14973" y="13"/>
                    </a:lnTo>
                    <a:lnTo>
                      <a:pt x="148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40"/>
              <p:cNvSpPr/>
              <p:nvPr/>
            </p:nvSpPr>
            <p:spPr>
              <a:xfrm>
                <a:off x="5672100" y="3007988"/>
                <a:ext cx="37149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11772" h="1422" extrusionOk="0">
                    <a:moveTo>
                      <a:pt x="718" y="0"/>
                    </a:moveTo>
                    <a:lnTo>
                      <a:pt x="577" y="13"/>
                    </a:lnTo>
                    <a:lnTo>
                      <a:pt x="436" y="52"/>
                    </a:lnTo>
                    <a:lnTo>
                      <a:pt x="321" y="116"/>
                    </a:lnTo>
                    <a:lnTo>
                      <a:pt x="206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4" y="564"/>
                    </a:lnTo>
                    <a:lnTo>
                      <a:pt x="1" y="718"/>
                    </a:lnTo>
                    <a:lnTo>
                      <a:pt x="14" y="858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6" y="1217"/>
                    </a:lnTo>
                    <a:lnTo>
                      <a:pt x="321" y="1307"/>
                    </a:lnTo>
                    <a:lnTo>
                      <a:pt x="436" y="1371"/>
                    </a:lnTo>
                    <a:lnTo>
                      <a:pt x="577" y="1409"/>
                    </a:lnTo>
                    <a:lnTo>
                      <a:pt x="718" y="1422"/>
                    </a:lnTo>
                    <a:lnTo>
                      <a:pt x="11054" y="1422"/>
                    </a:lnTo>
                    <a:lnTo>
                      <a:pt x="11195" y="1409"/>
                    </a:lnTo>
                    <a:lnTo>
                      <a:pt x="11323" y="1371"/>
                    </a:lnTo>
                    <a:lnTo>
                      <a:pt x="11451" y="1307"/>
                    </a:lnTo>
                    <a:lnTo>
                      <a:pt x="11554" y="1217"/>
                    </a:lnTo>
                    <a:lnTo>
                      <a:pt x="11643" y="1115"/>
                    </a:lnTo>
                    <a:lnTo>
                      <a:pt x="11707" y="987"/>
                    </a:lnTo>
                    <a:lnTo>
                      <a:pt x="11746" y="858"/>
                    </a:lnTo>
                    <a:lnTo>
                      <a:pt x="11771" y="718"/>
                    </a:lnTo>
                    <a:lnTo>
                      <a:pt x="11746" y="564"/>
                    </a:lnTo>
                    <a:lnTo>
                      <a:pt x="11707" y="436"/>
                    </a:lnTo>
                    <a:lnTo>
                      <a:pt x="11643" y="308"/>
                    </a:lnTo>
                    <a:lnTo>
                      <a:pt x="11554" y="205"/>
                    </a:lnTo>
                    <a:lnTo>
                      <a:pt x="11451" y="116"/>
                    </a:lnTo>
                    <a:lnTo>
                      <a:pt x="11323" y="52"/>
                    </a:lnTo>
                    <a:lnTo>
                      <a:pt x="11195" y="13"/>
                    </a:lnTo>
                    <a:lnTo>
                      <a:pt x="110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40"/>
              <p:cNvSpPr/>
              <p:nvPr/>
            </p:nvSpPr>
            <p:spPr>
              <a:xfrm>
                <a:off x="5816003" y="3109824"/>
                <a:ext cx="405419" cy="159302"/>
              </a:xfrm>
              <a:custGeom>
                <a:avLst/>
                <a:gdLst/>
                <a:ahLst/>
                <a:cxnLst/>
                <a:rect l="l" t="t" r="r" b="b"/>
                <a:pathLst>
                  <a:path w="12847" h="5048" extrusionOk="0">
                    <a:moveTo>
                      <a:pt x="12078" y="1"/>
                    </a:moveTo>
                    <a:lnTo>
                      <a:pt x="11937" y="14"/>
                    </a:lnTo>
                    <a:lnTo>
                      <a:pt x="11809" y="65"/>
                    </a:lnTo>
                    <a:lnTo>
                      <a:pt x="11694" y="155"/>
                    </a:lnTo>
                    <a:lnTo>
                      <a:pt x="7352" y="3613"/>
                    </a:lnTo>
                    <a:lnTo>
                      <a:pt x="718" y="3613"/>
                    </a:lnTo>
                    <a:lnTo>
                      <a:pt x="564" y="3626"/>
                    </a:lnTo>
                    <a:lnTo>
                      <a:pt x="436" y="3664"/>
                    </a:lnTo>
                    <a:lnTo>
                      <a:pt x="308" y="3728"/>
                    </a:lnTo>
                    <a:lnTo>
                      <a:pt x="205" y="3818"/>
                    </a:lnTo>
                    <a:lnTo>
                      <a:pt x="116" y="3920"/>
                    </a:lnTo>
                    <a:lnTo>
                      <a:pt x="52" y="4048"/>
                    </a:lnTo>
                    <a:lnTo>
                      <a:pt x="13" y="4176"/>
                    </a:lnTo>
                    <a:lnTo>
                      <a:pt x="1" y="4330"/>
                    </a:lnTo>
                    <a:lnTo>
                      <a:pt x="13" y="4471"/>
                    </a:lnTo>
                    <a:lnTo>
                      <a:pt x="52" y="4599"/>
                    </a:lnTo>
                    <a:lnTo>
                      <a:pt x="116" y="4727"/>
                    </a:lnTo>
                    <a:lnTo>
                      <a:pt x="205" y="4829"/>
                    </a:lnTo>
                    <a:lnTo>
                      <a:pt x="308" y="4919"/>
                    </a:lnTo>
                    <a:lnTo>
                      <a:pt x="436" y="4983"/>
                    </a:lnTo>
                    <a:lnTo>
                      <a:pt x="564" y="5022"/>
                    </a:lnTo>
                    <a:lnTo>
                      <a:pt x="718" y="5047"/>
                    </a:lnTo>
                    <a:lnTo>
                      <a:pt x="7608" y="5047"/>
                    </a:lnTo>
                    <a:lnTo>
                      <a:pt x="7724" y="5034"/>
                    </a:lnTo>
                    <a:lnTo>
                      <a:pt x="7839" y="4996"/>
                    </a:lnTo>
                    <a:lnTo>
                      <a:pt x="7954" y="4958"/>
                    </a:lnTo>
                    <a:lnTo>
                      <a:pt x="8057" y="4881"/>
                    </a:lnTo>
                    <a:lnTo>
                      <a:pt x="12578" y="1269"/>
                    </a:lnTo>
                    <a:lnTo>
                      <a:pt x="12693" y="1166"/>
                    </a:lnTo>
                    <a:lnTo>
                      <a:pt x="12770" y="1051"/>
                    </a:lnTo>
                    <a:lnTo>
                      <a:pt x="12821" y="923"/>
                    </a:lnTo>
                    <a:lnTo>
                      <a:pt x="12847" y="795"/>
                    </a:lnTo>
                    <a:lnTo>
                      <a:pt x="12847" y="654"/>
                    </a:lnTo>
                    <a:lnTo>
                      <a:pt x="12821" y="513"/>
                    </a:lnTo>
                    <a:lnTo>
                      <a:pt x="12770" y="385"/>
                    </a:lnTo>
                    <a:lnTo>
                      <a:pt x="12693" y="257"/>
                    </a:lnTo>
                    <a:lnTo>
                      <a:pt x="12591" y="155"/>
                    </a:lnTo>
                    <a:lnTo>
                      <a:pt x="12475" y="78"/>
                    </a:lnTo>
                    <a:lnTo>
                      <a:pt x="12347" y="27"/>
                    </a:lnTo>
                    <a:lnTo>
                      <a:pt x="122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40"/>
              <p:cNvSpPr/>
              <p:nvPr/>
            </p:nvSpPr>
            <p:spPr>
              <a:xfrm>
                <a:off x="6701577" y="2532667"/>
                <a:ext cx="196856" cy="210615"/>
              </a:xfrm>
              <a:custGeom>
                <a:avLst/>
                <a:gdLst/>
                <a:ahLst/>
                <a:cxnLst/>
                <a:rect l="l" t="t" r="r" b="b"/>
                <a:pathLst>
                  <a:path w="6238" h="6674" extrusionOk="0">
                    <a:moveTo>
                      <a:pt x="5521" y="0"/>
                    </a:moveTo>
                    <a:lnTo>
                      <a:pt x="5367" y="13"/>
                    </a:lnTo>
                    <a:lnTo>
                      <a:pt x="5239" y="64"/>
                    </a:lnTo>
                    <a:lnTo>
                      <a:pt x="5124" y="128"/>
                    </a:lnTo>
                    <a:lnTo>
                      <a:pt x="5008" y="218"/>
                    </a:lnTo>
                    <a:lnTo>
                      <a:pt x="4919" y="320"/>
                    </a:lnTo>
                    <a:lnTo>
                      <a:pt x="4855" y="436"/>
                    </a:lnTo>
                    <a:lnTo>
                      <a:pt x="4816" y="577"/>
                    </a:lnTo>
                    <a:lnTo>
                      <a:pt x="4804" y="717"/>
                    </a:lnTo>
                    <a:lnTo>
                      <a:pt x="4804" y="5251"/>
                    </a:lnTo>
                    <a:lnTo>
                      <a:pt x="705" y="5251"/>
                    </a:lnTo>
                    <a:lnTo>
                      <a:pt x="564" y="5264"/>
                    </a:lnTo>
                    <a:lnTo>
                      <a:pt x="436" y="5303"/>
                    </a:lnTo>
                    <a:lnTo>
                      <a:pt x="308" y="5367"/>
                    </a:lnTo>
                    <a:lnTo>
                      <a:pt x="205" y="5456"/>
                    </a:lnTo>
                    <a:lnTo>
                      <a:pt x="116" y="5559"/>
                    </a:lnTo>
                    <a:lnTo>
                      <a:pt x="52" y="5687"/>
                    </a:lnTo>
                    <a:lnTo>
                      <a:pt x="13" y="5815"/>
                    </a:lnTo>
                    <a:lnTo>
                      <a:pt x="1" y="5969"/>
                    </a:lnTo>
                    <a:lnTo>
                      <a:pt x="13" y="6110"/>
                    </a:lnTo>
                    <a:lnTo>
                      <a:pt x="52" y="6238"/>
                    </a:lnTo>
                    <a:lnTo>
                      <a:pt x="116" y="6366"/>
                    </a:lnTo>
                    <a:lnTo>
                      <a:pt x="205" y="6468"/>
                    </a:lnTo>
                    <a:lnTo>
                      <a:pt x="308" y="6558"/>
                    </a:lnTo>
                    <a:lnTo>
                      <a:pt x="436" y="6622"/>
                    </a:lnTo>
                    <a:lnTo>
                      <a:pt x="564" y="6660"/>
                    </a:lnTo>
                    <a:lnTo>
                      <a:pt x="705" y="6673"/>
                    </a:lnTo>
                    <a:lnTo>
                      <a:pt x="5521" y="6673"/>
                    </a:lnTo>
                    <a:lnTo>
                      <a:pt x="5662" y="6660"/>
                    </a:lnTo>
                    <a:lnTo>
                      <a:pt x="5803" y="6622"/>
                    </a:lnTo>
                    <a:lnTo>
                      <a:pt x="5918" y="6558"/>
                    </a:lnTo>
                    <a:lnTo>
                      <a:pt x="6020" y="6468"/>
                    </a:lnTo>
                    <a:lnTo>
                      <a:pt x="6110" y="6366"/>
                    </a:lnTo>
                    <a:lnTo>
                      <a:pt x="6174" y="6238"/>
                    </a:lnTo>
                    <a:lnTo>
                      <a:pt x="6225" y="6110"/>
                    </a:lnTo>
                    <a:lnTo>
                      <a:pt x="6238" y="5969"/>
                    </a:lnTo>
                    <a:lnTo>
                      <a:pt x="6238" y="717"/>
                    </a:lnTo>
                    <a:lnTo>
                      <a:pt x="6225" y="577"/>
                    </a:lnTo>
                    <a:lnTo>
                      <a:pt x="6174" y="436"/>
                    </a:lnTo>
                    <a:lnTo>
                      <a:pt x="6110" y="320"/>
                    </a:lnTo>
                    <a:lnTo>
                      <a:pt x="6020" y="218"/>
                    </a:lnTo>
                    <a:lnTo>
                      <a:pt x="5918" y="128"/>
                    </a:lnTo>
                    <a:lnTo>
                      <a:pt x="5803" y="64"/>
                    </a:lnTo>
                    <a:lnTo>
                      <a:pt x="5662" y="13"/>
                    </a:lnTo>
                    <a:lnTo>
                      <a:pt x="55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0"/>
              <p:cNvSpPr/>
              <p:nvPr/>
            </p:nvSpPr>
            <p:spPr>
              <a:xfrm>
                <a:off x="6636915" y="2872164"/>
                <a:ext cx="590535" cy="180698"/>
              </a:xfrm>
              <a:custGeom>
                <a:avLst/>
                <a:gdLst/>
                <a:ahLst/>
                <a:cxnLst/>
                <a:rect l="l" t="t" r="r" b="b"/>
                <a:pathLst>
                  <a:path w="18713" h="5726" extrusionOk="0">
                    <a:moveTo>
                      <a:pt x="9747" y="1"/>
                    </a:moveTo>
                    <a:lnTo>
                      <a:pt x="9657" y="14"/>
                    </a:lnTo>
                    <a:lnTo>
                      <a:pt x="9581" y="39"/>
                    </a:lnTo>
                    <a:lnTo>
                      <a:pt x="9504" y="78"/>
                    </a:lnTo>
                    <a:lnTo>
                      <a:pt x="9427" y="129"/>
                    </a:lnTo>
                    <a:lnTo>
                      <a:pt x="9363" y="180"/>
                    </a:lnTo>
                    <a:lnTo>
                      <a:pt x="9299" y="244"/>
                    </a:lnTo>
                    <a:lnTo>
                      <a:pt x="9248" y="308"/>
                    </a:lnTo>
                    <a:lnTo>
                      <a:pt x="6545" y="4304"/>
                    </a:lnTo>
                    <a:lnTo>
                      <a:pt x="718" y="4304"/>
                    </a:lnTo>
                    <a:lnTo>
                      <a:pt x="564" y="4317"/>
                    </a:lnTo>
                    <a:lnTo>
                      <a:pt x="436" y="4356"/>
                    </a:lnTo>
                    <a:lnTo>
                      <a:pt x="308" y="4420"/>
                    </a:lnTo>
                    <a:lnTo>
                      <a:pt x="205" y="4509"/>
                    </a:lnTo>
                    <a:lnTo>
                      <a:pt x="116" y="4612"/>
                    </a:lnTo>
                    <a:lnTo>
                      <a:pt x="52" y="4740"/>
                    </a:lnTo>
                    <a:lnTo>
                      <a:pt x="13" y="4868"/>
                    </a:lnTo>
                    <a:lnTo>
                      <a:pt x="0" y="5022"/>
                    </a:lnTo>
                    <a:lnTo>
                      <a:pt x="13" y="5162"/>
                    </a:lnTo>
                    <a:lnTo>
                      <a:pt x="52" y="5291"/>
                    </a:lnTo>
                    <a:lnTo>
                      <a:pt x="116" y="5419"/>
                    </a:lnTo>
                    <a:lnTo>
                      <a:pt x="205" y="5521"/>
                    </a:lnTo>
                    <a:lnTo>
                      <a:pt x="308" y="5611"/>
                    </a:lnTo>
                    <a:lnTo>
                      <a:pt x="436" y="5675"/>
                    </a:lnTo>
                    <a:lnTo>
                      <a:pt x="564" y="5713"/>
                    </a:lnTo>
                    <a:lnTo>
                      <a:pt x="718" y="5726"/>
                    </a:lnTo>
                    <a:lnTo>
                      <a:pt x="7006" y="5726"/>
                    </a:lnTo>
                    <a:lnTo>
                      <a:pt x="7096" y="5713"/>
                    </a:lnTo>
                    <a:lnTo>
                      <a:pt x="7173" y="5688"/>
                    </a:lnTo>
                    <a:lnTo>
                      <a:pt x="7250" y="5649"/>
                    </a:lnTo>
                    <a:lnTo>
                      <a:pt x="7326" y="5598"/>
                    </a:lnTo>
                    <a:lnTo>
                      <a:pt x="7390" y="5547"/>
                    </a:lnTo>
                    <a:lnTo>
                      <a:pt x="7454" y="5483"/>
                    </a:lnTo>
                    <a:lnTo>
                      <a:pt x="7506" y="5419"/>
                    </a:lnTo>
                    <a:lnTo>
                      <a:pt x="10221" y="1423"/>
                    </a:lnTo>
                    <a:lnTo>
                      <a:pt x="18008" y="1423"/>
                    </a:lnTo>
                    <a:lnTo>
                      <a:pt x="18149" y="1410"/>
                    </a:lnTo>
                    <a:lnTo>
                      <a:pt x="18277" y="1371"/>
                    </a:lnTo>
                    <a:lnTo>
                      <a:pt x="18405" y="1307"/>
                    </a:lnTo>
                    <a:lnTo>
                      <a:pt x="18508" y="1218"/>
                    </a:lnTo>
                    <a:lnTo>
                      <a:pt x="18597" y="1115"/>
                    </a:lnTo>
                    <a:lnTo>
                      <a:pt x="18661" y="987"/>
                    </a:lnTo>
                    <a:lnTo>
                      <a:pt x="18700" y="859"/>
                    </a:lnTo>
                    <a:lnTo>
                      <a:pt x="18713" y="718"/>
                    </a:lnTo>
                    <a:lnTo>
                      <a:pt x="18700" y="564"/>
                    </a:lnTo>
                    <a:lnTo>
                      <a:pt x="18661" y="436"/>
                    </a:lnTo>
                    <a:lnTo>
                      <a:pt x="18597" y="308"/>
                    </a:lnTo>
                    <a:lnTo>
                      <a:pt x="18508" y="206"/>
                    </a:lnTo>
                    <a:lnTo>
                      <a:pt x="18405" y="116"/>
                    </a:lnTo>
                    <a:lnTo>
                      <a:pt x="18277" y="52"/>
                    </a:lnTo>
                    <a:lnTo>
                      <a:pt x="18149" y="14"/>
                    </a:lnTo>
                    <a:lnTo>
                      <a:pt x="180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40"/>
              <p:cNvSpPr/>
              <p:nvPr/>
            </p:nvSpPr>
            <p:spPr>
              <a:xfrm>
                <a:off x="6767059" y="3199574"/>
                <a:ext cx="154032" cy="221123"/>
              </a:xfrm>
              <a:custGeom>
                <a:avLst/>
                <a:gdLst/>
                <a:ahLst/>
                <a:cxnLst/>
                <a:rect l="l" t="t" r="r" b="b"/>
                <a:pathLst>
                  <a:path w="4881" h="7007" extrusionOk="0">
                    <a:moveTo>
                      <a:pt x="718" y="0"/>
                    </a:moveTo>
                    <a:lnTo>
                      <a:pt x="577" y="26"/>
                    </a:lnTo>
                    <a:lnTo>
                      <a:pt x="436" y="64"/>
                    </a:lnTo>
                    <a:lnTo>
                      <a:pt x="321" y="128"/>
                    </a:lnTo>
                    <a:lnTo>
                      <a:pt x="205" y="218"/>
                    </a:lnTo>
                    <a:lnTo>
                      <a:pt x="129" y="320"/>
                    </a:lnTo>
                    <a:lnTo>
                      <a:pt x="52" y="449"/>
                    </a:lnTo>
                    <a:lnTo>
                      <a:pt x="13" y="577"/>
                    </a:lnTo>
                    <a:lnTo>
                      <a:pt x="0" y="718"/>
                    </a:lnTo>
                    <a:lnTo>
                      <a:pt x="0" y="6289"/>
                    </a:lnTo>
                    <a:lnTo>
                      <a:pt x="13" y="6430"/>
                    </a:lnTo>
                    <a:lnTo>
                      <a:pt x="52" y="6571"/>
                    </a:lnTo>
                    <a:lnTo>
                      <a:pt x="129" y="6686"/>
                    </a:lnTo>
                    <a:lnTo>
                      <a:pt x="205" y="6788"/>
                    </a:lnTo>
                    <a:lnTo>
                      <a:pt x="321" y="6878"/>
                    </a:lnTo>
                    <a:lnTo>
                      <a:pt x="436" y="6942"/>
                    </a:lnTo>
                    <a:lnTo>
                      <a:pt x="577" y="6993"/>
                    </a:lnTo>
                    <a:lnTo>
                      <a:pt x="718" y="7006"/>
                    </a:lnTo>
                    <a:lnTo>
                      <a:pt x="859" y="6993"/>
                    </a:lnTo>
                    <a:lnTo>
                      <a:pt x="999" y="6942"/>
                    </a:lnTo>
                    <a:lnTo>
                      <a:pt x="1115" y="6878"/>
                    </a:lnTo>
                    <a:lnTo>
                      <a:pt x="1217" y="6788"/>
                    </a:lnTo>
                    <a:lnTo>
                      <a:pt x="1307" y="6686"/>
                    </a:lnTo>
                    <a:lnTo>
                      <a:pt x="1371" y="6571"/>
                    </a:lnTo>
                    <a:lnTo>
                      <a:pt x="1422" y="6430"/>
                    </a:lnTo>
                    <a:lnTo>
                      <a:pt x="1435" y="6289"/>
                    </a:lnTo>
                    <a:lnTo>
                      <a:pt x="1435" y="1435"/>
                    </a:lnTo>
                    <a:lnTo>
                      <a:pt x="4163" y="1435"/>
                    </a:lnTo>
                    <a:lnTo>
                      <a:pt x="4304" y="1422"/>
                    </a:lnTo>
                    <a:lnTo>
                      <a:pt x="4445" y="1384"/>
                    </a:lnTo>
                    <a:lnTo>
                      <a:pt x="4560" y="1319"/>
                    </a:lnTo>
                    <a:lnTo>
                      <a:pt x="4663" y="1230"/>
                    </a:lnTo>
                    <a:lnTo>
                      <a:pt x="4752" y="1127"/>
                    </a:lnTo>
                    <a:lnTo>
                      <a:pt x="4816" y="999"/>
                    </a:lnTo>
                    <a:lnTo>
                      <a:pt x="4867" y="871"/>
                    </a:lnTo>
                    <a:lnTo>
                      <a:pt x="4880" y="718"/>
                    </a:lnTo>
                    <a:lnTo>
                      <a:pt x="4867" y="577"/>
                    </a:lnTo>
                    <a:lnTo>
                      <a:pt x="4816" y="449"/>
                    </a:lnTo>
                    <a:lnTo>
                      <a:pt x="4752" y="320"/>
                    </a:lnTo>
                    <a:lnTo>
                      <a:pt x="4663" y="218"/>
                    </a:lnTo>
                    <a:lnTo>
                      <a:pt x="4560" y="128"/>
                    </a:lnTo>
                    <a:lnTo>
                      <a:pt x="4445" y="64"/>
                    </a:lnTo>
                    <a:lnTo>
                      <a:pt x="4304" y="26"/>
                    </a:lnTo>
                    <a:lnTo>
                      <a:pt x="41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40"/>
              <p:cNvSpPr/>
              <p:nvPr/>
            </p:nvSpPr>
            <p:spPr>
              <a:xfrm>
                <a:off x="6253331" y="3407318"/>
                <a:ext cx="44906" cy="199696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6328" extrusionOk="0">
                    <a:moveTo>
                      <a:pt x="718" y="1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29"/>
                    </a:lnTo>
                    <a:lnTo>
                      <a:pt x="206" y="205"/>
                    </a:lnTo>
                    <a:lnTo>
                      <a:pt x="116" y="321"/>
                    </a:lnTo>
                    <a:lnTo>
                      <a:pt x="52" y="436"/>
                    </a:lnTo>
                    <a:lnTo>
                      <a:pt x="13" y="577"/>
                    </a:lnTo>
                    <a:lnTo>
                      <a:pt x="1" y="718"/>
                    </a:lnTo>
                    <a:lnTo>
                      <a:pt x="1" y="5610"/>
                    </a:lnTo>
                    <a:lnTo>
                      <a:pt x="13" y="5764"/>
                    </a:lnTo>
                    <a:lnTo>
                      <a:pt x="52" y="5892"/>
                    </a:lnTo>
                    <a:lnTo>
                      <a:pt x="116" y="6020"/>
                    </a:lnTo>
                    <a:lnTo>
                      <a:pt x="206" y="6123"/>
                    </a:lnTo>
                    <a:lnTo>
                      <a:pt x="308" y="6212"/>
                    </a:lnTo>
                    <a:lnTo>
                      <a:pt x="436" y="6276"/>
                    </a:lnTo>
                    <a:lnTo>
                      <a:pt x="564" y="6315"/>
                    </a:lnTo>
                    <a:lnTo>
                      <a:pt x="718" y="6328"/>
                    </a:lnTo>
                    <a:lnTo>
                      <a:pt x="859" y="6315"/>
                    </a:lnTo>
                    <a:lnTo>
                      <a:pt x="987" y="6276"/>
                    </a:lnTo>
                    <a:lnTo>
                      <a:pt x="1115" y="6212"/>
                    </a:lnTo>
                    <a:lnTo>
                      <a:pt x="1217" y="6123"/>
                    </a:lnTo>
                    <a:lnTo>
                      <a:pt x="1307" y="6020"/>
                    </a:lnTo>
                    <a:lnTo>
                      <a:pt x="1371" y="5892"/>
                    </a:lnTo>
                    <a:lnTo>
                      <a:pt x="1410" y="5764"/>
                    </a:lnTo>
                    <a:lnTo>
                      <a:pt x="1422" y="5610"/>
                    </a:lnTo>
                    <a:lnTo>
                      <a:pt x="1422" y="718"/>
                    </a:lnTo>
                    <a:lnTo>
                      <a:pt x="1410" y="577"/>
                    </a:lnTo>
                    <a:lnTo>
                      <a:pt x="1371" y="436"/>
                    </a:lnTo>
                    <a:lnTo>
                      <a:pt x="1307" y="321"/>
                    </a:lnTo>
                    <a:lnTo>
                      <a:pt x="1217" y="205"/>
                    </a:lnTo>
                    <a:lnTo>
                      <a:pt x="1115" y="129"/>
                    </a:lnTo>
                    <a:lnTo>
                      <a:pt x="987" y="52"/>
                    </a:lnTo>
                    <a:lnTo>
                      <a:pt x="859" y="13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40"/>
              <p:cNvSpPr/>
              <p:nvPr/>
            </p:nvSpPr>
            <p:spPr>
              <a:xfrm>
                <a:off x="6399664" y="3287683"/>
                <a:ext cx="150782" cy="147153"/>
              </a:xfrm>
              <a:custGeom>
                <a:avLst/>
                <a:gdLst/>
                <a:ahLst/>
                <a:cxnLst/>
                <a:rect l="l" t="t" r="r" b="b"/>
                <a:pathLst>
                  <a:path w="4778" h="4663" extrusionOk="0">
                    <a:moveTo>
                      <a:pt x="705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7" y="116"/>
                    </a:lnTo>
                    <a:lnTo>
                      <a:pt x="205" y="218"/>
                    </a:lnTo>
                    <a:lnTo>
                      <a:pt x="115" y="333"/>
                    </a:lnTo>
                    <a:lnTo>
                      <a:pt x="51" y="449"/>
                    </a:lnTo>
                    <a:lnTo>
                      <a:pt x="13" y="590"/>
                    </a:lnTo>
                    <a:lnTo>
                      <a:pt x="0" y="730"/>
                    </a:lnTo>
                    <a:lnTo>
                      <a:pt x="13" y="859"/>
                    </a:lnTo>
                    <a:lnTo>
                      <a:pt x="64" y="987"/>
                    </a:lnTo>
                    <a:lnTo>
                      <a:pt x="128" y="1115"/>
                    </a:lnTo>
                    <a:lnTo>
                      <a:pt x="218" y="1230"/>
                    </a:lnTo>
                    <a:lnTo>
                      <a:pt x="3561" y="4458"/>
                    </a:lnTo>
                    <a:lnTo>
                      <a:pt x="3676" y="4547"/>
                    </a:lnTo>
                    <a:lnTo>
                      <a:pt x="3791" y="4611"/>
                    </a:lnTo>
                    <a:lnTo>
                      <a:pt x="3919" y="4650"/>
                    </a:lnTo>
                    <a:lnTo>
                      <a:pt x="4060" y="4662"/>
                    </a:lnTo>
                    <a:lnTo>
                      <a:pt x="4201" y="4650"/>
                    </a:lnTo>
                    <a:lnTo>
                      <a:pt x="4329" y="4598"/>
                    </a:lnTo>
                    <a:lnTo>
                      <a:pt x="4457" y="4534"/>
                    </a:lnTo>
                    <a:lnTo>
                      <a:pt x="4521" y="4496"/>
                    </a:lnTo>
                    <a:lnTo>
                      <a:pt x="4573" y="4445"/>
                    </a:lnTo>
                    <a:lnTo>
                      <a:pt x="4662" y="4329"/>
                    </a:lnTo>
                    <a:lnTo>
                      <a:pt x="4726" y="4201"/>
                    </a:lnTo>
                    <a:lnTo>
                      <a:pt x="4765" y="4073"/>
                    </a:lnTo>
                    <a:lnTo>
                      <a:pt x="4777" y="3932"/>
                    </a:lnTo>
                    <a:lnTo>
                      <a:pt x="4752" y="3792"/>
                    </a:lnTo>
                    <a:lnTo>
                      <a:pt x="4713" y="3663"/>
                    </a:lnTo>
                    <a:lnTo>
                      <a:pt x="4649" y="3535"/>
                    </a:lnTo>
                    <a:lnTo>
                      <a:pt x="4560" y="3433"/>
                    </a:lnTo>
                    <a:lnTo>
                      <a:pt x="1217" y="193"/>
                    </a:lnTo>
                    <a:lnTo>
                      <a:pt x="1102" y="103"/>
                    </a:lnTo>
                    <a:lnTo>
                      <a:pt x="974" y="39"/>
                    </a:lnTo>
                    <a:lnTo>
                      <a:pt x="845" y="13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40"/>
              <p:cNvSpPr/>
              <p:nvPr/>
            </p:nvSpPr>
            <p:spPr>
              <a:xfrm>
                <a:off x="5973634" y="2985361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435" y="0"/>
                    </a:moveTo>
                    <a:lnTo>
                      <a:pt x="1281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5"/>
                    </a:lnTo>
                    <a:lnTo>
                      <a:pt x="743" y="179"/>
                    </a:lnTo>
                    <a:lnTo>
                      <a:pt x="628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1" y="1435"/>
                    </a:lnTo>
                    <a:lnTo>
                      <a:pt x="13" y="1575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3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1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40"/>
              <p:cNvSpPr/>
              <p:nvPr/>
            </p:nvSpPr>
            <p:spPr>
              <a:xfrm>
                <a:off x="6351949" y="2832559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8" y="244"/>
                    </a:lnTo>
                    <a:lnTo>
                      <a:pt x="513" y="321"/>
                    </a:lnTo>
                    <a:lnTo>
                      <a:pt x="411" y="411"/>
                    </a:lnTo>
                    <a:lnTo>
                      <a:pt x="321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03" y="872"/>
                    </a:lnTo>
                    <a:lnTo>
                      <a:pt x="65" y="1000"/>
                    </a:lnTo>
                    <a:lnTo>
                      <a:pt x="26" y="1141"/>
                    </a:lnTo>
                    <a:lnTo>
                      <a:pt x="1" y="1281"/>
                    </a:lnTo>
                    <a:lnTo>
                      <a:pt x="1" y="1422"/>
                    </a:lnTo>
                    <a:lnTo>
                      <a:pt x="1" y="1576"/>
                    </a:lnTo>
                    <a:lnTo>
                      <a:pt x="26" y="1717"/>
                    </a:lnTo>
                    <a:lnTo>
                      <a:pt x="65" y="1845"/>
                    </a:lnTo>
                    <a:lnTo>
                      <a:pt x="103" y="1986"/>
                    </a:lnTo>
                    <a:lnTo>
                      <a:pt x="167" y="2101"/>
                    </a:lnTo>
                    <a:lnTo>
                      <a:pt x="244" y="2229"/>
                    </a:lnTo>
                    <a:lnTo>
                      <a:pt x="321" y="2332"/>
                    </a:lnTo>
                    <a:lnTo>
                      <a:pt x="411" y="2434"/>
                    </a:lnTo>
                    <a:lnTo>
                      <a:pt x="513" y="2524"/>
                    </a:lnTo>
                    <a:lnTo>
                      <a:pt x="628" y="2614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22" y="2857"/>
                    </a:lnTo>
                    <a:lnTo>
                      <a:pt x="1563" y="2844"/>
                    </a:lnTo>
                    <a:lnTo>
                      <a:pt x="1717" y="2831"/>
                    </a:lnTo>
                    <a:lnTo>
                      <a:pt x="1845" y="2793"/>
                    </a:lnTo>
                    <a:lnTo>
                      <a:pt x="1973" y="2742"/>
                    </a:lnTo>
                    <a:lnTo>
                      <a:pt x="2101" y="2678"/>
                    </a:lnTo>
                    <a:lnTo>
                      <a:pt x="2217" y="2614"/>
                    </a:lnTo>
                    <a:lnTo>
                      <a:pt x="2332" y="2524"/>
                    </a:lnTo>
                    <a:lnTo>
                      <a:pt x="2434" y="2434"/>
                    </a:lnTo>
                    <a:lnTo>
                      <a:pt x="2524" y="2332"/>
                    </a:lnTo>
                    <a:lnTo>
                      <a:pt x="2614" y="2229"/>
                    </a:lnTo>
                    <a:lnTo>
                      <a:pt x="2678" y="2101"/>
                    </a:lnTo>
                    <a:lnTo>
                      <a:pt x="2742" y="1986"/>
                    </a:lnTo>
                    <a:lnTo>
                      <a:pt x="2793" y="1845"/>
                    </a:lnTo>
                    <a:lnTo>
                      <a:pt x="2819" y="1717"/>
                    </a:lnTo>
                    <a:lnTo>
                      <a:pt x="2844" y="1576"/>
                    </a:lnTo>
                    <a:lnTo>
                      <a:pt x="2857" y="1422"/>
                    </a:lnTo>
                    <a:lnTo>
                      <a:pt x="2844" y="1281"/>
                    </a:lnTo>
                    <a:lnTo>
                      <a:pt x="2819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78" y="744"/>
                    </a:lnTo>
                    <a:lnTo>
                      <a:pt x="2614" y="628"/>
                    </a:lnTo>
                    <a:lnTo>
                      <a:pt x="2524" y="513"/>
                    </a:lnTo>
                    <a:lnTo>
                      <a:pt x="2434" y="411"/>
                    </a:lnTo>
                    <a:lnTo>
                      <a:pt x="2332" y="321"/>
                    </a:lnTo>
                    <a:lnTo>
                      <a:pt x="2217" y="244"/>
                    </a:lnTo>
                    <a:lnTo>
                      <a:pt x="2101" y="167"/>
                    </a:lnTo>
                    <a:lnTo>
                      <a:pt x="1973" y="116"/>
                    </a:lnTo>
                    <a:lnTo>
                      <a:pt x="1845" y="65"/>
                    </a:lnTo>
                    <a:lnTo>
                      <a:pt x="1717" y="26"/>
                    </a:lnTo>
                    <a:lnTo>
                      <a:pt x="15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40"/>
              <p:cNvSpPr/>
              <p:nvPr/>
            </p:nvSpPr>
            <p:spPr>
              <a:xfrm>
                <a:off x="6619937" y="2985361"/>
                <a:ext cx="9057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2857" extrusionOk="0">
                    <a:moveTo>
                      <a:pt x="1435" y="0"/>
                    </a:moveTo>
                    <a:lnTo>
                      <a:pt x="1294" y="13"/>
                    </a:lnTo>
                    <a:lnTo>
                      <a:pt x="1153" y="26"/>
                    </a:lnTo>
                    <a:lnTo>
                      <a:pt x="1012" y="64"/>
                    </a:lnTo>
                    <a:lnTo>
                      <a:pt x="884" y="115"/>
                    </a:lnTo>
                    <a:lnTo>
                      <a:pt x="756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3" y="525"/>
                    </a:lnTo>
                    <a:lnTo>
                      <a:pt x="257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39" y="1140"/>
                    </a:lnTo>
                    <a:lnTo>
                      <a:pt x="13" y="1281"/>
                    </a:lnTo>
                    <a:lnTo>
                      <a:pt x="0" y="1435"/>
                    </a:lnTo>
                    <a:lnTo>
                      <a:pt x="13" y="1575"/>
                    </a:lnTo>
                    <a:lnTo>
                      <a:pt x="39" y="1716"/>
                    </a:lnTo>
                    <a:lnTo>
                      <a:pt x="64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57" y="2229"/>
                    </a:lnTo>
                    <a:lnTo>
                      <a:pt x="333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6" y="2690"/>
                    </a:lnTo>
                    <a:lnTo>
                      <a:pt x="884" y="2741"/>
                    </a:lnTo>
                    <a:lnTo>
                      <a:pt x="1012" y="2792"/>
                    </a:lnTo>
                    <a:lnTo>
                      <a:pt x="1153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47" y="2434"/>
                    </a:lnTo>
                    <a:lnTo>
                      <a:pt x="2536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54" y="1985"/>
                    </a:lnTo>
                    <a:lnTo>
                      <a:pt x="2805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69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805" y="999"/>
                    </a:lnTo>
                    <a:lnTo>
                      <a:pt x="2754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25"/>
                    </a:lnTo>
                    <a:lnTo>
                      <a:pt x="2447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40"/>
              <p:cNvSpPr/>
              <p:nvPr/>
            </p:nvSpPr>
            <p:spPr>
              <a:xfrm>
                <a:off x="6853149" y="3177326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1" y="1"/>
                    </a:moveTo>
                    <a:lnTo>
                      <a:pt x="1140" y="26"/>
                    </a:lnTo>
                    <a:lnTo>
                      <a:pt x="1012" y="65"/>
                    </a:lnTo>
                    <a:lnTo>
                      <a:pt x="871" y="103"/>
                    </a:lnTo>
                    <a:lnTo>
                      <a:pt x="756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80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39" y="1141"/>
                    </a:lnTo>
                    <a:lnTo>
                      <a:pt x="13" y="1282"/>
                    </a:lnTo>
                    <a:lnTo>
                      <a:pt x="1" y="1423"/>
                    </a:lnTo>
                    <a:lnTo>
                      <a:pt x="13" y="1576"/>
                    </a:lnTo>
                    <a:lnTo>
                      <a:pt x="39" y="1717"/>
                    </a:lnTo>
                    <a:lnTo>
                      <a:pt x="65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4"/>
                    </a:lnTo>
                    <a:lnTo>
                      <a:pt x="756" y="2678"/>
                    </a:lnTo>
                    <a:lnTo>
                      <a:pt x="871" y="2742"/>
                    </a:lnTo>
                    <a:lnTo>
                      <a:pt x="1012" y="2793"/>
                    </a:lnTo>
                    <a:lnTo>
                      <a:pt x="1140" y="2831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29" y="2614"/>
                    </a:lnTo>
                    <a:lnTo>
                      <a:pt x="2344" y="2524"/>
                    </a:lnTo>
                    <a:lnTo>
                      <a:pt x="2447" y="2434"/>
                    </a:lnTo>
                    <a:lnTo>
                      <a:pt x="2536" y="2332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54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3"/>
                    </a:lnTo>
                    <a:lnTo>
                      <a:pt x="2857" y="1282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54" y="872"/>
                    </a:lnTo>
                    <a:lnTo>
                      <a:pt x="2690" y="744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47" y="411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40"/>
              <p:cNvSpPr/>
              <p:nvPr/>
            </p:nvSpPr>
            <p:spPr>
              <a:xfrm>
                <a:off x="6665191" y="2675749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435" y="0"/>
                    </a:moveTo>
                    <a:lnTo>
                      <a:pt x="1282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6"/>
                    </a:lnTo>
                    <a:lnTo>
                      <a:pt x="744" y="180"/>
                    </a:lnTo>
                    <a:lnTo>
                      <a:pt x="628" y="244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21" y="525"/>
                    </a:lnTo>
                    <a:lnTo>
                      <a:pt x="244" y="628"/>
                    </a:lnTo>
                    <a:lnTo>
                      <a:pt x="167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21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4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2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32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32" y="333"/>
                    </a:lnTo>
                    <a:lnTo>
                      <a:pt x="2229" y="244"/>
                    </a:lnTo>
                    <a:lnTo>
                      <a:pt x="2114" y="180"/>
                    </a:lnTo>
                    <a:lnTo>
                      <a:pt x="1986" y="116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40"/>
              <p:cNvSpPr/>
              <p:nvPr/>
            </p:nvSpPr>
            <p:spPr>
              <a:xfrm>
                <a:off x="6377005" y="3265057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435" y="0"/>
                    </a:moveTo>
                    <a:lnTo>
                      <a:pt x="1294" y="13"/>
                    </a:lnTo>
                    <a:lnTo>
                      <a:pt x="1141" y="26"/>
                    </a:lnTo>
                    <a:lnTo>
                      <a:pt x="1013" y="64"/>
                    </a:lnTo>
                    <a:lnTo>
                      <a:pt x="885" y="115"/>
                    </a:lnTo>
                    <a:lnTo>
                      <a:pt x="757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39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39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7" y="2690"/>
                    </a:lnTo>
                    <a:lnTo>
                      <a:pt x="885" y="2741"/>
                    </a:lnTo>
                    <a:lnTo>
                      <a:pt x="1013" y="2792"/>
                    </a:lnTo>
                    <a:lnTo>
                      <a:pt x="1141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5" y="2536"/>
                    </a:lnTo>
                    <a:lnTo>
                      <a:pt x="2447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3"/>
                    </a:lnTo>
                    <a:lnTo>
                      <a:pt x="2755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55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47" y="423"/>
                    </a:lnTo>
                    <a:lnTo>
                      <a:pt x="2345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40"/>
              <p:cNvSpPr/>
              <p:nvPr/>
            </p:nvSpPr>
            <p:spPr>
              <a:xfrm>
                <a:off x="6153892" y="3087198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9" y="244"/>
                    </a:lnTo>
                    <a:lnTo>
                      <a:pt x="526" y="321"/>
                    </a:lnTo>
                    <a:lnTo>
                      <a:pt x="424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27" y="1141"/>
                    </a:lnTo>
                    <a:lnTo>
                      <a:pt x="14" y="1281"/>
                    </a:lnTo>
                    <a:lnTo>
                      <a:pt x="1" y="1422"/>
                    </a:lnTo>
                    <a:lnTo>
                      <a:pt x="14" y="1576"/>
                    </a:lnTo>
                    <a:lnTo>
                      <a:pt x="27" y="1717"/>
                    </a:lnTo>
                    <a:lnTo>
                      <a:pt x="65" y="1858"/>
                    </a:lnTo>
                    <a:lnTo>
                      <a:pt x="116" y="1986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4" y="2434"/>
                    </a:lnTo>
                    <a:lnTo>
                      <a:pt x="526" y="2524"/>
                    </a:lnTo>
                    <a:lnTo>
                      <a:pt x="629" y="2613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30" y="2613"/>
                    </a:lnTo>
                    <a:lnTo>
                      <a:pt x="2345" y="2524"/>
                    </a:lnTo>
                    <a:lnTo>
                      <a:pt x="2434" y="2434"/>
                    </a:lnTo>
                    <a:lnTo>
                      <a:pt x="2537" y="2332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6"/>
                    </a:lnTo>
                    <a:lnTo>
                      <a:pt x="2793" y="1858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91" y="744"/>
                    </a:lnTo>
                    <a:lnTo>
                      <a:pt x="2614" y="628"/>
                    </a:lnTo>
                    <a:lnTo>
                      <a:pt x="2537" y="513"/>
                    </a:lnTo>
                    <a:lnTo>
                      <a:pt x="2434" y="411"/>
                    </a:lnTo>
                    <a:lnTo>
                      <a:pt x="2345" y="321"/>
                    </a:lnTo>
                    <a:lnTo>
                      <a:pt x="2230" y="244"/>
                    </a:lnTo>
                    <a:lnTo>
                      <a:pt x="2114" y="167"/>
                    </a:lnTo>
                    <a:lnTo>
                      <a:pt x="1986" y="116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40"/>
              <p:cNvSpPr/>
              <p:nvPr/>
            </p:nvSpPr>
            <p:spPr>
              <a:xfrm>
                <a:off x="6230704" y="3361244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1" y="0"/>
                    </a:moveTo>
                    <a:lnTo>
                      <a:pt x="1140" y="26"/>
                    </a:lnTo>
                    <a:lnTo>
                      <a:pt x="999" y="64"/>
                    </a:lnTo>
                    <a:lnTo>
                      <a:pt x="871" y="103"/>
                    </a:lnTo>
                    <a:lnTo>
                      <a:pt x="743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0"/>
                    </a:lnTo>
                    <a:lnTo>
                      <a:pt x="333" y="513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0" y="1422"/>
                    </a:lnTo>
                    <a:lnTo>
                      <a:pt x="13" y="1576"/>
                    </a:lnTo>
                    <a:lnTo>
                      <a:pt x="26" y="1717"/>
                    </a:lnTo>
                    <a:lnTo>
                      <a:pt x="64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3" y="2331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3"/>
                    </a:lnTo>
                    <a:lnTo>
                      <a:pt x="743" y="2677"/>
                    </a:lnTo>
                    <a:lnTo>
                      <a:pt x="871" y="2741"/>
                    </a:lnTo>
                    <a:lnTo>
                      <a:pt x="999" y="2793"/>
                    </a:lnTo>
                    <a:lnTo>
                      <a:pt x="1140" y="2818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18"/>
                    </a:lnTo>
                    <a:lnTo>
                      <a:pt x="1858" y="2793"/>
                    </a:lnTo>
                    <a:lnTo>
                      <a:pt x="1986" y="2741"/>
                    </a:lnTo>
                    <a:lnTo>
                      <a:pt x="2114" y="2677"/>
                    </a:lnTo>
                    <a:lnTo>
                      <a:pt x="2229" y="2613"/>
                    </a:lnTo>
                    <a:lnTo>
                      <a:pt x="2344" y="2524"/>
                    </a:lnTo>
                    <a:lnTo>
                      <a:pt x="2434" y="2434"/>
                    </a:lnTo>
                    <a:lnTo>
                      <a:pt x="2536" y="2331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41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1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34" y="410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40"/>
              <p:cNvSpPr/>
              <p:nvPr/>
            </p:nvSpPr>
            <p:spPr>
              <a:xfrm>
                <a:off x="6199178" y="2411391"/>
                <a:ext cx="524643" cy="109568"/>
              </a:xfrm>
              <a:custGeom>
                <a:avLst/>
                <a:gdLst/>
                <a:ahLst/>
                <a:cxnLst/>
                <a:rect l="l" t="t" r="r" b="b"/>
                <a:pathLst>
                  <a:path w="16625" h="3472" extrusionOk="0">
                    <a:moveTo>
                      <a:pt x="0" y="1"/>
                    </a:moveTo>
                    <a:lnTo>
                      <a:pt x="0" y="3472"/>
                    </a:lnTo>
                    <a:lnTo>
                      <a:pt x="16625" y="3472"/>
                    </a:lnTo>
                    <a:lnTo>
                      <a:pt x="166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40"/>
              <p:cNvSpPr/>
              <p:nvPr/>
            </p:nvSpPr>
            <p:spPr>
              <a:xfrm>
                <a:off x="6530218" y="3921455"/>
                <a:ext cx="188367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69" h="5956" extrusionOk="0">
                    <a:moveTo>
                      <a:pt x="2831" y="0"/>
                    </a:moveTo>
                    <a:lnTo>
                      <a:pt x="2677" y="13"/>
                    </a:lnTo>
                    <a:lnTo>
                      <a:pt x="2382" y="64"/>
                    </a:lnTo>
                    <a:lnTo>
                      <a:pt x="2101" y="128"/>
                    </a:lnTo>
                    <a:lnTo>
                      <a:pt x="1832" y="231"/>
                    </a:lnTo>
                    <a:lnTo>
                      <a:pt x="1563" y="359"/>
                    </a:lnTo>
                    <a:lnTo>
                      <a:pt x="1319" y="512"/>
                    </a:lnTo>
                    <a:lnTo>
                      <a:pt x="1089" y="679"/>
                    </a:lnTo>
                    <a:lnTo>
                      <a:pt x="884" y="871"/>
                    </a:lnTo>
                    <a:lnTo>
                      <a:pt x="692" y="1089"/>
                    </a:lnTo>
                    <a:lnTo>
                      <a:pt x="512" y="1319"/>
                    </a:lnTo>
                    <a:lnTo>
                      <a:pt x="371" y="1563"/>
                    </a:lnTo>
                    <a:lnTo>
                      <a:pt x="243" y="1819"/>
                    </a:lnTo>
                    <a:lnTo>
                      <a:pt x="141" y="2088"/>
                    </a:lnTo>
                    <a:lnTo>
                      <a:pt x="64" y="2382"/>
                    </a:lnTo>
                    <a:lnTo>
                      <a:pt x="26" y="2677"/>
                    </a:lnTo>
                    <a:lnTo>
                      <a:pt x="13" y="2831"/>
                    </a:lnTo>
                    <a:lnTo>
                      <a:pt x="0" y="2984"/>
                    </a:lnTo>
                    <a:lnTo>
                      <a:pt x="13" y="3138"/>
                    </a:lnTo>
                    <a:lnTo>
                      <a:pt x="26" y="3279"/>
                    </a:lnTo>
                    <a:lnTo>
                      <a:pt x="64" y="3586"/>
                    </a:lnTo>
                    <a:lnTo>
                      <a:pt x="141" y="3868"/>
                    </a:lnTo>
                    <a:lnTo>
                      <a:pt x="243" y="4137"/>
                    </a:lnTo>
                    <a:lnTo>
                      <a:pt x="371" y="4406"/>
                    </a:lnTo>
                    <a:lnTo>
                      <a:pt x="512" y="4649"/>
                    </a:lnTo>
                    <a:lnTo>
                      <a:pt x="692" y="4880"/>
                    </a:lnTo>
                    <a:lnTo>
                      <a:pt x="884" y="5085"/>
                    </a:lnTo>
                    <a:lnTo>
                      <a:pt x="1089" y="5277"/>
                    </a:lnTo>
                    <a:lnTo>
                      <a:pt x="1319" y="5456"/>
                    </a:lnTo>
                    <a:lnTo>
                      <a:pt x="1563" y="5597"/>
                    </a:lnTo>
                    <a:lnTo>
                      <a:pt x="1832" y="5725"/>
                    </a:lnTo>
                    <a:lnTo>
                      <a:pt x="2101" y="5828"/>
                    </a:lnTo>
                    <a:lnTo>
                      <a:pt x="2382" y="5905"/>
                    </a:lnTo>
                    <a:lnTo>
                      <a:pt x="2677" y="5943"/>
                    </a:lnTo>
                    <a:lnTo>
                      <a:pt x="2831" y="5956"/>
                    </a:lnTo>
                    <a:lnTo>
                      <a:pt x="3138" y="5956"/>
                    </a:lnTo>
                    <a:lnTo>
                      <a:pt x="3292" y="5943"/>
                    </a:lnTo>
                    <a:lnTo>
                      <a:pt x="3586" y="5905"/>
                    </a:lnTo>
                    <a:lnTo>
                      <a:pt x="3868" y="5828"/>
                    </a:lnTo>
                    <a:lnTo>
                      <a:pt x="4150" y="5725"/>
                    </a:lnTo>
                    <a:lnTo>
                      <a:pt x="4406" y="5597"/>
                    </a:lnTo>
                    <a:lnTo>
                      <a:pt x="4649" y="5456"/>
                    </a:lnTo>
                    <a:lnTo>
                      <a:pt x="4880" y="5277"/>
                    </a:lnTo>
                    <a:lnTo>
                      <a:pt x="5098" y="5085"/>
                    </a:lnTo>
                    <a:lnTo>
                      <a:pt x="5290" y="4880"/>
                    </a:lnTo>
                    <a:lnTo>
                      <a:pt x="5456" y="4649"/>
                    </a:lnTo>
                    <a:lnTo>
                      <a:pt x="5610" y="4406"/>
                    </a:lnTo>
                    <a:lnTo>
                      <a:pt x="5725" y="4137"/>
                    </a:lnTo>
                    <a:lnTo>
                      <a:pt x="5828" y="3868"/>
                    </a:lnTo>
                    <a:lnTo>
                      <a:pt x="5904" y="3586"/>
                    </a:lnTo>
                    <a:lnTo>
                      <a:pt x="5956" y="3279"/>
                    </a:lnTo>
                    <a:lnTo>
                      <a:pt x="5956" y="3138"/>
                    </a:lnTo>
                    <a:lnTo>
                      <a:pt x="5969" y="2984"/>
                    </a:lnTo>
                    <a:lnTo>
                      <a:pt x="5956" y="2831"/>
                    </a:lnTo>
                    <a:lnTo>
                      <a:pt x="5956" y="2677"/>
                    </a:lnTo>
                    <a:lnTo>
                      <a:pt x="5904" y="2382"/>
                    </a:lnTo>
                    <a:lnTo>
                      <a:pt x="5828" y="2088"/>
                    </a:lnTo>
                    <a:lnTo>
                      <a:pt x="5725" y="1819"/>
                    </a:lnTo>
                    <a:lnTo>
                      <a:pt x="5610" y="1563"/>
                    </a:lnTo>
                    <a:lnTo>
                      <a:pt x="5456" y="1319"/>
                    </a:lnTo>
                    <a:lnTo>
                      <a:pt x="5290" y="1089"/>
                    </a:lnTo>
                    <a:lnTo>
                      <a:pt x="5098" y="871"/>
                    </a:lnTo>
                    <a:lnTo>
                      <a:pt x="4880" y="679"/>
                    </a:lnTo>
                    <a:lnTo>
                      <a:pt x="4649" y="512"/>
                    </a:lnTo>
                    <a:lnTo>
                      <a:pt x="4406" y="359"/>
                    </a:lnTo>
                    <a:lnTo>
                      <a:pt x="4150" y="231"/>
                    </a:lnTo>
                    <a:lnTo>
                      <a:pt x="3868" y="128"/>
                    </a:lnTo>
                    <a:lnTo>
                      <a:pt x="3586" y="64"/>
                    </a:lnTo>
                    <a:lnTo>
                      <a:pt x="3292" y="13"/>
                    </a:lnTo>
                    <a:lnTo>
                      <a:pt x="3138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40"/>
              <p:cNvSpPr/>
              <p:nvPr/>
            </p:nvSpPr>
            <p:spPr>
              <a:xfrm>
                <a:off x="6561745" y="3952981"/>
                <a:ext cx="12531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971" extrusionOk="0">
                    <a:moveTo>
                      <a:pt x="1780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37" y="231"/>
                    </a:lnTo>
                    <a:lnTo>
                      <a:pt x="871" y="333"/>
                    </a:lnTo>
                    <a:lnTo>
                      <a:pt x="717" y="448"/>
                    </a:lnTo>
                    <a:lnTo>
                      <a:pt x="576" y="577"/>
                    </a:lnTo>
                    <a:lnTo>
                      <a:pt x="448" y="717"/>
                    </a:lnTo>
                    <a:lnTo>
                      <a:pt x="333" y="871"/>
                    </a:lnTo>
                    <a:lnTo>
                      <a:pt x="243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8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38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3" y="2933"/>
                    </a:lnTo>
                    <a:lnTo>
                      <a:pt x="333" y="3087"/>
                    </a:lnTo>
                    <a:lnTo>
                      <a:pt x="448" y="3241"/>
                    </a:lnTo>
                    <a:lnTo>
                      <a:pt x="576" y="3381"/>
                    </a:lnTo>
                    <a:lnTo>
                      <a:pt x="717" y="3510"/>
                    </a:lnTo>
                    <a:lnTo>
                      <a:pt x="871" y="3625"/>
                    </a:lnTo>
                    <a:lnTo>
                      <a:pt x="1037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80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82" y="3932"/>
                    </a:lnTo>
                    <a:lnTo>
                      <a:pt x="2574" y="3881"/>
                    </a:lnTo>
                    <a:lnTo>
                      <a:pt x="2754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7" y="3087"/>
                    </a:lnTo>
                    <a:lnTo>
                      <a:pt x="3727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2" y="2382"/>
                    </a:lnTo>
                    <a:lnTo>
                      <a:pt x="3958" y="2178"/>
                    </a:lnTo>
                    <a:lnTo>
                      <a:pt x="3970" y="1985"/>
                    </a:lnTo>
                    <a:lnTo>
                      <a:pt x="3958" y="1780"/>
                    </a:lnTo>
                    <a:lnTo>
                      <a:pt x="3932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27" y="1038"/>
                    </a:lnTo>
                    <a:lnTo>
                      <a:pt x="3637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54" y="154"/>
                    </a:lnTo>
                    <a:lnTo>
                      <a:pt x="2574" y="90"/>
                    </a:lnTo>
                    <a:lnTo>
                      <a:pt x="2382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40"/>
              <p:cNvSpPr/>
              <p:nvPr/>
            </p:nvSpPr>
            <p:spPr>
              <a:xfrm>
                <a:off x="6597310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69" y="0"/>
                    </a:moveTo>
                    <a:lnTo>
                      <a:pt x="692" y="13"/>
                    </a:lnTo>
                    <a:lnTo>
                      <a:pt x="602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08" y="192"/>
                    </a:lnTo>
                    <a:lnTo>
                      <a:pt x="256" y="244"/>
                    </a:lnTo>
                    <a:lnTo>
                      <a:pt x="192" y="308"/>
                    </a:lnTo>
                    <a:lnTo>
                      <a:pt x="141" y="372"/>
                    </a:lnTo>
                    <a:lnTo>
                      <a:pt x="103" y="449"/>
                    </a:lnTo>
                    <a:lnTo>
                      <a:pt x="64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0" y="769"/>
                    </a:lnTo>
                    <a:lnTo>
                      <a:pt x="0" y="858"/>
                    </a:lnTo>
                    <a:lnTo>
                      <a:pt x="0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4" y="1191"/>
                    </a:lnTo>
                    <a:lnTo>
                      <a:pt x="103" y="1268"/>
                    </a:lnTo>
                    <a:lnTo>
                      <a:pt x="141" y="1332"/>
                    </a:lnTo>
                    <a:lnTo>
                      <a:pt x="192" y="1396"/>
                    </a:lnTo>
                    <a:lnTo>
                      <a:pt x="256" y="1460"/>
                    </a:lnTo>
                    <a:lnTo>
                      <a:pt x="308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02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191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16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191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40"/>
              <p:cNvSpPr/>
              <p:nvPr/>
            </p:nvSpPr>
            <p:spPr>
              <a:xfrm>
                <a:off x="6202396" y="3921455"/>
                <a:ext cx="18798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5956" extrusionOk="0">
                    <a:moveTo>
                      <a:pt x="2819" y="0"/>
                    </a:moveTo>
                    <a:lnTo>
                      <a:pt x="2678" y="13"/>
                    </a:lnTo>
                    <a:lnTo>
                      <a:pt x="2383" y="64"/>
                    </a:lnTo>
                    <a:lnTo>
                      <a:pt x="2089" y="128"/>
                    </a:lnTo>
                    <a:lnTo>
                      <a:pt x="1820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7" y="679"/>
                    </a:lnTo>
                    <a:lnTo>
                      <a:pt x="872" y="871"/>
                    </a:lnTo>
                    <a:lnTo>
                      <a:pt x="680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9" y="2088"/>
                    </a:lnTo>
                    <a:lnTo>
                      <a:pt x="65" y="2382"/>
                    </a:lnTo>
                    <a:lnTo>
                      <a:pt x="14" y="2677"/>
                    </a:lnTo>
                    <a:lnTo>
                      <a:pt x="1" y="2831"/>
                    </a:lnTo>
                    <a:lnTo>
                      <a:pt x="1" y="2984"/>
                    </a:lnTo>
                    <a:lnTo>
                      <a:pt x="1" y="3138"/>
                    </a:lnTo>
                    <a:lnTo>
                      <a:pt x="14" y="3279"/>
                    </a:lnTo>
                    <a:lnTo>
                      <a:pt x="65" y="3586"/>
                    </a:lnTo>
                    <a:lnTo>
                      <a:pt x="129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80" y="4880"/>
                    </a:lnTo>
                    <a:lnTo>
                      <a:pt x="872" y="5085"/>
                    </a:lnTo>
                    <a:lnTo>
                      <a:pt x="1077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20" y="5725"/>
                    </a:lnTo>
                    <a:lnTo>
                      <a:pt x="2089" y="5828"/>
                    </a:lnTo>
                    <a:lnTo>
                      <a:pt x="2383" y="5905"/>
                    </a:lnTo>
                    <a:lnTo>
                      <a:pt x="2678" y="5943"/>
                    </a:lnTo>
                    <a:lnTo>
                      <a:pt x="2819" y="5956"/>
                    </a:lnTo>
                    <a:lnTo>
                      <a:pt x="3126" y="5956"/>
                    </a:lnTo>
                    <a:lnTo>
                      <a:pt x="3280" y="5943"/>
                    </a:lnTo>
                    <a:lnTo>
                      <a:pt x="3574" y="5905"/>
                    </a:lnTo>
                    <a:lnTo>
                      <a:pt x="3869" y="5828"/>
                    </a:lnTo>
                    <a:lnTo>
                      <a:pt x="4138" y="5725"/>
                    </a:lnTo>
                    <a:lnTo>
                      <a:pt x="4394" y="5597"/>
                    </a:lnTo>
                    <a:lnTo>
                      <a:pt x="4650" y="5456"/>
                    </a:lnTo>
                    <a:lnTo>
                      <a:pt x="4868" y="5277"/>
                    </a:lnTo>
                    <a:lnTo>
                      <a:pt x="5086" y="5085"/>
                    </a:lnTo>
                    <a:lnTo>
                      <a:pt x="5278" y="4880"/>
                    </a:lnTo>
                    <a:lnTo>
                      <a:pt x="5444" y="4649"/>
                    </a:lnTo>
                    <a:lnTo>
                      <a:pt x="5598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4" y="3279"/>
                    </a:lnTo>
                    <a:lnTo>
                      <a:pt x="5957" y="3138"/>
                    </a:lnTo>
                    <a:lnTo>
                      <a:pt x="5957" y="2984"/>
                    </a:lnTo>
                    <a:lnTo>
                      <a:pt x="5957" y="2831"/>
                    </a:lnTo>
                    <a:lnTo>
                      <a:pt x="5944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8" y="1563"/>
                    </a:lnTo>
                    <a:lnTo>
                      <a:pt x="5444" y="1319"/>
                    </a:lnTo>
                    <a:lnTo>
                      <a:pt x="5278" y="1089"/>
                    </a:lnTo>
                    <a:lnTo>
                      <a:pt x="5086" y="871"/>
                    </a:lnTo>
                    <a:lnTo>
                      <a:pt x="4868" y="679"/>
                    </a:lnTo>
                    <a:lnTo>
                      <a:pt x="4650" y="512"/>
                    </a:lnTo>
                    <a:lnTo>
                      <a:pt x="4394" y="359"/>
                    </a:lnTo>
                    <a:lnTo>
                      <a:pt x="4138" y="231"/>
                    </a:lnTo>
                    <a:lnTo>
                      <a:pt x="3869" y="128"/>
                    </a:lnTo>
                    <a:lnTo>
                      <a:pt x="3574" y="64"/>
                    </a:lnTo>
                    <a:lnTo>
                      <a:pt x="3280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40"/>
              <p:cNvSpPr/>
              <p:nvPr/>
            </p:nvSpPr>
            <p:spPr>
              <a:xfrm>
                <a:off x="6233544" y="3952981"/>
                <a:ext cx="12572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3971" extrusionOk="0">
                    <a:moveTo>
                      <a:pt x="1793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50" y="231"/>
                    </a:lnTo>
                    <a:lnTo>
                      <a:pt x="884" y="333"/>
                    </a:lnTo>
                    <a:lnTo>
                      <a:pt x="730" y="448"/>
                    </a:lnTo>
                    <a:lnTo>
                      <a:pt x="589" y="577"/>
                    </a:lnTo>
                    <a:lnTo>
                      <a:pt x="461" y="717"/>
                    </a:lnTo>
                    <a:lnTo>
                      <a:pt x="346" y="871"/>
                    </a:lnTo>
                    <a:lnTo>
                      <a:pt x="243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51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51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3" y="2933"/>
                    </a:lnTo>
                    <a:lnTo>
                      <a:pt x="346" y="3087"/>
                    </a:lnTo>
                    <a:lnTo>
                      <a:pt x="461" y="3241"/>
                    </a:lnTo>
                    <a:lnTo>
                      <a:pt x="589" y="3381"/>
                    </a:lnTo>
                    <a:lnTo>
                      <a:pt x="730" y="3510"/>
                    </a:lnTo>
                    <a:lnTo>
                      <a:pt x="884" y="3625"/>
                    </a:lnTo>
                    <a:lnTo>
                      <a:pt x="1050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93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95" y="3932"/>
                    </a:lnTo>
                    <a:lnTo>
                      <a:pt x="2587" y="3881"/>
                    </a:lnTo>
                    <a:lnTo>
                      <a:pt x="2767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2" y="2382"/>
                    </a:lnTo>
                    <a:lnTo>
                      <a:pt x="3971" y="2178"/>
                    </a:lnTo>
                    <a:lnTo>
                      <a:pt x="3983" y="1985"/>
                    </a:lnTo>
                    <a:lnTo>
                      <a:pt x="3971" y="1780"/>
                    </a:lnTo>
                    <a:lnTo>
                      <a:pt x="3932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67" y="154"/>
                    </a:lnTo>
                    <a:lnTo>
                      <a:pt x="2587" y="90"/>
                    </a:lnTo>
                    <a:lnTo>
                      <a:pt x="2395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40"/>
              <p:cNvSpPr/>
              <p:nvPr/>
            </p:nvSpPr>
            <p:spPr>
              <a:xfrm>
                <a:off x="6269110" y="3988547"/>
                <a:ext cx="5459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717" extrusionOk="0">
                    <a:moveTo>
                      <a:pt x="781" y="0"/>
                    </a:moveTo>
                    <a:lnTo>
                      <a:pt x="692" y="13"/>
                    </a:lnTo>
                    <a:lnTo>
                      <a:pt x="615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20" y="192"/>
                    </a:lnTo>
                    <a:lnTo>
                      <a:pt x="256" y="244"/>
                    </a:lnTo>
                    <a:lnTo>
                      <a:pt x="205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7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3" y="769"/>
                    </a:lnTo>
                    <a:lnTo>
                      <a:pt x="0" y="858"/>
                    </a:lnTo>
                    <a:lnTo>
                      <a:pt x="13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7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5" y="1396"/>
                    </a:lnTo>
                    <a:lnTo>
                      <a:pt x="256" y="1460"/>
                    </a:lnTo>
                    <a:lnTo>
                      <a:pt x="320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15" y="1678"/>
                    </a:lnTo>
                    <a:lnTo>
                      <a:pt x="692" y="1691"/>
                    </a:lnTo>
                    <a:lnTo>
                      <a:pt x="781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204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91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29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91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204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40"/>
              <p:cNvSpPr/>
              <p:nvPr/>
            </p:nvSpPr>
            <p:spPr>
              <a:xfrm>
                <a:off x="6836581" y="3921455"/>
                <a:ext cx="18798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5956" extrusionOk="0">
                    <a:moveTo>
                      <a:pt x="2818" y="0"/>
                    </a:moveTo>
                    <a:lnTo>
                      <a:pt x="2677" y="13"/>
                    </a:lnTo>
                    <a:lnTo>
                      <a:pt x="2383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64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64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83" y="5905"/>
                    </a:lnTo>
                    <a:lnTo>
                      <a:pt x="2677" y="5943"/>
                    </a:lnTo>
                    <a:lnTo>
                      <a:pt x="2818" y="5956"/>
                    </a:lnTo>
                    <a:lnTo>
                      <a:pt x="3126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68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56" y="3138"/>
                    </a:lnTo>
                    <a:lnTo>
                      <a:pt x="5956" y="2984"/>
                    </a:lnTo>
                    <a:lnTo>
                      <a:pt x="5956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68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40"/>
              <p:cNvSpPr/>
              <p:nvPr/>
            </p:nvSpPr>
            <p:spPr>
              <a:xfrm>
                <a:off x="6867697" y="3952981"/>
                <a:ext cx="125346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971" extrusionOk="0">
                    <a:moveTo>
                      <a:pt x="1794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84" y="333"/>
                    </a:lnTo>
                    <a:lnTo>
                      <a:pt x="731" y="448"/>
                    </a:lnTo>
                    <a:lnTo>
                      <a:pt x="590" y="577"/>
                    </a:lnTo>
                    <a:lnTo>
                      <a:pt x="462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62" y="3241"/>
                    </a:lnTo>
                    <a:lnTo>
                      <a:pt x="590" y="3381"/>
                    </a:lnTo>
                    <a:lnTo>
                      <a:pt x="731" y="3510"/>
                    </a:lnTo>
                    <a:lnTo>
                      <a:pt x="884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94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96" y="3932"/>
                    </a:lnTo>
                    <a:lnTo>
                      <a:pt x="2588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3" y="2382"/>
                    </a:lnTo>
                    <a:lnTo>
                      <a:pt x="3971" y="2178"/>
                    </a:lnTo>
                    <a:lnTo>
                      <a:pt x="3971" y="1985"/>
                    </a:lnTo>
                    <a:lnTo>
                      <a:pt x="3971" y="1780"/>
                    </a:lnTo>
                    <a:lnTo>
                      <a:pt x="3933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88" y="90"/>
                    </a:lnTo>
                    <a:lnTo>
                      <a:pt x="2396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40"/>
              <p:cNvSpPr/>
              <p:nvPr/>
            </p:nvSpPr>
            <p:spPr>
              <a:xfrm>
                <a:off x="6903263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82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21" y="192"/>
                    </a:lnTo>
                    <a:lnTo>
                      <a:pt x="257" y="244"/>
                    </a:lnTo>
                    <a:lnTo>
                      <a:pt x="206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8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4" y="769"/>
                    </a:lnTo>
                    <a:lnTo>
                      <a:pt x="1" y="858"/>
                    </a:lnTo>
                    <a:lnTo>
                      <a:pt x="14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8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6" y="1396"/>
                    </a:lnTo>
                    <a:lnTo>
                      <a:pt x="257" y="1460"/>
                    </a:lnTo>
                    <a:lnTo>
                      <a:pt x="321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82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205" y="1640"/>
                    </a:lnTo>
                    <a:lnTo>
                      <a:pt x="1269" y="1614"/>
                    </a:lnTo>
                    <a:lnTo>
                      <a:pt x="1346" y="1563"/>
                    </a:lnTo>
                    <a:lnTo>
                      <a:pt x="1410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9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9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10" y="192"/>
                    </a:lnTo>
                    <a:lnTo>
                      <a:pt x="1346" y="141"/>
                    </a:lnTo>
                    <a:lnTo>
                      <a:pt x="1269" y="103"/>
                    </a:lnTo>
                    <a:lnTo>
                      <a:pt x="1205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40"/>
              <p:cNvSpPr/>
              <p:nvPr/>
            </p:nvSpPr>
            <p:spPr>
              <a:xfrm>
                <a:off x="5896444" y="3921455"/>
                <a:ext cx="187956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6" h="5956" extrusionOk="0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125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55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13" y="4137"/>
                    </a:lnTo>
                    <a:lnTo>
                      <a:pt x="5815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43" y="3138"/>
                    </a:lnTo>
                    <a:lnTo>
                      <a:pt x="5956" y="2984"/>
                    </a:lnTo>
                    <a:lnTo>
                      <a:pt x="5943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15" y="2088"/>
                    </a:lnTo>
                    <a:lnTo>
                      <a:pt x="5713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55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5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40"/>
              <p:cNvSpPr/>
              <p:nvPr/>
            </p:nvSpPr>
            <p:spPr>
              <a:xfrm>
                <a:off x="5927560" y="3952981"/>
                <a:ext cx="12531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971" extrusionOk="0">
                    <a:moveTo>
                      <a:pt x="1781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71" y="333"/>
                    </a:lnTo>
                    <a:lnTo>
                      <a:pt x="718" y="448"/>
                    </a:lnTo>
                    <a:lnTo>
                      <a:pt x="577" y="577"/>
                    </a:lnTo>
                    <a:lnTo>
                      <a:pt x="449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49" y="3241"/>
                    </a:lnTo>
                    <a:lnTo>
                      <a:pt x="577" y="3381"/>
                    </a:lnTo>
                    <a:lnTo>
                      <a:pt x="718" y="3510"/>
                    </a:lnTo>
                    <a:lnTo>
                      <a:pt x="871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81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83" y="3932"/>
                    </a:lnTo>
                    <a:lnTo>
                      <a:pt x="2575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3" y="2382"/>
                    </a:lnTo>
                    <a:lnTo>
                      <a:pt x="3958" y="2178"/>
                    </a:lnTo>
                    <a:lnTo>
                      <a:pt x="3971" y="1985"/>
                    </a:lnTo>
                    <a:lnTo>
                      <a:pt x="3958" y="1780"/>
                    </a:lnTo>
                    <a:lnTo>
                      <a:pt x="3933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75" y="90"/>
                    </a:lnTo>
                    <a:lnTo>
                      <a:pt x="2383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40"/>
              <p:cNvSpPr/>
              <p:nvPr/>
            </p:nvSpPr>
            <p:spPr>
              <a:xfrm>
                <a:off x="5963126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69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08" y="192"/>
                    </a:lnTo>
                    <a:lnTo>
                      <a:pt x="257" y="244"/>
                    </a:lnTo>
                    <a:lnTo>
                      <a:pt x="193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65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1" y="769"/>
                    </a:lnTo>
                    <a:lnTo>
                      <a:pt x="1" y="858"/>
                    </a:lnTo>
                    <a:lnTo>
                      <a:pt x="1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5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193" y="1396"/>
                    </a:lnTo>
                    <a:lnTo>
                      <a:pt x="257" y="1460"/>
                    </a:lnTo>
                    <a:lnTo>
                      <a:pt x="308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192" y="1640"/>
                    </a:lnTo>
                    <a:lnTo>
                      <a:pt x="1269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9" y="103"/>
                    </a:lnTo>
                    <a:lnTo>
                      <a:pt x="1192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12" name="Google Shape;2112;p40"/>
          <p:cNvGrpSpPr/>
          <p:nvPr/>
        </p:nvGrpSpPr>
        <p:grpSpPr>
          <a:xfrm>
            <a:off x="457202" y="1180300"/>
            <a:ext cx="1948882" cy="663605"/>
            <a:chOff x="457202" y="1180300"/>
            <a:chExt cx="1948882" cy="663605"/>
          </a:xfrm>
        </p:grpSpPr>
        <p:sp>
          <p:nvSpPr>
            <p:cNvPr id="2114" name="Google Shape;2114;p40"/>
            <p:cNvSpPr txBox="1"/>
            <p:nvPr/>
          </p:nvSpPr>
          <p:spPr>
            <a:xfrm>
              <a:off x="457202" y="1512105"/>
              <a:ext cx="1948882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Layer Normalization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16" name="Google Shape;2116;p40"/>
            <p:cNvSpPr txBox="1"/>
            <p:nvPr/>
          </p:nvSpPr>
          <p:spPr>
            <a:xfrm>
              <a:off x="457202" y="1180300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17" name="Google Shape;2117;p40"/>
          <p:cNvGrpSpPr/>
          <p:nvPr/>
        </p:nvGrpSpPr>
        <p:grpSpPr>
          <a:xfrm>
            <a:off x="6737906" y="1178050"/>
            <a:ext cx="1948892" cy="613894"/>
            <a:chOff x="6737906" y="1178050"/>
            <a:chExt cx="1948892" cy="613894"/>
          </a:xfrm>
        </p:grpSpPr>
        <p:sp>
          <p:nvSpPr>
            <p:cNvPr id="2119" name="Google Shape;2119;p40"/>
            <p:cNvSpPr txBox="1"/>
            <p:nvPr/>
          </p:nvSpPr>
          <p:spPr>
            <a:xfrm>
              <a:off x="6737906" y="1460144"/>
              <a:ext cx="1948882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Add &amp; Normalize residual connection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21" name="Google Shape;2121;p40"/>
            <p:cNvSpPr txBox="1"/>
            <p:nvPr/>
          </p:nvSpPr>
          <p:spPr>
            <a:xfrm>
              <a:off x="7943698" y="1178050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2" name="Google Shape;2122;p40"/>
          <p:cNvGrpSpPr/>
          <p:nvPr/>
        </p:nvGrpSpPr>
        <p:grpSpPr>
          <a:xfrm>
            <a:off x="457202" y="2930001"/>
            <a:ext cx="1948882" cy="688934"/>
            <a:chOff x="457202" y="2930001"/>
            <a:chExt cx="1948882" cy="688934"/>
          </a:xfrm>
        </p:grpSpPr>
        <p:sp>
          <p:nvSpPr>
            <p:cNvPr id="2124" name="Google Shape;2124;p40"/>
            <p:cNvSpPr txBox="1"/>
            <p:nvPr/>
          </p:nvSpPr>
          <p:spPr>
            <a:xfrm>
              <a:off x="457202" y="3287135"/>
              <a:ext cx="1948882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Multi-Head Self Attention (4 heads)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26" name="Google Shape;2126;p40"/>
            <p:cNvSpPr txBox="1"/>
            <p:nvPr/>
          </p:nvSpPr>
          <p:spPr>
            <a:xfrm>
              <a:off x="457202" y="2930001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7" name="Google Shape;2127;p40"/>
          <p:cNvGrpSpPr/>
          <p:nvPr/>
        </p:nvGrpSpPr>
        <p:grpSpPr>
          <a:xfrm>
            <a:off x="6737906" y="2927753"/>
            <a:ext cx="1948892" cy="688932"/>
            <a:chOff x="6737906" y="2927753"/>
            <a:chExt cx="1948892" cy="688932"/>
          </a:xfrm>
        </p:grpSpPr>
        <p:sp>
          <p:nvSpPr>
            <p:cNvPr id="2129" name="Google Shape;2129;p40"/>
            <p:cNvSpPr txBox="1"/>
            <p:nvPr/>
          </p:nvSpPr>
          <p:spPr>
            <a:xfrm>
              <a:off x="6737906" y="3284885"/>
              <a:ext cx="1948882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MLP block with GELU activation and dropout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31" name="Google Shape;2131;p40"/>
            <p:cNvSpPr txBox="1"/>
            <p:nvPr/>
          </p:nvSpPr>
          <p:spPr>
            <a:xfrm>
              <a:off x="7943698" y="2927753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dirty="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Training Setup</a:t>
            </a:r>
            <a:endParaRPr dirty="0"/>
          </a:p>
        </p:txBody>
      </p:sp>
      <p:grpSp>
        <p:nvGrpSpPr>
          <p:cNvPr id="642" name="Google Shape;642;p22"/>
          <p:cNvGrpSpPr/>
          <p:nvPr/>
        </p:nvGrpSpPr>
        <p:grpSpPr>
          <a:xfrm>
            <a:off x="3213883" y="1981186"/>
            <a:ext cx="2716242" cy="2750745"/>
            <a:chOff x="457200" y="1485900"/>
            <a:chExt cx="3205384" cy="3246100"/>
          </a:xfrm>
        </p:grpSpPr>
        <p:sp>
          <p:nvSpPr>
            <p:cNvPr id="643" name="Google Shape;643;p22"/>
            <p:cNvSpPr/>
            <p:nvPr/>
          </p:nvSpPr>
          <p:spPr>
            <a:xfrm>
              <a:off x="457200" y="4516621"/>
              <a:ext cx="1920994" cy="173515"/>
            </a:xfrm>
            <a:custGeom>
              <a:avLst/>
              <a:gdLst/>
              <a:ahLst/>
              <a:cxnLst/>
              <a:rect l="l" t="t" r="r" b="b"/>
              <a:pathLst>
                <a:path w="47517" h="4292" extrusionOk="0">
                  <a:moveTo>
                    <a:pt x="23754" y="1"/>
                  </a:moveTo>
                  <a:lnTo>
                    <a:pt x="21330" y="10"/>
                  </a:lnTo>
                  <a:lnTo>
                    <a:pt x="18965" y="49"/>
                  </a:lnTo>
                  <a:lnTo>
                    <a:pt x="16695" y="97"/>
                  </a:lnTo>
                  <a:lnTo>
                    <a:pt x="14511" y="173"/>
                  </a:lnTo>
                  <a:lnTo>
                    <a:pt x="12432" y="259"/>
                  </a:lnTo>
                  <a:lnTo>
                    <a:pt x="11436" y="317"/>
                  </a:lnTo>
                  <a:lnTo>
                    <a:pt x="10469" y="365"/>
                  </a:lnTo>
                  <a:lnTo>
                    <a:pt x="9540" y="432"/>
                  </a:lnTo>
                  <a:lnTo>
                    <a:pt x="8639" y="489"/>
                  </a:lnTo>
                  <a:lnTo>
                    <a:pt x="7777" y="556"/>
                  </a:lnTo>
                  <a:lnTo>
                    <a:pt x="6954" y="633"/>
                  </a:lnTo>
                  <a:lnTo>
                    <a:pt x="6168" y="710"/>
                  </a:lnTo>
                  <a:lnTo>
                    <a:pt x="5421" y="786"/>
                  </a:lnTo>
                  <a:lnTo>
                    <a:pt x="4722" y="863"/>
                  </a:lnTo>
                  <a:lnTo>
                    <a:pt x="4052" y="949"/>
                  </a:lnTo>
                  <a:lnTo>
                    <a:pt x="3439" y="1035"/>
                  </a:lnTo>
                  <a:lnTo>
                    <a:pt x="2864" y="1121"/>
                  </a:lnTo>
                  <a:lnTo>
                    <a:pt x="2337" y="1217"/>
                  </a:lnTo>
                  <a:lnTo>
                    <a:pt x="1868" y="1313"/>
                  </a:lnTo>
                  <a:lnTo>
                    <a:pt x="1437" y="1409"/>
                  </a:lnTo>
                  <a:lnTo>
                    <a:pt x="1063" y="1514"/>
                  </a:lnTo>
                  <a:lnTo>
                    <a:pt x="747" y="1610"/>
                  </a:lnTo>
                  <a:lnTo>
                    <a:pt x="479" y="1715"/>
                  </a:lnTo>
                  <a:lnTo>
                    <a:pt x="364" y="1773"/>
                  </a:lnTo>
                  <a:lnTo>
                    <a:pt x="268" y="1821"/>
                  </a:lnTo>
                  <a:lnTo>
                    <a:pt x="192" y="1878"/>
                  </a:lnTo>
                  <a:lnTo>
                    <a:pt x="125" y="1926"/>
                  </a:lnTo>
                  <a:lnTo>
                    <a:pt x="67" y="1984"/>
                  </a:lnTo>
                  <a:lnTo>
                    <a:pt x="29" y="2041"/>
                  </a:lnTo>
                  <a:lnTo>
                    <a:pt x="10" y="2098"/>
                  </a:lnTo>
                  <a:lnTo>
                    <a:pt x="0" y="2146"/>
                  </a:lnTo>
                  <a:lnTo>
                    <a:pt x="10" y="2204"/>
                  </a:lnTo>
                  <a:lnTo>
                    <a:pt x="29" y="2261"/>
                  </a:lnTo>
                  <a:lnTo>
                    <a:pt x="67" y="2319"/>
                  </a:lnTo>
                  <a:lnTo>
                    <a:pt x="125" y="2367"/>
                  </a:lnTo>
                  <a:lnTo>
                    <a:pt x="192" y="2424"/>
                  </a:lnTo>
                  <a:lnTo>
                    <a:pt x="268" y="2472"/>
                  </a:lnTo>
                  <a:lnTo>
                    <a:pt x="364" y="2529"/>
                  </a:lnTo>
                  <a:lnTo>
                    <a:pt x="479" y="2577"/>
                  </a:lnTo>
                  <a:lnTo>
                    <a:pt x="747" y="2683"/>
                  </a:lnTo>
                  <a:lnTo>
                    <a:pt x="1063" y="2788"/>
                  </a:lnTo>
                  <a:lnTo>
                    <a:pt x="1437" y="2884"/>
                  </a:lnTo>
                  <a:lnTo>
                    <a:pt x="1868" y="2989"/>
                  </a:lnTo>
                  <a:lnTo>
                    <a:pt x="2337" y="3075"/>
                  </a:lnTo>
                  <a:lnTo>
                    <a:pt x="2864" y="3171"/>
                  </a:lnTo>
                  <a:lnTo>
                    <a:pt x="3439" y="3257"/>
                  </a:lnTo>
                  <a:lnTo>
                    <a:pt x="4052" y="3353"/>
                  </a:lnTo>
                  <a:lnTo>
                    <a:pt x="4722" y="3430"/>
                  </a:lnTo>
                  <a:lnTo>
                    <a:pt x="5421" y="3516"/>
                  </a:lnTo>
                  <a:lnTo>
                    <a:pt x="6168" y="3593"/>
                  </a:lnTo>
                  <a:lnTo>
                    <a:pt x="6954" y="3669"/>
                  </a:lnTo>
                  <a:lnTo>
                    <a:pt x="7777" y="3736"/>
                  </a:lnTo>
                  <a:lnTo>
                    <a:pt x="8639" y="3803"/>
                  </a:lnTo>
                  <a:lnTo>
                    <a:pt x="9540" y="3870"/>
                  </a:lnTo>
                  <a:lnTo>
                    <a:pt x="10469" y="3928"/>
                  </a:lnTo>
                  <a:lnTo>
                    <a:pt x="11436" y="3985"/>
                  </a:lnTo>
                  <a:lnTo>
                    <a:pt x="12432" y="4033"/>
                  </a:lnTo>
                  <a:lnTo>
                    <a:pt x="14511" y="4129"/>
                  </a:lnTo>
                  <a:lnTo>
                    <a:pt x="16695" y="4196"/>
                  </a:lnTo>
                  <a:lnTo>
                    <a:pt x="18965" y="4254"/>
                  </a:lnTo>
                  <a:lnTo>
                    <a:pt x="21330" y="4282"/>
                  </a:lnTo>
                  <a:lnTo>
                    <a:pt x="23754" y="4292"/>
                  </a:lnTo>
                  <a:lnTo>
                    <a:pt x="26187" y="4282"/>
                  </a:lnTo>
                  <a:lnTo>
                    <a:pt x="28543" y="4254"/>
                  </a:lnTo>
                  <a:lnTo>
                    <a:pt x="30822" y="4196"/>
                  </a:lnTo>
                  <a:lnTo>
                    <a:pt x="33006" y="4129"/>
                  </a:lnTo>
                  <a:lnTo>
                    <a:pt x="35085" y="4033"/>
                  </a:lnTo>
                  <a:lnTo>
                    <a:pt x="36071" y="3985"/>
                  </a:lnTo>
                  <a:lnTo>
                    <a:pt x="37038" y="3928"/>
                  </a:lnTo>
                  <a:lnTo>
                    <a:pt x="37968" y="3870"/>
                  </a:lnTo>
                  <a:lnTo>
                    <a:pt x="38868" y="3803"/>
                  </a:lnTo>
                  <a:lnTo>
                    <a:pt x="39730" y="3736"/>
                  </a:lnTo>
                  <a:lnTo>
                    <a:pt x="40554" y="3669"/>
                  </a:lnTo>
                  <a:lnTo>
                    <a:pt x="41339" y="3593"/>
                  </a:lnTo>
                  <a:lnTo>
                    <a:pt x="42086" y="3516"/>
                  </a:lnTo>
                  <a:lnTo>
                    <a:pt x="42795" y="3430"/>
                  </a:lnTo>
                  <a:lnTo>
                    <a:pt x="43456" y="3353"/>
                  </a:lnTo>
                  <a:lnTo>
                    <a:pt x="44078" y="3257"/>
                  </a:lnTo>
                  <a:lnTo>
                    <a:pt x="44643" y="3171"/>
                  </a:lnTo>
                  <a:lnTo>
                    <a:pt x="45170" y="3075"/>
                  </a:lnTo>
                  <a:lnTo>
                    <a:pt x="45649" y="2989"/>
                  </a:lnTo>
                  <a:lnTo>
                    <a:pt x="46071" y="2884"/>
                  </a:lnTo>
                  <a:lnTo>
                    <a:pt x="46444" y="2788"/>
                  </a:lnTo>
                  <a:lnTo>
                    <a:pt x="46770" y="2683"/>
                  </a:lnTo>
                  <a:lnTo>
                    <a:pt x="47028" y="2577"/>
                  </a:lnTo>
                  <a:lnTo>
                    <a:pt x="47143" y="2529"/>
                  </a:lnTo>
                  <a:lnTo>
                    <a:pt x="47239" y="2472"/>
                  </a:lnTo>
                  <a:lnTo>
                    <a:pt x="47325" y="2424"/>
                  </a:lnTo>
                  <a:lnTo>
                    <a:pt x="47392" y="2367"/>
                  </a:lnTo>
                  <a:lnTo>
                    <a:pt x="47450" y="2319"/>
                  </a:lnTo>
                  <a:lnTo>
                    <a:pt x="47488" y="2261"/>
                  </a:lnTo>
                  <a:lnTo>
                    <a:pt x="47507" y="2204"/>
                  </a:lnTo>
                  <a:lnTo>
                    <a:pt x="47517" y="2146"/>
                  </a:lnTo>
                  <a:lnTo>
                    <a:pt x="47507" y="2098"/>
                  </a:lnTo>
                  <a:lnTo>
                    <a:pt x="47488" y="2041"/>
                  </a:lnTo>
                  <a:lnTo>
                    <a:pt x="47450" y="1984"/>
                  </a:lnTo>
                  <a:lnTo>
                    <a:pt x="47392" y="1926"/>
                  </a:lnTo>
                  <a:lnTo>
                    <a:pt x="47325" y="1878"/>
                  </a:lnTo>
                  <a:lnTo>
                    <a:pt x="47239" y="1821"/>
                  </a:lnTo>
                  <a:lnTo>
                    <a:pt x="47143" y="1773"/>
                  </a:lnTo>
                  <a:lnTo>
                    <a:pt x="47028" y="1715"/>
                  </a:lnTo>
                  <a:lnTo>
                    <a:pt x="46770" y="1610"/>
                  </a:lnTo>
                  <a:lnTo>
                    <a:pt x="46444" y="1514"/>
                  </a:lnTo>
                  <a:lnTo>
                    <a:pt x="46071" y="1409"/>
                  </a:lnTo>
                  <a:lnTo>
                    <a:pt x="45649" y="1313"/>
                  </a:lnTo>
                  <a:lnTo>
                    <a:pt x="45170" y="1217"/>
                  </a:lnTo>
                  <a:lnTo>
                    <a:pt x="44643" y="1121"/>
                  </a:lnTo>
                  <a:lnTo>
                    <a:pt x="44078" y="1035"/>
                  </a:lnTo>
                  <a:lnTo>
                    <a:pt x="43456" y="949"/>
                  </a:lnTo>
                  <a:lnTo>
                    <a:pt x="42795" y="863"/>
                  </a:lnTo>
                  <a:lnTo>
                    <a:pt x="42086" y="786"/>
                  </a:lnTo>
                  <a:lnTo>
                    <a:pt x="41339" y="710"/>
                  </a:lnTo>
                  <a:lnTo>
                    <a:pt x="40554" y="633"/>
                  </a:lnTo>
                  <a:lnTo>
                    <a:pt x="39730" y="556"/>
                  </a:lnTo>
                  <a:lnTo>
                    <a:pt x="38868" y="489"/>
                  </a:lnTo>
                  <a:lnTo>
                    <a:pt x="37968" y="432"/>
                  </a:lnTo>
                  <a:lnTo>
                    <a:pt x="37038" y="365"/>
                  </a:lnTo>
                  <a:lnTo>
                    <a:pt x="36071" y="317"/>
                  </a:lnTo>
                  <a:lnTo>
                    <a:pt x="35085" y="259"/>
                  </a:lnTo>
                  <a:lnTo>
                    <a:pt x="33006" y="173"/>
                  </a:lnTo>
                  <a:lnTo>
                    <a:pt x="30822" y="97"/>
                  </a:lnTo>
                  <a:lnTo>
                    <a:pt x="28543" y="49"/>
                  </a:lnTo>
                  <a:lnTo>
                    <a:pt x="26187" y="10"/>
                  </a:lnTo>
                  <a:lnTo>
                    <a:pt x="2375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2360341" y="2998390"/>
              <a:ext cx="417454" cy="50373"/>
            </a:xfrm>
            <a:custGeom>
              <a:avLst/>
              <a:gdLst/>
              <a:ahLst/>
              <a:cxnLst/>
              <a:rect l="l" t="t" r="r" b="b"/>
              <a:pathLst>
                <a:path w="10326" h="1246" extrusionOk="0">
                  <a:moveTo>
                    <a:pt x="565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3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19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19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3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5" y="1236"/>
                  </a:lnTo>
                  <a:lnTo>
                    <a:pt x="623" y="1245"/>
                  </a:lnTo>
                  <a:lnTo>
                    <a:pt x="9703" y="1245"/>
                  </a:lnTo>
                  <a:lnTo>
                    <a:pt x="9770" y="1236"/>
                  </a:lnTo>
                  <a:lnTo>
                    <a:pt x="9837" y="1226"/>
                  </a:lnTo>
                  <a:lnTo>
                    <a:pt x="9894" y="1216"/>
                  </a:lnTo>
                  <a:lnTo>
                    <a:pt x="9952" y="1188"/>
                  </a:lnTo>
                  <a:lnTo>
                    <a:pt x="10000" y="1169"/>
                  </a:lnTo>
                  <a:lnTo>
                    <a:pt x="10057" y="1130"/>
                  </a:lnTo>
                  <a:lnTo>
                    <a:pt x="10144" y="1063"/>
                  </a:lnTo>
                  <a:lnTo>
                    <a:pt x="10220" y="967"/>
                  </a:lnTo>
                  <a:lnTo>
                    <a:pt x="10258" y="920"/>
                  </a:lnTo>
                  <a:lnTo>
                    <a:pt x="10278" y="862"/>
                  </a:lnTo>
                  <a:lnTo>
                    <a:pt x="10297" y="805"/>
                  </a:lnTo>
                  <a:lnTo>
                    <a:pt x="10316" y="747"/>
                  </a:lnTo>
                  <a:lnTo>
                    <a:pt x="10326" y="680"/>
                  </a:lnTo>
                  <a:lnTo>
                    <a:pt x="10326" y="623"/>
                  </a:lnTo>
                  <a:lnTo>
                    <a:pt x="10326" y="556"/>
                  </a:lnTo>
                  <a:lnTo>
                    <a:pt x="10316" y="489"/>
                  </a:lnTo>
                  <a:lnTo>
                    <a:pt x="10297" y="431"/>
                  </a:lnTo>
                  <a:lnTo>
                    <a:pt x="10278" y="374"/>
                  </a:lnTo>
                  <a:lnTo>
                    <a:pt x="10258" y="326"/>
                  </a:lnTo>
                  <a:lnTo>
                    <a:pt x="10220" y="268"/>
                  </a:lnTo>
                  <a:lnTo>
                    <a:pt x="10144" y="182"/>
                  </a:lnTo>
                  <a:lnTo>
                    <a:pt x="10057" y="105"/>
                  </a:lnTo>
                  <a:lnTo>
                    <a:pt x="10000" y="67"/>
                  </a:lnTo>
                  <a:lnTo>
                    <a:pt x="9952" y="48"/>
                  </a:lnTo>
                  <a:lnTo>
                    <a:pt x="9894" y="29"/>
                  </a:lnTo>
                  <a:lnTo>
                    <a:pt x="9837" y="10"/>
                  </a:lnTo>
                  <a:lnTo>
                    <a:pt x="977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2623642" y="2998390"/>
              <a:ext cx="154150" cy="50373"/>
            </a:xfrm>
            <a:custGeom>
              <a:avLst/>
              <a:gdLst/>
              <a:ahLst/>
              <a:cxnLst/>
              <a:rect l="l" t="t" r="r" b="b"/>
              <a:pathLst>
                <a:path w="3813" h="1246" extrusionOk="0">
                  <a:moveTo>
                    <a:pt x="566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4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20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20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4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6" y="1236"/>
                  </a:lnTo>
                  <a:lnTo>
                    <a:pt x="623" y="1245"/>
                  </a:lnTo>
                  <a:lnTo>
                    <a:pt x="3190" y="1245"/>
                  </a:lnTo>
                  <a:lnTo>
                    <a:pt x="3257" y="1236"/>
                  </a:lnTo>
                  <a:lnTo>
                    <a:pt x="3324" y="1226"/>
                  </a:lnTo>
                  <a:lnTo>
                    <a:pt x="3381" y="1216"/>
                  </a:lnTo>
                  <a:lnTo>
                    <a:pt x="3439" y="1188"/>
                  </a:lnTo>
                  <a:lnTo>
                    <a:pt x="3487" y="1169"/>
                  </a:lnTo>
                  <a:lnTo>
                    <a:pt x="3544" y="1130"/>
                  </a:lnTo>
                  <a:lnTo>
                    <a:pt x="3631" y="1063"/>
                  </a:lnTo>
                  <a:lnTo>
                    <a:pt x="3707" y="967"/>
                  </a:lnTo>
                  <a:lnTo>
                    <a:pt x="3745" y="920"/>
                  </a:lnTo>
                  <a:lnTo>
                    <a:pt x="3765" y="862"/>
                  </a:lnTo>
                  <a:lnTo>
                    <a:pt x="3784" y="805"/>
                  </a:lnTo>
                  <a:lnTo>
                    <a:pt x="3803" y="747"/>
                  </a:lnTo>
                  <a:lnTo>
                    <a:pt x="3813" y="680"/>
                  </a:lnTo>
                  <a:lnTo>
                    <a:pt x="3813" y="623"/>
                  </a:lnTo>
                  <a:lnTo>
                    <a:pt x="3813" y="556"/>
                  </a:lnTo>
                  <a:lnTo>
                    <a:pt x="3803" y="489"/>
                  </a:lnTo>
                  <a:lnTo>
                    <a:pt x="3784" y="431"/>
                  </a:lnTo>
                  <a:lnTo>
                    <a:pt x="3765" y="374"/>
                  </a:lnTo>
                  <a:lnTo>
                    <a:pt x="3745" y="326"/>
                  </a:lnTo>
                  <a:lnTo>
                    <a:pt x="3707" y="268"/>
                  </a:lnTo>
                  <a:lnTo>
                    <a:pt x="3631" y="182"/>
                  </a:lnTo>
                  <a:lnTo>
                    <a:pt x="3544" y="105"/>
                  </a:lnTo>
                  <a:lnTo>
                    <a:pt x="3487" y="67"/>
                  </a:lnTo>
                  <a:lnTo>
                    <a:pt x="3439" y="48"/>
                  </a:lnTo>
                  <a:lnTo>
                    <a:pt x="3381" y="29"/>
                  </a:lnTo>
                  <a:lnTo>
                    <a:pt x="3324" y="10"/>
                  </a:lnTo>
                  <a:lnTo>
                    <a:pt x="32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2665443" y="2196079"/>
              <a:ext cx="84453" cy="111176"/>
            </a:xfrm>
            <a:custGeom>
              <a:avLst/>
              <a:gdLst/>
              <a:ahLst/>
              <a:cxnLst/>
              <a:rect l="l" t="t" r="r" b="b"/>
              <a:pathLst>
                <a:path w="2089" h="2750" extrusionOk="0">
                  <a:moveTo>
                    <a:pt x="1821" y="0"/>
                  </a:moveTo>
                  <a:lnTo>
                    <a:pt x="1754" y="19"/>
                  </a:lnTo>
                  <a:lnTo>
                    <a:pt x="1620" y="67"/>
                  </a:lnTo>
                  <a:lnTo>
                    <a:pt x="1466" y="144"/>
                  </a:lnTo>
                  <a:lnTo>
                    <a:pt x="1303" y="240"/>
                  </a:lnTo>
                  <a:lnTo>
                    <a:pt x="1141" y="345"/>
                  </a:lnTo>
                  <a:lnTo>
                    <a:pt x="968" y="470"/>
                  </a:lnTo>
                  <a:lnTo>
                    <a:pt x="643" y="719"/>
                  </a:lnTo>
                  <a:lnTo>
                    <a:pt x="374" y="948"/>
                  </a:lnTo>
                  <a:lnTo>
                    <a:pt x="116" y="1178"/>
                  </a:lnTo>
                  <a:lnTo>
                    <a:pt x="68" y="1303"/>
                  </a:lnTo>
                  <a:lnTo>
                    <a:pt x="30" y="1437"/>
                  </a:lnTo>
                  <a:lnTo>
                    <a:pt x="10" y="1571"/>
                  </a:lnTo>
                  <a:lnTo>
                    <a:pt x="1" y="1705"/>
                  </a:lnTo>
                  <a:lnTo>
                    <a:pt x="1" y="1839"/>
                  </a:lnTo>
                  <a:lnTo>
                    <a:pt x="10" y="1964"/>
                  </a:lnTo>
                  <a:lnTo>
                    <a:pt x="39" y="2088"/>
                  </a:lnTo>
                  <a:lnTo>
                    <a:pt x="68" y="2203"/>
                  </a:lnTo>
                  <a:lnTo>
                    <a:pt x="106" y="2318"/>
                  </a:lnTo>
                  <a:lnTo>
                    <a:pt x="164" y="2414"/>
                  </a:lnTo>
                  <a:lnTo>
                    <a:pt x="221" y="2510"/>
                  </a:lnTo>
                  <a:lnTo>
                    <a:pt x="288" y="2586"/>
                  </a:lnTo>
                  <a:lnTo>
                    <a:pt x="365" y="2653"/>
                  </a:lnTo>
                  <a:lnTo>
                    <a:pt x="441" y="2701"/>
                  </a:lnTo>
                  <a:lnTo>
                    <a:pt x="528" y="2730"/>
                  </a:lnTo>
                  <a:lnTo>
                    <a:pt x="623" y="2749"/>
                  </a:lnTo>
                  <a:lnTo>
                    <a:pt x="671" y="2749"/>
                  </a:lnTo>
                  <a:lnTo>
                    <a:pt x="729" y="2730"/>
                  </a:lnTo>
                  <a:lnTo>
                    <a:pt x="786" y="2701"/>
                  </a:lnTo>
                  <a:lnTo>
                    <a:pt x="844" y="2663"/>
                  </a:lnTo>
                  <a:lnTo>
                    <a:pt x="901" y="2615"/>
                  </a:lnTo>
                  <a:lnTo>
                    <a:pt x="968" y="2548"/>
                  </a:lnTo>
                  <a:lnTo>
                    <a:pt x="1102" y="2404"/>
                  </a:lnTo>
                  <a:lnTo>
                    <a:pt x="1236" y="2232"/>
                  </a:lnTo>
                  <a:lnTo>
                    <a:pt x="1371" y="2031"/>
                  </a:lnTo>
                  <a:lnTo>
                    <a:pt x="1505" y="1810"/>
                  </a:lnTo>
                  <a:lnTo>
                    <a:pt x="1629" y="1581"/>
                  </a:lnTo>
                  <a:lnTo>
                    <a:pt x="1754" y="1351"/>
                  </a:lnTo>
                  <a:lnTo>
                    <a:pt x="1859" y="1111"/>
                  </a:lnTo>
                  <a:lnTo>
                    <a:pt x="1945" y="891"/>
                  </a:lnTo>
                  <a:lnTo>
                    <a:pt x="2012" y="671"/>
                  </a:lnTo>
                  <a:lnTo>
                    <a:pt x="2060" y="479"/>
                  </a:lnTo>
                  <a:lnTo>
                    <a:pt x="2079" y="393"/>
                  </a:lnTo>
                  <a:lnTo>
                    <a:pt x="2089" y="307"/>
                  </a:lnTo>
                  <a:lnTo>
                    <a:pt x="2089" y="240"/>
                  </a:lnTo>
                  <a:lnTo>
                    <a:pt x="2079" y="173"/>
                  </a:lnTo>
                  <a:lnTo>
                    <a:pt x="2070" y="115"/>
                  </a:lnTo>
                  <a:lnTo>
                    <a:pt x="2041" y="77"/>
                  </a:lnTo>
                  <a:lnTo>
                    <a:pt x="2012" y="39"/>
                  </a:lnTo>
                  <a:lnTo>
                    <a:pt x="1974" y="19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3148708" y="1685326"/>
              <a:ext cx="513874" cy="513874"/>
            </a:xfrm>
            <a:custGeom>
              <a:avLst/>
              <a:gdLst/>
              <a:ahLst/>
              <a:cxnLst/>
              <a:rect l="l" t="t" r="r" b="b"/>
              <a:pathLst>
                <a:path w="12711" h="12711" extrusionOk="0">
                  <a:moveTo>
                    <a:pt x="6025" y="1"/>
                  </a:moveTo>
                  <a:lnTo>
                    <a:pt x="5699" y="29"/>
                  </a:lnTo>
                  <a:lnTo>
                    <a:pt x="5383" y="68"/>
                  </a:lnTo>
                  <a:lnTo>
                    <a:pt x="5077" y="125"/>
                  </a:lnTo>
                  <a:lnTo>
                    <a:pt x="4761" y="192"/>
                  </a:lnTo>
                  <a:lnTo>
                    <a:pt x="4464" y="278"/>
                  </a:lnTo>
                  <a:lnTo>
                    <a:pt x="4167" y="384"/>
                  </a:lnTo>
                  <a:lnTo>
                    <a:pt x="3879" y="499"/>
                  </a:lnTo>
                  <a:lnTo>
                    <a:pt x="3602" y="623"/>
                  </a:lnTo>
                  <a:lnTo>
                    <a:pt x="3324" y="767"/>
                  </a:lnTo>
                  <a:lnTo>
                    <a:pt x="3056" y="920"/>
                  </a:lnTo>
                  <a:lnTo>
                    <a:pt x="2797" y="1083"/>
                  </a:lnTo>
                  <a:lnTo>
                    <a:pt x="2548" y="1255"/>
                  </a:lnTo>
                  <a:lnTo>
                    <a:pt x="2309" y="1447"/>
                  </a:lnTo>
                  <a:lnTo>
                    <a:pt x="2079" y="1648"/>
                  </a:lnTo>
                  <a:lnTo>
                    <a:pt x="1858" y="1859"/>
                  </a:lnTo>
                  <a:lnTo>
                    <a:pt x="1648" y="2079"/>
                  </a:lnTo>
                  <a:lnTo>
                    <a:pt x="1447" y="2309"/>
                  </a:lnTo>
                  <a:lnTo>
                    <a:pt x="1265" y="2548"/>
                  </a:lnTo>
                  <a:lnTo>
                    <a:pt x="1083" y="2797"/>
                  </a:lnTo>
                  <a:lnTo>
                    <a:pt x="920" y="3056"/>
                  </a:lnTo>
                  <a:lnTo>
                    <a:pt x="767" y="3324"/>
                  </a:lnTo>
                  <a:lnTo>
                    <a:pt x="623" y="3592"/>
                  </a:lnTo>
                  <a:lnTo>
                    <a:pt x="498" y="3880"/>
                  </a:lnTo>
                  <a:lnTo>
                    <a:pt x="383" y="4167"/>
                  </a:lnTo>
                  <a:lnTo>
                    <a:pt x="288" y="4464"/>
                  </a:lnTo>
                  <a:lnTo>
                    <a:pt x="201" y="4761"/>
                  </a:lnTo>
                  <a:lnTo>
                    <a:pt x="125" y="5068"/>
                  </a:lnTo>
                  <a:lnTo>
                    <a:pt x="67" y="5384"/>
                  </a:lnTo>
                  <a:lnTo>
                    <a:pt x="29" y="5700"/>
                  </a:lnTo>
                  <a:lnTo>
                    <a:pt x="10" y="6025"/>
                  </a:lnTo>
                  <a:lnTo>
                    <a:pt x="0" y="6351"/>
                  </a:lnTo>
                  <a:lnTo>
                    <a:pt x="10" y="6677"/>
                  </a:lnTo>
                  <a:lnTo>
                    <a:pt x="29" y="7002"/>
                  </a:lnTo>
                  <a:lnTo>
                    <a:pt x="67" y="7318"/>
                  </a:lnTo>
                  <a:lnTo>
                    <a:pt x="125" y="7634"/>
                  </a:lnTo>
                  <a:lnTo>
                    <a:pt x="201" y="7941"/>
                  </a:lnTo>
                  <a:lnTo>
                    <a:pt x="288" y="8238"/>
                  </a:lnTo>
                  <a:lnTo>
                    <a:pt x="383" y="8535"/>
                  </a:lnTo>
                  <a:lnTo>
                    <a:pt x="498" y="8822"/>
                  </a:lnTo>
                  <a:lnTo>
                    <a:pt x="623" y="9109"/>
                  </a:lnTo>
                  <a:lnTo>
                    <a:pt x="767" y="9378"/>
                  </a:lnTo>
                  <a:lnTo>
                    <a:pt x="920" y="9646"/>
                  </a:lnTo>
                  <a:lnTo>
                    <a:pt x="1083" y="9904"/>
                  </a:lnTo>
                  <a:lnTo>
                    <a:pt x="1265" y="10153"/>
                  </a:lnTo>
                  <a:lnTo>
                    <a:pt x="1447" y="10393"/>
                  </a:lnTo>
                  <a:lnTo>
                    <a:pt x="1648" y="10623"/>
                  </a:lnTo>
                  <a:lnTo>
                    <a:pt x="1858" y="10843"/>
                  </a:lnTo>
                  <a:lnTo>
                    <a:pt x="2079" y="11054"/>
                  </a:lnTo>
                  <a:lnTo>
                    <a:pt x="2309" y="11255"/>
                  </a:lnTo>
                  <a:lnTo>
                    <a:pt x="2548" y="11447"/>
                  </a:lnTo>
                  <a:lnTo>
                    <a:pt x="2797" y="11619"/>
                  </a:lnTo>
                  <a:lnTo>
                    <a:pt x="3056" y="11791"/>
                  </a:lnTo>
                  <a:lnTo>
                    <a:pt x="3324" y="11945"/>
                  </a:lnTo>
                  <a:lnTo>
                    <a:pt x="3602" y="12079"/>
                  </a:lnTo>
                  <a:lnTo>
                    <a:pt x="3879" y="12203"/>
                  </a:lnTo>
                  <a:lnTo>
                    <a:pt x="4167" y="12318"/>
                  </a:lnTo>
                  <a:lnTo>
                    <a:pt x="4464" y="12423"/>
                  </a:lnTo>
                  <a:lnTo>
                    <a:pt x="4761" y="12510"/>
                  </a:lnTo>
                  <a:lnTo>
                    <a:pt x="5077" y="12577"/>
                  </a:lnTo>
                  <a:lnTo>
                    <a:pt x="5383" y="12634"/>
                  </a:lnTo>
                  <a:lnTo>
                    <a:pt x="5699" y="12673"/>
                  </a:lnTo>
                  <a:lnTo>
                    <a:pt x="6025" y="12701"/>
                  </a:lnTo>
                  <a:lnTo>
                    <a:pt x="6351" y="12711"/>
                  </a:lnTo>
                  <a:lnTo>
                    <a:pt x="6676" y="12701"/>
                  </a:lnTo>
                  <a:lnTo>
                    <a:pt x="7002" y="12673"/>
                  </a:lnTo>
                  <a:lnTo>
                    <a:pt x="7318" y="12634"/>
                  </a:lnTo>
                  <a:lnTo>
                    <a:pt x="7634" y="12577"/>
                  </a:lnTo>
                  <a:lnTo>
                    <a:pt x="7941" y="12510"/>
                  </a:lnTo>
                  <a:lnTo>
                    <a:pt x="8247" y="12423"/>
                  </a:lnTo>
                  <a:lnTo>
                    <a:pt x="8534" y="12318"/>
                  </a:lnTo>
                  <a:lnTo>
                    <a:pt x="8831" y="12203"/>
                  </a:lnTo>
                  <a:lnTo>
                    <a:pt x="9109" y="12079"/>
                  </a:lnTo>
                  <a:lnTo>
                    <a:pt x="9387" y="11945"/>
                  </a:lnTo>
                  <a:lnTo>
                    <a:pt x="9645" y="11791"/>
                  </a:lnTo>
                  <a:lnTo>
                    <a:pt x="9904" y="11619"/>
                  </a:lnTo>
                  <a:lnTo>
                    <a:pt x="10153" y="11447"/>
                  </a:lnTo>
                  <a:lnTo>
                    <a:pt x="10393" y="11255"/>
                  </a:lnTo>
                  <a:lnTo>
                    <a:pt x="10622" y="11054"/>
                  </a:lnTo>
                  <a:lnTo>
                    <a:pt x="10843" y="10843"/>
                  </a:lnTo>
                  <a:lnTo>
                    <a:pt x="11053" y="10623"/>
                  </a:lnTo>
                  <a:lnTo>
                    <a:pt x="11255" y="10393"/>
                  </a:lnTo>
                  <a:lnTo>
                    <a:pt x="11446" y="10153"/>
                  </a:lnTo>
                  <a:lnTo>
                    <a:pt x="11619" y="9904"/>
                  </a:lnTo>
                  <a:lnTo>
                    <a:pt x="11791" y="9646"/>
                  </a:lnTo>
                  <a:lnTo>
                    <a:pt x="11944" y="9378"/>
                  </a:lnTo>
                  <a:lnTo>
                    <a:pt x="12078" y="9109"/>
                  </a:lnTo>
                  <a:lnTo>
                    <a:pt x="12212" y="8822"/>
                  </a:lnTo>
                  <a:lnTo>
                    <a:pt x="12327" y="8535"/>
                  </a:lnTo>
                  <a:lnTo>
                    <a:pt x="12423" y="8238"/>
                  </a:lnTo>
                  <a:lnTo>
                    <a:pt x="12509" y="7941"/>
                  </a:lnTo>
                  <a:lnTo>
                    <a:pt x="12576" y="7634"/>
                  </a:lnTo>
                  <a:lnTo>
                    <a:pt x="12634" y="7318"/>
                  </a:lnTo>
                  <a:lnTo>
                    <a:pt x="12672" y="7002"/>
                  </a:lnTo>
                  <a:lnTo>
                    <a:pt x="12701" y="6677"/>
                  </a:lnTo>
                  <a:lnTo>
                    <a:pt x="12710" y="6351"/>
                  </a:lnTo>
                  <a:lnTo>
                    <a:pt x="12701" y="6025"/>
                  </a:lnTo>
                  <a:lnTo>
                    <a:pt x="12672" y="5700"/>
                  </a:lnTo>
                  <a:lnTo>
                    <a:pt x="12634" y="5384"/>
                  </a:lnTo>
                  <a:lnTo>
                    <a:pt x="12576" y="5068"/>
                  </a:lnTo>
                  <a:lnTo>
                    <a:pt x="12509" y="4761"/>
                  </a:lnTo>
                  <a:lnTo>
                    <a:pt x="12423" y="4464"/>
                  </a:lnTo>
                  <a:lnTo>
                    <a:pt x="12327" y="4167"/>
                  </a:lnTo>
                  <a:lnTo>
                    <a:pt x="12212" y="3880"/>
                  </a:lnTo>
                  <a:lnTo>
                    <a:pt x="12078" y="3592"/>
                  </a:lnTo>
                  <a:lnTo>
                    <a:pt x="11944" y="3324"/>
                  </a:lnTo>
                  <a:lnTo>
                    <a:pt x="11791" y="3056"/>
                  </a:lnTo>
                  <a:lnTo>
                    <a:pt x="11619" y="2797"/>
                  </a:lnTo>
                  <a:lnTo>
                    <a:pt x="11446" y="2548"/>
                  </a:lnTo>
                  <a:lnTo>
                    <a:pt x="11255" y="2309"/>
                  </a:lnTo>
                  <a:lnTo>
                    <a:pt x="11053" y="2079"/>
                  </a:lnTo>
                  <a:lnTo>
                    <a:pt x="10843" y="1859"/>
                  </a:lnTo>
                  <a:lnTo>
                    <a:pt x="10622" y="1648"/>
                  </a:lnTo>
                  <a:lnTo>
                    <a:pt x="10393" y="1447"/>
                  </a:lnTo>
                  <a:lnTo>
                    <a:pt x="10153" y="1255"/>
                  </a:lnTo>
                  <a:lnTo>
                    <a:pt x="9904" y="1083"/>
                  </a:lnTo>
                  <a:lnTo>
                    <a:pt x="9645" y="920"/>
                  </a:lnTo>
                  <a:lnTo>
                    <a:pt x="9387" y="767"/>
                  </a:lnTo>
                  <a:lnTo>
                    <a:pt x="9109" y="623"/>
                  </a:lnTo>
                  <a:lnTo>
                    <a:pt x="8831" y="499"/>
                  </a:lnTo>
                  <a:lnTo>
                    <a:pt x="8534" y="384"/>
                  </a:lnTo>
                  <a:lnTo>
                    <a:pt x="8247" y="278"/>
                  </a:lnTo>
                  <a:lnTo>
                    <a:pt x="7941" y="192"/>
                  </a:lnTo>
                  <a:lnTo>
                    <a:pt x="7634" y="125"/>
                  </a:lnTo>
                  <a:lnTo>
                    <a:pt x="7318" y="68"/>
                  </a:lnTo>
                  <a:lnTo>
                    <a:pt x="7002" y="29"/>
                  </a:lnTo>
                  <a:lnTo>
                    <a:pt x="6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1460840" y="4303652"/>
              <a:ext cx="374844" cy="292776"/>
            </a:xfrm>
            <a:custGeom>
              <a:avLst/>
              <a:gdLst/>
              <a:ahLst/>
              <a:cxnLst/>
              <a:rect l="l" t="t" r="r" b="b"/>
              <a:pathLst>
                <a:path w="9272" h="7242" extrusionOk="0">
                  <a:moveTo>
                    <a:pt x="7548" y="1"/>
                  </a:moveTo>
                  <a:lnTo>
                    <a:pt x="3228" y="5470"/>
                  </a:lnTo>
                  <a:lnTo>
                    <a:pt x="2759" y="5623"/>
                  </a:lnTo>
                  <a:lnTo>
                    <a:pt x="2280" y="5805"/>
                  </a:lnTo>
                  <a:lnTo>
                    <a:pt x="1715" y="6026"/>
                  </a:lnTo>
                  <a:lnTo>
                    <a:pt x="1428" y="6150"/>
                  </a:lnTo>
                  <a:lnTo>
                    <a:pt x="1140" y="6284"/>
                  </a:lnTo>
                  <a:lnTo>
                    <a:pt x="872" y="6418"/>
                  </a:lnTo>
                  <a:lnTo>
                    <a:pt x="623" y="6552"/>
                  </a:lnTo>
                  <a:lnTo>
                    <a:pt x="403" y="6686"/>
                  </a:lnTo>
                  <a:lnTo>
                    <a:pt x="307" y="6763"/>
                  </a:lnTo>
                  <a:lnTo>
                    <a:pt x="221" y="6830"/>
                  </a:lnTo>
                  <a:lnTo>
                    <a:pt x="154" y="6897"/>
                  </a:lnTo>
                  <a:lnTo>
                    <a:pt x="87" y="6964"/>
                  </a:lnTo>
                  <a:lnTo>
                    <a:pt x="39" y="7031"/>
                  </a:lnTo>
                  <a:lnTo>
                    <a:pt x="10" y="7089"/>
                  </a:lnTo>
                  <a:lnTo>
                    <a:pt x="0" y="7117"/>
                  </a:lnTo>
                  <a:lnTo>
                    <a:pt x="10" y="7146"/>
                  </a:lnTo>
                  <a:lnTo>
                    <a:pt x="29" y="7165"/>
                  </a:lnTo>
                  <a:lnTo>
                    <a:pt x="48" y="7184"/>
                  </a:lnTo>
                  <a:lnTo>
                    <a:pt x="87" y="7204"/>
                  </a:lnTo>
                  <a:lnTo>
                    <a:pt x="135" y="7223"/>
                  </a:lnTo>
                  <a:lnTo>
                    <a:pt x="249" y="7232"/>
                  </a:lnTo>
                  <a:lnTo>
                    <a:pt x="393" y="7242"/>
                  </a:lnTo>
                  <a:lnTo>
                    <a:pt x="566" y="7242"/>
                  </a:lnTo>
                  <a:lnTo>
                    <a:pt x="977" y="7223"/>
                  </a:lnTo>
                  <a:lnTo>
                    <a:pt x="1428" y="7194"/>
                  </a:lnTo>
                  <a:lnTo>
                    <a:pt x="1897" y="7146"/>
                  </a:lnTo>
                  <a:lnTo>
                    <a:pt x="2357" y="7108"/>
                  </a:lnTo>
                  <a:lnTo>
                    <a:pt x="2749" y="7089"/>
                  </a:lnTo>
                  <a:lnTo>
                    <a:pt x="3075" y="7089"/>
                  </a:lnTo>
                  <a:lnTo>
                    <a:pt x="3238" y="7079"/>
                  </a:lnTo>
                  <a:lnTo>
                    <a:pt x="3401" y="7070"/>
                  </a:lnTo>
                  <a:lnTo>
                    <a:pt x="3544" y="7041"/>
                  </a:lnTo>
                  <a:lnTo>
                    <a:pt x="3621" y="7022"/>
                  </a:lnTo>
                  <a:lnTo>
                    <a:pt x="3688" y="6993"/>
                  </a:lnTo>
                  <a:lnTo>
                    <a:pt x="3765" y="6964"/>
                  </a:lnTo>
                  <a:lnTo>
                    <a:pt x="3832" y="6926"/>
                  </a:lnTo>
                  <a:lnTo>
                    <a:pt x="3889" y="6878"/>
                  </a:lnTo>
                  <a:lnTo>
                    <a:pt x="3956" y="6830"/>
                  </a:lnTo>
                  <a:lnTo>
                    <a:pt x="9272" y="1667"/>
                  </a:lnTo>
                  <a:lnTo>
                    <a:pt x="7548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1460840" y="4527860"/>
              <a:ext cx="213376" cy="68565"/>
            </a:xfrm>
            <a:custGeom>
              <a:avLst/>
              <a:gdLst/>
              <a:ahLst/>
              <a:cxnLst/>
              <a:rect l="l" t="t" r="r" b="b"/>
              <a:pathLst>
                <a:path w="5278" h="1696" extrusionOk="0">
                  <a:moveTo>
                    <a:pt x="5278" y="1"/>
                  </a:moveTo>
                  <a:lnTo>
                    <a:pt x="5077" y="96"/>
                  </a:lnTo>
                  <a:lnTo>
                    <a:pt x="4876" y="192"/>
                  </a:lnTo>
                  <a:lnTo>
                    <a:pt x="4665" y="269"/>
                  </a:lnTo>
                  <a:lnTo>
                    <a:pt x="4435" y="336"/>
                  </a:lnTo>
                  <a:lnTo>
                    <a:pt x="4205" y="384"/>
                  </a:lnTo>
                  <a:lnTo>
                    <a:pt x="3956" y="422"/>
                  </a:lnTo>
                  <a:lnTo>
                    <a:pt x="3698" y="441"/>
                  </a:lnTo>
                  <a:lnTo>
                    <a:pt x="3439" y="451"/>
                  </a:lnTo>
                  <a:lnTo>
                    <a:pt x="3276" y="451"/>
                  </a:lnTo>
                  <a:lnTo>
                    <a:pt x="3113" y="441"/>
                  </a:lnTo>
                  <a:lnTo>
                    <a:pt x="2960" y="422"/>
                  </a:lnTo>
                  <a:lnTo>
                    <a:pt x="2807" y="403"/>
                  </a:lnTo>
                  <a:lnTo>
                    <a:pt x="2654" y="384"/>
                  </a:lnTo>
                  <a:lnTo>
                    <a:pt x="2510" y="355"/>
                  </a:lnTo>
                  <a:lnTo>
                    <a:pt x="2232" y="278"/>
                  </a:lnTo>
                  <a:lnTo>
                    <a:pt x="1887" y="412"/>
                  </a:lnTo>
                  <a:lnTo>
                    <a:pt x="1533" y="556"/>
                  </a:lnTo>
                  <a:lnTo>
                    <a:pt x="1179" y="719"/>
                  </a:lnTo>
                  <a:lnTo>
                    <a:pt x="853" y="882"/>
                  </a:lnTo>
                  <a:lnTo>
                    <a:pt x="546" y="1054"/>
                  </a:lnTo>
                  <a:lnTo>
                    <a:pt x="422" y="1131"/>
                  </a:lnTo>
                  <a:lnTo>
                    <a:pt x="297" y="1217"/>
                  </a:lnTo>
                  <a:lnTo>
                    <a:pt x="202" y="1303"/>
                  </a:lnTo>
                  <a:lnTo>
                    <a:pt x="115" y="1389"/>
                  </a:lnTo>
                  <a:lnTo>
                    <a:pt x="48" y="1466"/>
                  </a:lnTo>
                  <a:lnTo>
                    <a:pt x="10" y="1543"/>
                  </a:lnTo>
                  <a:lnTo>
                    <a:pt x="0" y="1571"/>
                  </a:lnTo>
                  <a:lnTo>
                    <a:pt x="10" y="1600"/>
                  </a:lnTo>
                  <a:lnTo>
                    <a:pt x="29" y="1619"/>
                  </a:lnTo>
                  <a:lnTo>
                    <a:pt x="48" y="1638"/>
                  </a:lnTo>
                  <a:lnTo>
                    <a:pt x="87" y="1658"/>
                  </a:lnTo>
                  <a:lnTo>
                    <a:pt x="135" y="1677"/>
                  </a:lnTo>
                  <a:lnTo>
                    <a:pt x="249" y="1686"/>
                  </a:lnTo>
                  <a:lnTo>
                    <a:pt x="393" y="1696"/>
                  </a:lnTo>
                  <a:lnTo>
                    <a:pt x="566" y="1696"/>
                  </a:lnTo>
                  <a:lnTo>
                    <a:pt x="977" y="1677"/>
                  </a:lnTo>
                  <a:lnTo>
                    <a:pt x="1428" y="1648"/>
                  </a:lnTo>
                  <a:lnTo>
                    <a:pt x="1897" y="1600"/>
                  </a:lnTo>
                  <a:lnTo>
                    <a:pt x="2357" y="1562"/>
                  </a:lnTo>
                  <a:lnTo>
                    <a:pt x="2749" y="1543"/>
                  </a:lnTo>
                  <a:lnTo>
                    <a:pt x="3104" y="1533"/>
                  </a:lnTo>
                  <a:lnTo>
                    <a:pt x="3295" y="1533"/>
                  </a:lnTo>
                  <a:lnTo>
                    <a:pt x="3487" y="1514"/>
                  </a:lnTo>
                  <a:lnTo>
                    <a:pt x="3678" y="1485"/>
                  </a:lnTo>
                  <a:lnTo>
                    <a:pt x="3765" y="1456"/>
                  </a:lnTo>
                  <a:lnTo>
                    <a:pt x="3851" y="1428"/>
                  </a:lnTo>
                  <a:lnTo>
                    <a:pt x="3927" y="1399"/>
                  </a:lnTo>
                  <a:lnTo>
                    <a:pt x="4004" y="1361"/>
                  </a:lnTo>
                  <a:lnTo>
                    <a:pt x="4071" y="1313"/>
                  </a:lnTo>
                  <a:lnTo>
                    <a:pt x="4138" y="1255"/>
                  </a:lnTo>
                  <a:lnTo>
                    <a:pt x="527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1728790" y="3425460"/>
              <a:ext cx="999449" cy="975071"/>
            </a:xfrm>
            <a:custGeom>
              <a:avLst/>
              <a:gdLst/>
              <a:ahLst/>
              <a:cxnLst/>
              <a:rect l="l" t="t" r="r" b="b"/>
              <a:pathLst>
                <a:path w="24722" h="24119" extrusionOk="0">
                  <a:moveTo>
                    <a:pt x="16063" y="1"/>
                  </a:moveTo>
                  <a:lnTo>
                    <a:pt x="15728" y="413"/>
                  </a:lnTo>
                  <a:lnTo>
                    <a:pt x="15364" y="872"/>
                  </a:lnTo>
                  <a:lnTo>
                    <a:pt x="14569" y="1916"/>
                  </a:lnTo>
                  <a:lnTo>
                    <a:pt x="13668" y="3104"/>
                  </a:lnTo>
                  <a:lnTo>
                    <a:pt x="12691" y="4426"/>
                  </a:lnTo>
                  <a:lnTo>
                    <a:pt x="11647" y="5843"/>
                  </a:lnTo>
                  <a:lnTo>
                    <a:pt x="10556" y="7347"/>
                  </a:lnTo>
                  <a:lnTo>
                    <a:pt x="8276" y="10508"/>
                  </a:lnTo>
                  <a:lnTo>
                    <a:pt x="5968" y="13717"/>
                  </a:lnTo>
                  <a:lnTo>
                    <a:pt x="3736" y="16801"/>
                  </a:lnTo>
                  <a:lnTo>
                    <a:pt x="2692" y="18247"/>
                  </a:lnTo>
                  <a:lnTo>
                    <a:pt x="1715" y="19588"/>
                  </a:lnTo>
                  <a:lnTo>
                    <a:pt x="815" y="20804"/>
                  </a:lnTo>
                  <a:lnTo>
                    <a:pt x="0" y="21877"/>
                  </a:lnTo>
                  <a:lnTo>
                    <a:pt x="125" y="22078"/>
                  </a:lnTo>
                  <a:lnTo>
                    <a:pt x="259" y="22270"/>
                  </a:lnTo>
                  <a:lnTo>
                    <a:pt x="393" y="22452"/>
                  </a:lnTo>
                  <a:lnTo>
                    <a:pt x="537" y="22634"/>
                  </a:lnTo>
                  <a:lnTo>
                    <a:pt x="681" y="22797"/>
                  </a:lnTo>
                  <a:lnTo>
                    <a:pt x="834" y="22959"/>
                  </a:lnTo>
                  <a:lnTo>
                    <a:pt x="997" y="23113"/>
                  </a:lnTo>
                  <a:lnTo>
                    <a:pt x="1159" y="23256"/>
                  </a:lnTo>
                  <a:lnTo>
                    <a:pt x="1332" y="23390"/>
                  </a:lnTo>
                  <a:lnTo>
                    <a:pt x="1514" y="23515"/>
                  </a:lnTo>
                  <a:lnTo>
                    <a:pt x="1696" y="23640"/>
                  </a:lnTo>
                  <a:lnTo>
                    <a:pt x="1887" y="23754"/>
                  </a:lnTo>
                  <a:lnTo>
                    <a:pt x="2079" y="23850"/>
                  </a:lnTo>
                  <a:lnTo>
                    <a:pt x="2280" y="23946"/>
                  </a:lnTo>
                  <a:lnTo>
                    <a:pt x="2491" y="24032"/>
                  </a:lnTo>
                  <a:lnTo>
                    <a:pt x="2701" y="24118"/>
                  </a:lnTo>
                  <a:lnTo>
                    <a:pt x="3573" y="23343"/>
                  </a:lnTo>
                  <a:lnTo>
                    <a:pt x="4742" y="22289"/>
                  </a:lnTo>
                  <a:lnTo>
                    <a:pt x="7749" y="19559"/>
                  </a:lnTo>
                  <a:lnTo>
                    <a:pt x="11341" y="16274"/>
                  </a:lnTo>
                  <a:lnTo>
                    <a:pt x="15134" y="12788"/>
                  </a:lnTo>
                  <a:lnTo>
                    <a:pt x="21819" y="6638"/>
                  </a:lnTo>
                  <a:lnTo>
                    <a:pt x="24722" y="3956"/>
                  </a:lnTo>
                  <a:lnTo>
                    <a:pt x="16063" y="1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3025971" y="3702707"/>
              <a:ext cx="60035" cy="868585"/>
            </a:xfrm>
            <a:custGeom>
              <a:avLst/>
              <a:gdLst/>
              <a:ahLst/>
              <a:cxnLst/>
              <a:rect l="l" t="t" r="r" b="b"/>
              <a:pathLst>
                <a:path w="1485" h="21485" extrusionOk="0">
                  <a:moveTo>
                    <a:pt x="0" y="1"/>
                  </a:moveTo>
                  <a:lnTo>
                    <a:pt x="0" y="21484"/>
                  </a:lnTo>
                  <a:lnTo>
                    <a:pt x="1485" y="21484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2769624" y="4502714"/>
              <a:ext cx="572736" cy="154514"/>
            </a:xfrm>
            <a:custGeom>
              <a:avLst/>
              <a:gdLst/>
              <a:ahLst/>
              <a:cxnLst/>
              <a:rect l="l" t="t" r="r" b="b"/>
              <a:pathLst>
                <a:path w="14167" h="3822" extrusionOk="0">
                  <a:moveTo>
                    <a:pt x="3630" y="0"/>
                  </a:moveTo>
                  <a:lnTo>
                    <a:pt x="3429" y="19"/>
                  </a:lnTo>
                  <a:lnTo>
                    <a:pt x="3247" y="38"/>
                  </a:lnTo>
                  <a:lnTo>
                    <a:pt x="3056" y="77"/>
                  </a:lnTo>
                  <a:lnTo>
                    <a:pt x="2874" y="115"/>
                  </a:lnTo>
                  <a:lnTo>
                    <a:pt x="2692" y="163"/>
                  </a:lnTo>
                  <a:lnTo>
                    <a:pt x="2510" y="230"/>
                  </a:lnTo>
                  <a:lnTo>
                    <a:pt x="2337" y="297"/>
                  </a:lnTo>
                  <a:lnTo>
                    <a:pt x="2165" y="374"/>
                  </a:lnTo>
                  <a:lnTo>
                    <a:pt x="2002" y="460"/>
                  </a:lnTo>
                  <a:lnTo>
                    <a:pt x="1839" y="546"/>
                  </a:lnTo>
                  <a:lnTo>
                    <a:pt x="1686" y="651"/>
                  </a:lnTo>
                  <a:lnTo>
                    <a:pt x="1533" y="757"/>
                  </a:lnTo>
                  <a:lnTo>
                    <a:pt x="1389" y="872"/>
                  </a:lnTo>
                  <a:lnTo>
                    <a:pt x="1255" y="987"/>
                  </a:lnTo>
                  <a:lnTo>
                    <a:pt x="1121" y="1121"/>
                  </a:lnTo>
                  <a:lnTo>
                    <a:pt x="996" y="1245"/>
                  </a:lnTo>
                  <a:lnTo>
                    <a:pt x="872" y="1389"/>
                  </a:lnTo>
                  <a:lnTo>
                    <a:pt x="757" y="1533"/>
                  </a:lnTo>
                  <a:lnTo>
                    <a:pt x="652" y="1686"/>
                  </a:lnTo>
                  <a:lnTo>
                    <a:pt x="556" y="1839"/>
                  </a:lnTo>
                  <a:lnTo>
                    <a:pt x="460" y="2002"/>
                  </a:lnTo>
                  <a:lnTo>
                    <a:pt x="374" y="2165"/>
                  </a:lnTo>
                  <a:lnTo>
                    <a:pt x="297" y="2337"/>
                  </a:lnTo>
                  <a:lnTo>
                    <a:pt x="230" y="2510"/>
                  </a:lnTo>
                  <a:lnTo>
                    <a:pt x="173" y="2682"/>
                  </a:lnTo>
                  <a:lnTo>
                    <a:pt x="115" y="2864"/>
                  </a:lnTo>
                  <a:lnTo>
                    <a:pt x="77" y="3046"/>
                  </a:lnTo>
                  <a:lnTo>
                    <a:pt x="39" y="3237"/>
                  </a:lnTo>
                  <a:lnTo>
                    <a:pt x="20" y="3429"/>
                  </a:lnTo>
                  <a:lnTo>
                    <a:pt x="0" y="3621"/>
                  </a:lnTo>
                  <a:lnTo>
                    <a:pt x="0" y="3822"/>
                  </a:lnTo>
                  <a:lnTo>
                    <a:pt x="1217" y="3822"/>
                  </a:lnTo>
                  <a:lnTo>
                    <a:pt x="1217" y="3688"/>
                  </a:lnTo>
                  <a:lnTo>
                    <a:pt x="1226" y="3554"/>
                  </a:lnTo>
                  <a:lnTo>
                    <a:pt x="1246" y="3419"/>
                  </a:lnTo>
                  <a:lnTo>
                    <a:pt x="1265" y="3295"/>
                  </a:lnTo>
                  <a:lnTo>
                    <a:pt x="1303" y="3170"/>
                  </a:lnTo>
                  <a:lnTo>
                    <a:pt x="1332" y="3046"/>
                  </a:lnTo>
                  <a:lnTo>
                    <a:pt x="1370" y="2921"/>
                  </a:lnTo>
                  <a:lnTo>
                    <a:pt x="1418" y="2806"/>
                  </a:lnTo>
                  <a:lnTo>
                    <a:pt x="1475" y="2691"/>
                  </a:lnTo>
                  <a:lnTo>
                    <a:pt x="1533" y="2577"/>
                  </a:lnTo>
                  <a:lnTo>
                    <a:pt x="1590" y="2471"/>
                  </a:lnTo>
                  <a:lnTo>
                    <a:pt x="1667" y="2366"/>
                  </a:lnTo>
                  <a:lnTo>
                    <a:pt x="1734" y="2260"/>
                  </a:lnTo>
                  <a:lnTo>
                    <a:pt x="1811" y="2165"/>
                  </a:lnTo>
                  <a:lnTo>
                    <a:pt x="1897" y="2069"/>
                  </a:lnTo>
                  <a:lnTo>
                    <a:pt x="1983" y="1973"/>
                  </a:lnTo>
                  <a:lnTo>
                    <a:pt x="2069" y="1887"/>
                  </a:lnTo>
                  <a:lnTo>
                    <a:pt x="2165" y="1810"/>
                  </a:lnTo>
                  <a:lnTo>
                    <a:pt x="2261" y="1734"/>
                  </a:lnTo>
                  <a:lnTo>
                    <a:pt x="2366" y="1657"/>
                  </a:lnTo>
                  <a:lnTo>
                    <a:pt x="2472" y="1590"/>
                  </a:lnTo>
                  <a:lnTo>
                    <a:pt x="2586" y="1523"/>
                  </a:lnTo>
                  <a:lnTo>
                    <a:pt x="2692" y="1465"/>
                  </a:lnTo>
                  <a:lnTo>
                    <a:pt x="2807" y="1418"/>
                  </a:lnTo>
                  <a:lnTo>
                    <a:pt x="2931" y="1370"/>
                  </a:lnTo>
                  <a:lnTo>
                    <a:pt x="3046" y="1331"/>
                  </a:lnTo>
                  <a:lnTo>
                    <a:pt x="3171" y="1293"/>
                  </a:lnTo>
                  <a:lnTo>
                    <a:pt x="3295" y="1264"/>
                  </a:lnTo>
                  <a:lnTo>
                    <a:pt x="3429" y="1245"/>
                  </a:lnTo>
                  <a:lnTo>
                    <a:pt x="3554" y="1226"/>
                  </a:lnTo>
                  <a:lnTo>
                    <a:pt x="3688" y="1216"/>
                  </a:lnTo>
                  <a:lnTo>
                    <a:pt x="10479" y="1216"/>
                  </a:lnTo>
                  <a:lnTo>
                    <a:pt x="10613" y="1226"/>
                  </a:lnTo>
                  <a:lnTo>
                    <a:pt x="10737" y="1245"/>
                  </a:lnTo>
                  <a:lnTo>
                    <a:pt x="10872" y="1264"/>
                  </a:lnTo>
                  <a:lnTo>
                    <a:pt x="10996" y="1293"/>
                  </a:lnTo>
                  <a:lnTo>
                    <a:pt x="11121" y="1331"/>
                  </a:lnTo>
                  <a:lnTo>
                    <a:pt x="11235" y="1370"/>
                  </a:lnTo>
                  <a:lnTo>
                    <a:pt x="11360" y="1418"/>
                  </a:lnTo>
                  <a:lnTo>
                    <a:pt x="11475" y="1465"/>
                  </a:lnTo>
                  <a:lnTo>
                    <a:pt x="11590" y="1523"/>
                  </a:lnTo>
                  <a:lnTo>
                    <a:pt x="11695" y="1590"/>
                  </a:lnTo>
                  <a:lnTo>
                    <a:pt x="11801" y="1657"/>
                  </a:lnTo>
                  <a:lnTo>
                    <a:pt x="11906" y="1734"/>
                  </a:lnTo>
                  <a:lnTo>
                    <a:pt x="12002" y="1810"/>
                  </a:lnTo>
                  <a:lnTo>
                    <a:pt x="12098" y="1887"/>
                  </a:lnTo>
                  <a:lnTo>
                    <a:pt x="12184" y="1973"/>
                  </a:lnTo>
                  <a:lnTo>
                    <a:pt x="12270" y="2069"/>
                  </a:lnTo>
                  <a:lnTo>
                    <a:pt x="12356" y="2165"/>
                  </a:lnTo>
                  <a:lnTo>
                    <a:pt x="12433" y="2260"/>
                  </a:lnTo>
                  <a:lnTo>
                    <a:pt x="12509" y="2366"/>
                  </a:lnTo>
                  <a:lnTo>
                    <a:pt x="12576" y="2471"/>
                  </a:lnTo>
                  <a:lnTo>
                    <a:pt x="12634" y="2577"/>
                  </a:lnTo>
                  <a:lnTo>
                    <a:pt x="12691" y="2691"/>
                  </a:lnTo>
                  <a:lnTo>
                    <a:pt x="12749" y="2806"/>
                  </a:lnTo>
                  <a:lnTo>
                    <a:pt x="12797" y="2921"/>
                  </a:lnTo>
                  <a:lnTo>
                    <a:pt x="12835" y="3046"/>
                  </a:lnTo>
                  <a:lnTo>
                    <a:pt x="12873" y="3170"/>
                  </a:lnTo>
                  <a:lnTo>
                    <a:pt x="12902" y="3295"/>
                  </a:lnTo>
                  <a:lnTo>
                    <a:pt x="12921" y="3419"/>
                  </a:lnTo>
                  <a:lnTo>
                    <a:pt x="12940" y="3554"/>
                  </a:lnTo>
                  <a:lnTo>
                    <a:pt x="12950" y="3688"/>
                  </a:lnTo>
                  <a:lnTo>
                    <a:pt x="12950" y="3822"/>
                  </a:lnTo>
                  <a:lnTo>
                    <a:pt x="14166" y="3822"/>
                  </a:lnTo>
                  <a:lnTo>
                    <a:pt x="14166" y="3621"/>
                  </a:lnTo>
                  <a:lnTo>
                    <a:pt x="14147" y="3429"/>
                  </a:lnTo>
                  <a:lnTo>
                    <a:pt x="14128" y="3237"/>
                  </a:lnTo>
                  <a:lnTo>
                    <a:pt x="14090" y="3046"/>
                  </a:lnTo>
                  <a:lnTo>
                    <a:pt x="14051" y="2864"/>
                  </a:lnTo>
                  <a:lnTo>
                    <a:pt x="13994" y="2682"/>
                  </a:lnTo>
                  <a:lnTo>
                    <a:pt x="13936" y="2510"/>
                  </a:lnTo>
                  <a:lnTo>
                    <a:pt x="13869" y="2337"/>
                  </a:lnTo>
                  <a:lnTo>
                    <a:pt x="13793" y="2165"/>
                  </a:lnTo>
                  <a:lnTo>
                    <a:pt x="13707" y="2002"/>
                  </a:lnTo>
                  <a:lnTo>
                    <a:pt x="13611" y="1839"/>
                  </a:lnTo>
                  <a:lnTo>
                    <a:pt x="13515" y="1686"/>
                  </a:lnTo>
                  <a:lnTo>
                    <a:pt x="13410" y="1533"/>
                  </a:lnTo>
                  <a:lnTo>
                    <a:pt x="13295" y="1389"/>
                  </a:lnTo>
                  <a:lnTo>
                    <a:pt x="13170" y="1245"/>
                  </a:lnTo>
                  <a:lnTo>
                    <a:pt x="13046" y="1121"/>
                  </a:lnTo>
                  <a:lnTo>
                    <a:pt x="12912" y="987"/>
                  </a:lnTo>
                  <a:lnTo>
                    <a:pt x="12778" y="872"/>
                  </a:lnTo>
                  <a:lnTo>
                    <a:pt x="12634" y="757"/>
                  </a:lnTo>
                  <a:lnTo>
                    <a:pt x="12481" y="651"/>
                  </a:lnTo>
                  <a:lnTo>
                    <a:pt x="12327" y="546"/>
                  </a:lnTo>
                  <a:lnTo>
                    <a:pt x="12165" y="460"/>
                  </a:lnTo>
                  <a:lnTo>
                    <a:pt x="12002" y="374"/>
                  </a:lnTo>
                  <a:lnTo>
                    <a:pt x="11829" y="297"/>
                  </a:lnTo>
                  <a:lnTo>
                    <a:pt x="11657" y="230"/>
                  </a:lnTo>
                  <a:lnTo>
                    <a:pt x="11475" y="163"/>
                  </a:lnTo>
                  <a:lnTo>
                    <a:pt x="11303" y="115"/>
                  </a:lnTo>
                  <a:lnTo>
                    <a:pt x="11111" y="77"/>
                  </a:lnTo>
                  <a:lnTo>
                    <a:pt x="10929" y="38"/>
                  </a:lnTo>
                  <a:lnTo>
                    <a:pt x="10737" y="19"/>
                  </a:lnTo>
                  <a:lnTo>
                    <a:pt x="1053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2991123" y="3677925"/>
              <a:ext cx="129732" cy="201774"/>
            </a:xfrm>
            <a:custGeom>
              <a:avLst/>
              <a:gdLst/>
              <a:ahLst/>
              <a:cxnLst/>
              <a:rect l="l" t="t" r="r" b="b"/>
              <a:pathLst>
                <a:path w="3209" h="4991" extrusionOk="0">
                  <a:moveTo>
                    <a:pt x="0" y="1"/>
                  </a:moveTo>
                  <a:lnTo>
                    <a:pt x="603" y="4991"/>
                  </a:lnTo>
                  <a:lnTo>
                    <a:pt x="2605" y="4991"/>
                  </a:lnTo>
                  <a:lnTo>
                    <a:pt x="3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2638357" y="3666323"/>
              <a:ext cx="835273" cy="68565"/>
            </a:xfrm>
            <a:custGeom>
              <a:avLst/>
              <a:gdLst/>
              <a:ahLst/>
              <a:cxnLst/>
              <a:rect l="l" t="t" r="r" b="b"/>
              <a:pathLst>
                <a:path w="20661" h="1696" extrusionOk="0">
                  <a:moveTo>
                    <a:pt x="0" y="0"/>
                  </a:moveTo>
                  <a:lnTo>
                    <a:pt x="0" y="1696"/>
                  </a:lnTo>
                  <a:lnTo>
                    <a:pt x="20660" y="1696"/>
                  </a:lnTo>
                  <a:lnTo>
                    <a:pt x="2066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2608158" y="3560607"/>
              <a:ext cx="895671" cy="132845"/>
            </a:xfrm>
            <a:custGeom>
              <a:avLst/>
              <a:gdLst/>
              <a:ahLst/>
              <a:cxnLst/>
              <a:rect l="l" t="t" r="r" b="b"/>
              <a:pathLst>
                <a:path w="22155" h="3286" extrusionOk="0">
                  <a:moveTo>
                    <a:pt x="3286" y="0"/>
                  </a:moveTo>
                  <a:lnTo>
                    <a:pt x="3113" y="10"/>
                  </a:lnTo>
                  <a:lnTo>
                    <a:pt x="2950" y="20"/>
                  </a:lnTo>
                  <a:lnTo>
                    <a:pt x="2788" y="39"/>
                  </a:lnTo>
                  <a:lnTo>
                    <a:pt x="2625" y="68"/>
                  </a:lnTo>
                  <a:lnTo>
                    <a:pt x="2462" y="106"/>
                  </a:lnTo>
                  <a:lnTo>
                    <a:pt x="2309" y="154"/>
                  </a:lnTo>
                  <a:lnTo>
                    <a:pt x="2155" y="202"/>
                  </a:lnTo>
                  <a:lnTo>
                    <a:pt x="2012" y="259"/>
                  </a:lnTo>
                  <a:lnTo>
                    <a:pt x="1858" y="326"/>
                  </a:lnTo>
                  <a:lnTo>
                    <a:pt x="1724" y="403"/>
                  </a:lnTo>
                  <a:lnTo>
                    <a:pt x="1581" y="479"/>
                  </a:lnTo>
                  <a:lnTo>
                    <a:pt x="1447" y="566"/>
                  </a:lnTo>
                  <a:lnTo>
                    <a:pt x="1322" y="652"/>
                  </a:lnTo>
                  <a:lnTo>
                    <a:pt x="1198" y="757"/>
                  </a:lnTo>
                  <a:lnTo>
                    <a:pt x="1083" y="853"/>
                  </a:lnTo>
                  <a:lnTo>
                    <a:pt x="968" y="968"/>
                  </a:lnTo>
                  <a:lnTo>
                    <a:pt x="853" y="1083"/>
                  </a:lnTo>
                  <a:lnTo>
                    <a:pt x="757" y="1198"/>
                  </a:lnTo>
                  <a:lnTo>
                    <a:pt x="652" y="1322"/>
                  </a:lnTo>
                  <a:lnTo>
                    <a:pt x="565" y="1447"/>
                  </a:lnTo>
                  <a:lnTo>
                    <a:pt x="479" y="1581"/>
                  </a:lnTo>
                  <a:lnTo>
                    <a:pt x="403" y="1725"/>
                  </a:lnTo>
                  <a:lnTo>
                    <a:pt x="326" y="1859"/>
                  </a:lnTo>
                  <a:lnTo>
                    <a:pt x="259" y="2012"/>
                  </a:lnTo>
                  <a:lnTo>
                    <a:pt x="201" y="2156"/>
                  </a:lnTo>
                  <a:lnTo>
                    <a:pt x="154" y="2309"/>
                  </a:lnTo>
                  <a:lnTo>
                    <a:pt x="106" y="2462"/>
                  </a:lnTo>
                  <a:lnTo>
                    <a:pt x="67" y="2625"/>
                  </a:lnTo>
                  <a:lnTo>
                    <a:pt x="39" y="2788"/>
                  </a:lnTo>
                  <a:lnTo>
                    <a:pt x="19" y="2951"/>
                  </a:lnTo>
                  <a:lnTo>
                    <a:pt x="10" y="3113"/>
                  </a:lnTo>
                  <a:lnTo>
                    <a:pt x="0" y="3286"/>
                  </a:lnTo>
                  <a:lnTo>
                    <a:pt x="22154" y="3286"/>
                  </a:lnTo>
                  <a:lnTo>
                    <a:pt x="22145" y="3113"/>
                  </a:lnTo>
                  <a:lnTo>
                    <a:pt x="22135" y="2951"/>
                  </a:lnTo>
                  <a:lnTo>
                    <a:pt x="22116" y="2788"/>
                  </a:lnTo>
                  <a:lnTo>
                    <a:pt x="22087" y="2625"/>
                  </a:lnTo>
                  <a:lnTo>
                    <a:pt x="22049" y="2462"/>
                  </a:lnTo>
                  <a:lnTo>
                    <a:pt x="22001" y="2309"/>
                  </a:lnTo>
                  <a:lnTo>
                    <a:pt x="21953" y="2156"/>
                  </a:lnTo>
                  <a:lnTo>
                    <a:pt x="21896" y="2012"/>
                  </a:lnTo>
                  <a:lnTo>
                    <a:pt x="21829" y="1859"/>
                  </a:lnTo>
                  <a:lnTo>
                    <a:pt x="21752" y="1725"/>
                  </a:lnTo>
                  <a:lnTo>
                    <a:pt x="21676" y="1581"/>
                  </a:lnTo>
                  <a:lnTo>
                    <a:pt x="21589" y="1447"/>
                  </a:lnTo>
                  <a:lnTo>
                    <a:pt x="21503" y="1322"/>
                  </a:lnTo>
                  <a:lnTo>
                    <a:pt x="21407" y="1198"/>
                  </a:lnTo>
                  <a:lnTo>
                    <a:pt x="21302" y="1083"/>
                  </a:lnTo>
                  <a:lnTo>
                    <a:pt x="21187" y="968"/>
                  </a:lnTo>
                  <a:lnTo>
                    <a:pt x="21082" y="853"/>
                  </a:lnTo>
                  <a:lnTo>
                    <a:pt x="20957" y="757"/>
                  </a:lnTo>
                  <a:lnTo>
                    <a:pt x="20833" y="652"/>
                  </a:lnTo>
                  <a:lnTo>
                    <a:pt x="20708" y="566"/>
                  </a:lnTo>
                  <a:lnTo>
                    <a:pt x="20574" y="479"/>
                  </a:lnTo>
                  <a:lnTo>
                    <a:pt x="20430" y="403"/>
                  </a:lnTo>
                  <a:lnTo>
                    <a:pt x="20296" y="326"/>
                  </a:lnTo>
                  <a:lnTo>
                    <a:pt x="20153" y="259"/>
                  </a:lnTo>
                  <a:lnTo>
                    <a:pt x="19999" y="202"/>
                  </a:lnTo>
                  <a:lnTo>
                    <a:pt x="19846" y="154"/>
                  </a:lnTo>
                  <a:lnTo>
                    <a:pt x="19693" y="106"/>
                  </a:lnTo>
                  <a:lnTo>
                    <a:pt x="19530" y="68"/>
                  </a:lnTo>
                  <a:lnTo>
                    <a:pt x="19367" y="39"/>
                  </a:lnTo>
                  <a:lnTo>
                    <a:pt x="19204" y="20"/>
                  </a:lnTo>
                  <a:lnTo>
                    <a:pt x="19042" y="10"/>
                  </a:lnTo>
                  <a:lnTo>
                    <a:pt x="188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2727418" y="3376301"/>
              <a:ext cx="506516" cy="60439"/>
            </a:xfrm>
            <a:custGeom>
              <a:avLst/>
              <a:gdLst/>
              <a:ahLst/>
              <a:cxnLst/>
              <a:rect l="l" t="t" r="r" b="b"/>
              <a:pathLst>
                <a:path w="12529" h="1495" extrusionOk="0">
                  <a:moveTo>
                    <a:pt x="39" y="0"/>
                  </a:moveTo>
                  <a:lnTo>
                    <a:pt x="0" y="537"/>
                  </a:lnTo>
                  <a:lnTo>
                    <a:pt x="12481" y="1494"/>
                  </a:lnTo>
                  <a:lnTo>
                    <a:pt x="12529" y="94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87A0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2636821" y="1931606"/>
              <a:ext cx="169998" cy="314445"/>
            </a:xfrm>
            <a:custGeom>
              <a:avLst/>
              <a:gdLst/>
              <a:ahLst/>
              <a:cxnLst/>
              <a:rect l="l" t="t" r="r" b="b"/>
              <a:pathLst>
                <a:path w="4205" h="7778" extrusionOk="0">
                  <a:moveTo>
                    <a:pt x="1839" y="0"/>
                  </a:moveTo>
                  <a:lnTo>
                    <a:pt x="1782" y="20"/>
                  </a:lnTo>
                  <a:lnTo>
                    <a:pt x="1724" y="48"/>
                  </a:lnTo>
                  <a:lnTo>
                    <a:pt x="1686" y="96"/>
                  </a:lnTo>
                  <a:lnTo>
                    <a:pt x="1648" y="144"/>
                  </a:lnTo>
                  <a:lnTo>
                    <a:pt x="1628" y="202"/>
                  </a:lnTo>
                  <a:lnTo>
                    <a:pt x="0" y="7663"/>
                  </a:lnTo>
                  <a:lnTo>
                    <a:pt x="517" y="7778"/>
                  </a:lnTo>
                  <a:lnTo>
                    <a:pt x="2069" y="671"/>
                  </a:lnTo>
                  <a:lnTo>
                    <a:pt x="3946" y="1744"/>
                  </a:lnTo>
                  <a:lnTo>
                    <a:pt x="4205" y="1293"/>
                  </a:lnTo>
                  <a:lnTo>
                    <a:pt x="2011" y="29"/>
                  </a:lnTo>
                  <a:lnTo>
                    <a:pt x="1964" y="10"/>
                  </a:lnTo>
                  <a:lnTo>
                    <a:pt x="1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2378129" y="3053371"/>
              <a:ext cx="1130353" cy="532066"/>
            </a:xfrm>
            <a:custGeom>
              <a:avLst/>
              <a:gdLst/>
              <a:ahLst/>
              <a:cxnLst/>
              <a:rect l="l" t="t" r="r" b="b"/>
              <a:pathLst>
                <a:path w="27960" h="13161" extrusionOk="0">
                  <a:moveTo>
                    <a:pt x="13975" y="0"/>
                  </a:moveTo>
                  <a:lnTo>
                    <a:pt x="13458" y="278"/>
                  </a:lnTo>
                  <a:lnTo>
                    <a:pt x="12079" y="1006"/>
                  </a:lnTo>
                  <a:lnTo>
                    <a:pt x="11159" y="1504"/>
                  </a:lnTo>
                  <a:lnTo>
                    <a:pt x="10125" y="2069"/>
                  </a:lnTo>
                  <a:lnTo>
                    <a:pt x="9014" y="2682"/>
                  </a:lnTo>
                  <a:lnTo>
                    <a:pt x="7865" y="3343"/>
                  </a:lnTo>
                  <a:lnTo>
                    <a:pt x="6715" y="4023"/>
                  </a:lnTo>
                  <a:lnTo>
                    <a:pt x="6140" y="4368"/>
                  </a:lnTo>
                  <a:lnTo>
                    <a:pt x="5585" y="4713"/>
                  </a:lnTo>
                  <a:lnTo>
                    <a:pt x="5039" y="5048"/>
                  </a:lnTo>
                  <a:lnTo>
                    <a:pt x="4522" y="5393"/>
                  </a:lnTo>
                  <a:lnTo>
                    <a:pt x="4024" y="5718"/>
                  </a:lnTo>
                  <a:lnTo>
                    <a:pt x="3554" y="6044"/>
                  </a:lnTo>
                  <a:lnTo>
                    <a:pt x="3123" y="6360"/>
                  </a:lnTo>
                  <a:lnTo>
                    <a:pt x="2721" y="6667"/>
                  </a:lnTo>
                  <a:lnTo>
                    <a:pt x="2367" y="6954"/>
                  </a:lnTo>
                  <a:lnTo>
                    <a:pt x="2060" y="7222"/>
                  </a:lnTo>
                  <a:lnTo>
                    <a:pt x="1917" y="7356"/>
                  </a:lnTo>
                  <a:lnTo>
                    <a:pt x="1792" y="7481"/>
                  </a:lnTo>
                  <a:lnTo>
                    <a:pt x="1687" y="7605"/>
                  </a:lnTo>
                  <a:lnTo>
                    <a:pt x="1591" y="7720"/>
                  </a:lnTo>
                  <a:lnTo>
                    <a:pt x="1514" y="7835"/>
                  </a:lnTo>
                  <a:lnTo>
                    <a:pt x="1447" y="7940"/>
                  </a:lnTo>
                  <a:lnTo>
                    <a:pt x="1399" y="8036"/>
                  </a:lnTo>
                  <a:lnTo>
                    <a:pt x="1361" y="8132"/>
                  </a:lnTo>
                  <a:lnTo>
                    <a:pt x="1" y="13160"/>
                  </a:lnTo>
                  <a:lnTo>
                    <a:pt x="22787" y="12136"/>
                  </a:lnTo>
                  <a:lnTo>
                    <a:pt x="27959" y="2874"/>
                  </a:lnTo>
                  <a:lnTo>
                    <a:pt x="13975" y="0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2548892" y="2179787"/>
              <a:ext cx="691229" cy="743906"/>
            </a:xfrm>
            <a:custGeom>
              <a:avLst/>
              <a:gdLst/>
              <a:ahLst/>
              <a:cxnLst/>
              <a:rect l="l" t="t" r="r" b="b"/>
              <a:pathLst>
                <a:path w="17098" h="18401" extrusionOk="0">
                  <a:moveTo>
                    <a:pt x="16169" y="1"/>
                  </a:moveTo>
                  <a:lnTo>
                    <a:pt x="16102" y="11"/>
                  </a:lnTo>
                  <a:lnTo>
                    <a:pt x="15958" y="49"/>
                  </a:lnTo>
                  <a:lnTo>
                    <a:pt x="15805" y="106"/>
                  </a:lnTo>
                  <a:lnTo>
                    <a:pt x="15651" y="192"/>
                  </a:lnTo>
                  <a:lnTo>
                    <a:pt x="15489" y="298"/>
                  </a:lnTo>
                  <a:lnTo>
                    <a:pt x="15316" y="422"/>
                  </a:lnTo>
                  <a:lnTo>
                    <a:pt x="15134" y="566"/>
                  </a:lnTo>
                  <a:lnTo>
                    <a:pt x="14962" y="729"/>
                  </a:lnTo>
                  <a:lnTo>
                    <a:pt x="14770" y="911"/>
                  </a:lnTo>
                  <a:lnTo>
                    <a:pt x="14579" y="1112"/>
                  </a:lnTo>
                  <a:lnTo>
                    <a:pt x="14387" y="1323"/>
                  </a:lnTo>
                  <a:lnTo>
                    <a:pt x="14186" y="1553"/>
                  </a:lnTo>
                  <a:lnTo>
                    <a:pt x="13985" y="1792"/>
                  </a:lnTo>
                  <a:lnTo>
                    <a:pt x="13573" y="2319"/>
                  </a:lnTo>
                  <a:lnTo>
                    <a:pt x="13152" y="2884"/>
                  </a:lnTo>
                  <a:lnTo>
                    <a:pt x="12721" y="3487"/>
                  </a:lnTo>
                  <a:lnTo>
                    <a:pt x="12290" y="4120"/>
                  </a:lnTo>
                  <a:lnTo>
                    <a:pt x="11868" y="4780"/>
                  </a:lnTo>
                  <a:lnTo>
                    <a:pt x="11437" y="5441"/>
                  </a:lnTo>
                  <a:lnTo>
                    <a:pt x="11025" y="6121"/>
                  </a:lnTo>
                  <a:lnTo>
                    <a:pt x="10623" y="6792"/>
                  </a:lnTo>
                  <a:lnTo>
                    <a:pt x="10230" y="7453"/>
                  </a:lnTo>
                  <a:lnTo>
                    <a:pt x="9847" y="8094"/>
                  </a:lnTo>
                  <a:lnTo>
                    <a:pt x="9167" y="9301"/>
                  </a:lnTo>
                  <a:lnTo>
                    <a:pt x="8592" y="10345"/>
                  </a:lnTo>
                  <a:lnTo>
                    <a:pt x="8142" y="11169"/>
                  </a:lnTo>
                  <a:lnTo>
                    <a:pt x="7759" y="11907"/>
                  </a:lnTo>
                  <a:lnTo>
                    <a:pt x="202" y="1802"/>
                  </a:lnTo>
                  <a:lnTo>
                    <a:pt x="1" y="3832"/>
                  </a:lnTo>
                  <a:lnTo>
                    <a:pt x="231" y="4455"/>
                  </a:lnTo>
                  <a:lnTo>
                    <a:pt x="489" y="5173"/>
                  </a:lnTo>
                  <a:lnTo>
                    <a:pt x="834" y="6102"/>
                  </a:lnTo>
                  <a:lnTo>
                    <a:pt x="1256" y="7204"/>
                  </a:lnTo>
                  <a:lnTo>
                    <a:pt x="1734" y="8439"/>
                  </a:lnTo>
                  <a:lnTo>
                    <a:pt x="2271" y="9751"/>
                  </a:lnTo>
                  <a:lnTo>
                    <a:pt x="2549" y="10432"/>
                  </a:lnTo>
                  <a:lnTo>
                    <a:pt x="2846" y="11112"/>
                  </a:lnTo>
                  <a:lnTo>
                    <a:pt x="3142" y="11792"/>
                  </a:lnTo>
                  <a:lnTo>
                    <a:pt x="3449" y="12472"/>
                  </a:lnTo>
                  <a:lnTo>
                    <a:pt x="3755" y="13142"/>
                  </a:lnTo>
                  <a:lnTo>
                    <a:pt x="4072" y="13793"/>
                  </a:lnTo>
                  <a:lnTo>
                    <a:pt x="4388" y="14416"/>
                  </a:lnTo>
                  <a:lnTo>
                    <a:pt x="4704" y="15019"/>
                  </a:lnTo>
                  <a:lnTo>
                    <a:pt x="5010" y="15594"/>
                  </a:lnTo>
                  <a:lnTo>
                    <a:pt x="5326" y="16121"/>
                  </a:lnTo>
                  <a:lnTo>
                    <a:pt x="5633" y="16609"/>
                  </a:lnTo>
                  <a:lnTo>
                    <a:pt x="5786" y="16839"/>
                  </a:lnTo>
                  <a:lnTo>
                    <a:pt x="5939" y="17060"/>
                  </a:lnTo>
                  <a:lnTo>
                    <a:pt x="6083" y="17261"/>
                  </a:lnTo>
                  <a:lnTo>
                    <a:pt x="6236" y="17443"/>
                  </a:lnTo>
                  <a:lnTo>
                    <a:pt x="6380" y="17615"/>
                  </a:lnTo>
                  <a:lnTo>
                    <a:pt x="6524" y="17778"/>
                  </a:lnTo>
                  <a:lnTo>
                    <a:pt x="6658" y="17912"/>
                  </a:lnTo>
                  <a:lnTo>
                    <a:pt x="6801" y="18037"/>
                  </a:lnTo>
                  <a:lnTo>
                    <a:pt x="6935" y="18142"/>
                  </a:lnTo>
                  <a:lnTo>
                    <a:pt x="7069" y="18238"/>
                  </a:lnTo>
                  <a:lnTo>
                    <a:pt x="7194" y="18305"/>
                  </a:lnTo>
                  <a:lnTo>
                    <a:pt x="7319" y="18362"/>
                  </a:lnTo>
                  <a:lnTo>
                    <a:pt x="7443" y="18391"/>
                  </a:lnTo>
                  <a:lnTo>
                    <a:pt x="7568" y="18400"/>
                  </a:lnTo>
                  <a:lnTo>
                    <a:pt x="7721" y="18391"/>
                  </a:lnTo>
                  <a:lnTo>
                    <a:pt x="7884" y="18372"/>
                  </a:lnTo>
                  <a:lnTo>
                    <a:pt x="8056" y="18343"/>
                  </a:lnTo>
                  <a:lnTo>
                    <a:pt x="8228" y="18295"/>
                  </a:lnTo>
                  <a:lnTo>
                    <a:pt x="8410" y="18228"/>
                  </a:lnTo>
                  <a:lnTo>
                    <a:pt x="8583" y="18161"/>
                  </a:lnTo>
                  <a:lnTo>
                    <a:pt x="8765" y="18075"/>
                  </a:lnTo>
                  <a:lnTo>
                    <a:pt x="8956" y="17979"/>
                  </a:lnTo>
                  <a:lnTo>
                    <a:pt x="9138" y="17874"/>
                  </a:lnTo>
                  <a:lnTo>
                    <a:pt x="9330" y="17759"/>
                  </a:lnTo>
                  <a:lnTo>
                    <a:pt x="9531" y="17625"/>
                  </a:lnTo>
                  <a:lnTo>
                    <a:pt x="9723" y="17481"/>
                  </a:lnTo>
                  <a:lnTo>
                    <a:pt x="9924" y="17328"/>
                  </a:lnTo>
                  <a:lnTo>
                    <a:pt x="10115" y="17165"/>
                  </a:lnTo>
                  <a:lnTo>
                    <a:pt x="10316" y="17002"/>
                  </a:lnTo>
                  <a:lnTo>
                    <a:pt x="10518" y="16820"/>
                  </a:lnTo>
                  <a:lnTo>
                    <a:pt x="10719" y="16629"/>
                  </a:lnTo>
                  <a:lnTo>
                    <a:pt x="10929" y="16427"/>
                  </a:lnTo>
                  <a:lnTo>
                    <a:pt x="11131" y="16217"/>
                  </a:lnTo>
                  <a:lnTo>
                    <a:pt x="11332" y="15996"/>
                  </a:lnTo>
                  <a:lnTo>
                    <a:pt x="11744" y="15537"/>
                  </a:lnTo>
                  <a:lnTo>
                    <a:pt x="12146" y="15039"/>
                  </a:lnTo>
                  <a:lnTo>
                    <a:pt x="12548" y="14512"/>
                  </a:lnTo>
                  <a:lnTo>
                    <a:pt x="12941" y="13966"/>
                  </a:lnTo>
                  <a:lnTo>
                    <a:pt x="13334" y="13391"/>
                  </a:lnTo>
                  <a:lnTo>
                    <a:pt x="13717" y="12788"/>
                  </a:lnTo>
                  <a:lnTo>
                    <a:pt x="14081" y="12165"/>
                  </a:lnTo>
                  <a:lnTo>
                    <a:pt x="14435" y="11533"/>
                  </a:lnTo>
                  <a:lnTo>
                    <a:pt x="14780" y="10872"/>
                  </a:lnTo>
                  <a:lnTo>
                    <a:pt x="15106" y="10202"/>
                  </a:lnTo>
                  <a:lnTo>
                    <a:pt x="15412" y="9512"/>
                  </a:lnTo>
                  <a:lnTo>
                    <a:pt x="15565" y="9167"/>
                  </a:lnTo>
                  <a:lnTo>
                    <a:pt x="15699" y="8822"/>
                  </a:lnTo>
                  <a:lnTo>
                    <a:pt x="15843" y="8468"/>
                  </a:lnTo>
                  <a:lnTo>
                    <a:pt x="15968" y="8114"/>
                  </a:lnTo>
                  <a:lnTo>
                    <a:pt x="16092" y="7759"/>
                  </a:lnTo>
                  <a:lnTo>
                    <a:pt x="16207" y="7405"/>
                  </a:lnTo>
                  <a:lnTo>
                    <a:pt x="16322" y="7050"/>
                  </a:lnTo>
                  <a:lnTo>
                    <a:pt x="16427" y="6696"/>
                  </a:lnTo>
                  <a:lnTo>
                    <a:pt x="16523" y="6342"/>
                  </a:lnTo>
                  <a:lnTo>
                    <a:pt x="16619" y="5978"/>
                  </a:lnTo>
                  <a:lnTo>
                    <a:pt x="16705" y="5623"/>
                  </a:lnTo>
                  <a:lnTo>
                    <a:pt x="16782" y="5259"/>
                  </a:lnTo>
                  <a:lnTo>
                    <a:pt x="16849" y="4905"/>
                  </a:lnTo>
                  <a:lnTo>
                    <a:pt x="16906" y="4551"/>
                  </a:lnTo>
                  <a:lnTo>
                    <a:pt x="16964" y="4196"/>
                  </a:lnTo>
                  <a:lnTo>
                    <a:pt x="17002" y="3842"/>
                  </a:lnTo>
                  <a:lnTo>
                    <a:pt x="17040" y="3487"/>
                  </a:lnTo>
                  <a:lnTo>
                    <a:pt x="17069" y="3143"/>
                  </a:lnTo>
                  <a:lnTo>
                    <a:pt x="17088" y="2788"/>
                  </a:lnTo>
                  <a:lnTo>
                    <a:pt x="17098" y="2443"/>
                  </a:lnTo>
                  <a:lnTo>
                    <a:pt x="17098" y="2099"/>
                  </a:lnTo>
                  <a:lnTo>
                    <a:pt x="17079" y="1763"/>
                  </a:lnTo>
                  <a:lnTo>
                    <a:pt x="17059" y="1438"/>
                  </a:lnTo>
                  <a:lnTo>
                    <a:pt x="17031" y="1150"/>
                  </a:lnTo>
                  <a:lnTo>
                    <a:pt x="16983" y="901"/>
                  </a:lnTo>
                  <a:lnTo>
                    <a:pt x="16925" y="681"/>
                  </a:lnTo>
                  <a:lnTo>
                    <a:pt x="16858" y="499"/>
                  </a:lnTo>
                  <a:lnTo>
                    <a:pt x="16820" y="413"/>
                  </a:lnTo>
                  <a:lnTo>
                    <a:pt x="16772" y="346"/>
                  </a:lnTo>
                  <a:lnTo>
                    <a:pt x="16734" y="279"/>
                  </a:lnTo>
                  <a:lnTo>
                    <a:pt x="16686" y="221"/>
                  </a:lnTo>
                  <a:lnTo>
                    <a:pt x="16638" y="164"/>
                  </a:lnTo>
                  <a:lnTo>
                    <a:pt x="16590" y="125"/>
                  </a:lnTo>
                  <a:lnTo>
                    <a:pt x="16533" y="87"/>
                  </a:lnTo>
                  <a:lnTo>
                    <a:pt x="16475" y="58"/>
                  </a:lnTo>
                  <a:lnTo>
                    <a:pt x="16418" y="30"/>
                  </a:lnTo>
                  <a:lnTo>
                    <a:pt x="16360" y="20"/>
                  </a:lnTo>
                  <a:lnTo>
                    <a:pt x="16293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2861757" y="2179019"/>
              <a:ext cx="379129" cy="650964"/>
            </a:xfrm>
            <a:custGeom>
              <a:avLst/>
              <a:gdLst/>
              <a:ahLst/>
              <a:cxnLst/>
              <a:rect l="l" t="t" r="r" b="b"/>
              <a:pathLst>
                <a:path w="9378" h="16102" extrusionOk="0">
                  <a:moveTo>
                    <a:pt x="8363" y="1"/>
                  </a:moveTo>
                  <a:lnTo>
                    <a:pt x="8229" y="20"/>
                  </a:lnTo>
                  <a:lnTo>
                    <a:pt x="8094" y="68"/>
                  </a:lnTo>
                  <a:lnTo>
                    <a:pt x="7951" y="125"/>
                  </a:lnTo>
                  <a:lnTo>
                    <a:pt x="7798" y="202"/>
                  </a:lnTo>
                  <a:lnTo>
                    <a:pt x="7644" y="298"/>
                  </a:lnTo>
                  <a:lnTo>
                    <a:pt x="7491" y="413"/>
                  </a:lnTo>
                  <a:lnTo>
                    <a:pt x="7319" y="547"/>
                  </a:lnTo>
                  <a:lnTo>
                    <a:pt x="7156" y="690"/>
                  </a:lnTo>
                  <a:lnTo>
                    <a:pt x="6983" y="844"/>
                  </a:lnTo>
                  <a:lnTo>
                    <a:pt x="6801" y="1016"/>
                  </a:lnTo>
                  <a:lnTo>
                    <a:pt x="6619" y="1198"/>
                  </a:lnTo>
                  <a:lnTo>
                    <a:pt x="6246" y="1610"/>
                  </a:lnTo>
                  <a:lnTo>
                    <a:pt x="5863" y="2060"/>
                  </a:lnTo>
                  <a:lnTo>
                    <a:pt x="5480" y="2549"/>
                  </a:lnTo>
                  <a:lnTo>
                    <a:pt x="5077" y="3066"/>
                  </a:lnTo>
                  <a:lnTo>
                    <a:pt x="4675" y="3612"/>
                  </a:lnTo>
                  <a:lnTo>
                    <a:pt x="4282" y="4186"/>
                  </a:lnTo>
                  <a:lnTo>
                    <a:pt x="3880" y="4771"/>
                  </a:lnTo>
                  <a:lnTo>
                    <a:pt x="3487" y="5365"/>
                  </a:lnTo>
                  <a:lnTo>
                    <a:pt x="3104" y="5958"/>
                  </a:lnTo>
                  <a:lnTo>
                    <a:pt x="2721" y="6562"/>
                  </a:lnTo>
                  <a:lnTo>
                    <a:pt x="2357" y="7146"/>
                  </a:lnTo>
                  <a:lnTo>
                    <a:pt x="2003" y="7730"/>
                  </a:lnTo>
                  <a:lnTo>
                    <a:pt x="1351" y="8822"/>
                  </a:lnTo>
                  <a:lnTo>
                    <a:pt x="786" y="9799"/>
                  </a:lnTo>
                  <a:lnTo>
                    <a:pt x="336" y="10623"/>
                  </a:lnTo>
                  <a:lnTo>
                    <a:pt x="1" y="11226"/>
                  </a:lnTo>
                  <a:lnTo>
                    <a:pt x="3909" y="16102"/>
                  </a:lnTo>
                  <a:lnTo>
                    <a:pt x="4072" y="16063"/>
                  </a:lnTo>
                  <a:lnTo>
                    <a:pt x="4234" y="16015"/>
                  </a:lnTo>
                  <a:lnTo>
                    <a:pt x="4388" y="15967"/>
                  </a:lnTo>
                  <a:lnTo>
                    <a:pt x="4541" y="15900"/>
                  </a:lnTo>
                  <a:lnTo>
                    <a:pt x="4694" y="15833"/>
                  </a:lnTo>
                  <a:lnTo>
                    <a:pt x="4847" y="15757"/>
                  </a:lnTo>
                  <a:lnTo>
                    <a:pt x="5001" y="15671"/>
                  </a:lnTo>
                  <a:lnTo>
                    <a:pt x="5154" y="15575"/>
                  </a:lnTo>
                  <a:lnTo>
                    <a:pt x="5298" y="15469"/>
                  </a:lnTo>
                  <a:lnTo>
                    <a:pt x="5441" y="15354"/>
                  </a:lnTo>
                  <a:lnTo>
                    <a:pt x="5585" y="15240"/>
                  </a:lnTo>
                  <a:lnTo>
                    <a:pt x="5719" y="15115"/>
                  </a:lnTo>
                  <a:lnTo>
                    <a:pt x="5863" y="14981"/>
                  </a:lnTo>
                  <a:lnTo>
                    <a:pt x="5997" y="14847"/>
                  </a:lnTo>
                  <a:lnTo>
                    <a:pt x="6131" y="14703"/>
                  </a:lnTo>
                  <a:lnTo>
                    <a:pt x="6265" y="14550"/>
                  </a:lnTo>
                  <a:lnTo>
                    <a:pt x="6390" y="14387"/>
                  </a:lnTo>
                  <a:lnTo>
                    <a:pt x="6524" y="14224"/>
                  </a:lnTo>
                  <a:lnTo>
                    <a:pt x="6773" y="13870"/>
                  </a:lnTo>
                  <a:lnTo>
                    <a:pt x="7003" y="13496"/>
                  </a:lnTo>
                  <a:lnTo>
                    <a:pt x="7232" y="13094"/>
                  </a:lnTo>
                  <a:lnTo>
                    <a:pt x="7453" y="12673"/>
                  </a:lnTo>
                  <a:lnTo>
                    <a:pt x="7663" y="12232"/>
                  </a:lnTo>
                  <a:lnTo>
                    <a:pt x="7855" y="11763"/>
                  </a:lnTo>
                  <a:lnTo>
                    <a:pt x="8047" y="11284"/>
                  </a:lnTo>
                  <a:lnTo>
                    <a:pt x="8219" y="10776"/>
                  </a:lnTo>
                  <a:lnTo>
                    <a:pt x="8382" y="10259"/>
                  </a:lnTo>
                  <a:lnTo>
                    <a:pt x="8535" y="9723"/>
                  </a:lnTo>
                  <a:lnTo>
                    <a:pt x="8679" y="9177"/>
                  </a:lnTo>
                  <a:lnTo>
                    <a:pt x="8803" y="8612"/>
                  </a:lnTo>
                  <a:lnTo>
                    <a:pt x="8918" y="8037"/>
                  </a:lnTo>
                  <a:lnTo>
                    <a:pt x="9024" y="7443"/>
                  </a:lnTo>
                  <a:lnTo>
                    <a:pt x="9119" y="6849"/>
                  </a:lnTo>
                  <a:lnTo>
                    <a:pt x="9196" y="6236"/>
                  </a:lnTo>
                  <a:lnTo>
                    <a:pt x="9263" y="5614"/>
                  </a:lnTo>
                  <a:lnTo>
                    <a:pt x="9311" y="4991"/>
                  </a:lnTo>
                  <a:lnTo>
                    <a:pt x="9349" y="4359"/>
                  </a:lnTo>
                  <a:lnTo>
                    <a:pt x="9368" y="3717"/>
                  </a:lnTo>
                  <a:lnTo>
                    <a:pt x="9378" y="3075"/>
                  </a:lnTo>
                  <a:lnTo>
                    <a:pt x="9368" y="2434"/>
                  </a:lnTo>
                  <a:lnTo>
                    <a:pt x="9340" y="1782"/>
                  </a:lnTo>
                  <a:lnTo>
                    <a:pt x="9320" y="1485"/>
                  </a:lnTo>
                  <a:lnTo>
                    <a:pt x="9292" y="1227"/>
                  </a:lnTo>
                  <a:lnTo>
                    <a:pt x="9253" y="987"/>
                  </a:lnTo>
                  <a:lnTo>
                    <a:pt x="9206" y="777"/>
                  </a:lnTo>
                  <a:lnTo>
                    <a:pt x="9148" y="595"/>
                  </a:lnTo>
                  <a:lnTo>
                    <a:pt x="9071" y="441"/>
                  </a:lnTo>
                  <a:lnTo>
                    <a:pt x="8995" y="307"/>
                  </a:lnTo>
                  <a:lnTo>
                    <a:pt x="8909" y="202"/>
                  </a:lnTo>
                  <a:lnTo>
                    <a:pt x="8813" y="116"/>
                  </a:lnTo>
                  <a:lnTo>
                    <a:pt x="8765" y="77"/>
                  </a:lnTo>
                  <a:lnTo>
                    <a:pt x="8717" y="49"/>
                  </a:lnTo>
                  <a:lnTo>
                    <a:pt x="8660" y="30"/>
                  </a:lnTo>
                  <a:lnTo>
                    <a:pt x="8602" y="10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2947341" y="2125574"/>
              <a:ext cx="715243" cy="1044000"/>
            </a:xfrm>
            <a:custGeom>
              <a:avLst/>
              <a:gdLst/>
              <a:ahLst/>
              <a:cxnLst/>
              <a:rect l="l" t="t" r="r" b="b"/>
              <a:pathLst>
                <a:path w="17692" h="25824" extrusionOk="0">
                  <a:moveTo>
                    <a:pt x="8698" y="1"/>
                  </a:moveTo>
                  <a:lnTo>
                    <a:pt x="8257" y="20"/>
                  </a:lnTo>
                  <a:lnTo>
                    <a:pt x="7816" y="49"/>
                  </a:lnTo>
                  <a:lnTo>
                    <a:pt x="7673" y="68"/>
                  </a:lnTo>
                  <a:lnTo>
                    <a:pt x="7510" y="106"/>
                  </a:lnTo>
                  <a:lnTo>
                    <a:pt x="7338" y="145"/>
                  </a:lnTo>
                  <a:lnTo>
                    <a:pt x="7146" y="202"/>
                  </a:lnTo>
                  <a:lnTo>
                    <a:pt x="6954" y="269"/>
                  </a:lnTo>
                  <a:lnTo>
                    <a:pt x="6744" y="346"/>
                  </a:lnTo>
                  <a:lnTo>
                    <a:pt x="6533" y="432"/>
                  </a:lnTo>
                  <a:lnTo>
                    <a:pt x="6303" y="537"/>
                  </a:lnTo>
                  <a:lnTo>
                    <a:pt x="6073" y="652"/>
                  </a:lnTo>
                  <a:lnTo>
                    <a:pt x="5834" y="777"/>
                  </a:lnTo>
                  <a:lnTo>
                    <a:pt x="5594" y="911"/>
                  </a:lnTo>
                  <a:lnTo>
                    <a:pt x="5345" y="1064"/>
                  </a:lnTo>
                  <a:lnTo>
                    <a:pt x="5096" y="1227"/>
                  </a:lnTo>
                  <a:lnTo>
                    <a:pt x="4838" y="1409"/>
                  </a:lnTo>
                  <a:lnTo>
                    <a:pt x="4579" y="1601"/>
                  </a:lnTo>
                  <a:lnTo>
                    <a:pt x="4320" y="1802"/>
                  </a:lnTo>
                  <a:lnTo>
                    <a:pt x="4062" y="2012"/>
                  </a:lnTo>
                  <a:lnTo>
                    <a:pt x="3813" y="2252"/>
                  </a:lnTo>
                  <a:lnTo>
                    <a:pt x="3554" y="2491"/>
                  </a:lnTo>
                  <a:lnTo>
                    <a:pt x="3305" y="2750"/>
                  </a:lnTo>
                  <a:lnTo>
                    <a:pt x="3056" y="3028"/>
                  </a:lnTo>
                  <a:lnTo>
                    <a:pt x="2807" y="3315"/>
                  </a:lnTo>
                  <a:lnTo>
                    <a:pt x="2568" y="3612"/>
                  </a:lnTo>
                  <a:lnTo>
                    <a:pt x="2338" y="3928"/>
                  </a:lnTo>
                  <a:lnTo>
                    <a:pt x="2117" y="4263"/>
                  </a:lnTo>
                  <a:lnTo>
                    <a:pt x="1897" y="4608"/>
                  </a:lnTo>
                  <a:lnTo>
                    <a:pt x="1686" y="4962"/>
                  </a:lnTo>
                  <a:lnTo>
                    <a:pt x="1495" y="5346"/>
                  </a:lnTo>
                  <a:lnTo>
                    <a:pt x="1303" y="5738"/>
                  </a:lnTo>
                  <a:lnTo>
                    <a:pt x="1131" y="6141"/>
                  </a:lnTo>
                  <a:lnTo>
                    <a:pt x="968" y="6562"/>
                  </a:lnTo>
                  <a:lnTo>
                    <a:pt x="824" y="7003"/>
                  </a:lnTo>
                  <a:lnTo>
                    <a:pt x="738" y="7280"/>
                  </a:lnTo>
                  <a:lnTo>
                    <a:pt x="662" y="7568"/>
                  </a:lnTo>
                  <a:lnTo>
                    <a:pt x="585" y="7865"/>
                  </a:lnTo>
                  <a:lnTo>
                    <a:pt x="518" y="8171"/>
                  </a:lnTo>
                  <a:lnTo>
                    <a:pt x="451" y="8478"/>
                  </a:lnTo>
                  <a:lnTo>
                    <a:pt x="393" y="8784"/>
                  </a:lnTo>
                  <a:lnTo>
                    <a:pt x="288" y="9435"/>
                  </a:lnTo>
                  <a:lnTo>
                    <a:pt x="202" y="10096"/>
                  </a:lnTo>
                  <a:lnTo>
                    <a:pt x="135" y="10776"/>
                  </a:lnTo>
                  <a:lnTo>
                    <a:pt x="77" y="11466"/>
                  </a:lnTo>
                  <a:lnTo>
                    <a:pt x="39" y="12165"/>
                  </a:lnTo>
                  <a:lnTo>
                    <a:pt x="10" y="12874"/>
                  </a:lnTo>
                  <a:lnTo>
                    <a:pt x="1" y="13583"/>
                  </a:lnTo>
                  <a:lnTo>
                    <a:pt x="1" y="14301"/>
                  </a:lnTo>
                  <a:lnTo>
                    <a:pt x="10" y="15010"/>
                  </a:lnTo>
                  <a:lnTo>
                    <a:pt x="29" y="15709"/>
                  </a:lnTo>
                  <a:lnTo>
                    <a:pt x="49" y="16408"/>
                  </a:lnTo>
                  <a:lnTo>
                    <a:pt x="87" y="17098"/>
                  </a:lnTo>
                  <a:lnTo>
                    <a:pt x="125" y="17768"/>
                  </a:lnTo>
                  <a:lnTo>
                    <a:pt x="173" y="18420"/>
                  </a:lnTo>
                  <a:lnTo>
                    <a:pt x="221" y="19061"/>
                  </a:lnTo>
                  <a:lnTo>
                    <a:pt x="336" y="20249"/>
                  </a:lnTo>
                  <a:lnTo>
                    <a:pt x="451" y="21331"/>
                  </a:lnTo>
                  <a:lnTo>
                    <a:pt x="566" y="22270"/>
                  </a:lnTo>
                  <a:lnTo>
                    <a:pt x="662" y="23036"/>
                  </a:lnTo>
                  <a:lnTo>
                    <a:pt x="748" y="23621"/>
                  </a:lnTo>
                  <a:lnTo>
                    <a:pt x="824" y="24109"/>
                  </a:lnTo>
                  <a:lnTo>
                    <a:pt x="13879" y="25824"/>
                  </a:lnTo>
                  <a:lnTo>
                    <a:pt x="14042" y="25546"/>
                  </a:lnTo>
                  <a:lnTo>
                    <a:pt x="14224" y="25201"/>
                  </a:lnTo>
                  <a:lnTo>
                    <a:pt x="14473" y="24722"/>
                  </a:lnTo>
                  <a:lnTo>
                    <a:pt x="14761" y="24128"/>
                  </a:lnTo>
                  <a:lnTo>
                    <a:pt x="14914" y="23774"/>
                  </a:lnTo>
                  <a:lnTo>
                    <a:pt x="15086" y="23400"/>
                  </a:lnTo>
                  <a:lnTo>
                    <a:pt x="15249" y="22988"/>
                  </a:lnTo>
                  <a:lnTo>
                    <a:pt x="15431" y="22557"/>
                  </a:lnTo>
                  <a:lnTo>
                    <a:pt x="15603" y="22098"/>
                  </a:lnTo>
                  <a:lnTo>
                    <a:pt x="15785" y="21600"/>
                  </a:lnTo>
                  <a:lnTo>
                    <a:pt x="15958" y="21082"/>
                  </a:lnTo>
                  <a:lnTo>
                    <a:pt x="16140" y="20536"/>
                  </a:lnTo>
                  <a:lnTo>
                    <a:pt x="16312" y="19962"/>
                  </a:lnTo>
                  <a:lnTo>
                    <a:pt x="16485" y="19368"/>
                  </a:lnTo>
                  <a:lnTo>
                    <a:pt x="16647" y="18736"/>
                  </a:lnTo>
                  <a:lnTo>
                    <a:pt x="16801" y="18094"/>
                  </a:lnTo>
                  <a:lnTo>
                    <a:pt x="16954" y="17414"/>
                  </a:lnTo>
                  <a:lnTo>
                    <a:pt x="17098" y="16724"/>
                  </a:lnTo>
                  <a:lnTo>
                    <a:pt x="17222" y="15996"/>
                  </a:lnTo>
                  <a:lnTo>
                    <a:pt x="17337" y="15259"/>
                  </a:lnTo>
                  <a:lnTo>
                    <a:pt x="17442" y="14493"/>
                  </a:lnTo>
                  <a:lnTo>
                    <a:pt x="17529" y="13707"/>
                  </a:lnTo>
                  <a:lnTo>
                    <a:pt x="17596" y="12893"/>
                  </a:lnTo>
                  <a:lnTo>
                    <a:pt x="17644" y="12069"/>
                  </a:lnTo>
                  <a:lnTo>
                    <a:pt x="17682" y="11217"/>
                  </a:lnTo>
                  <a:lnTo>
                    <a:pt x="17691" y="10355"/>
                  </a:lnTo>
                  <a:lnTo>
                    <a:pt x="17682" y="9972"/>
                  </a:lnTo>
                  <a:lnTo>
                    <a:pt x="17672" y="9608"/>
                  </a:lnTo>
                  <a:lnTo>
                    <a:pt x="17653" y="9244"/>
                  </a:lnTo>
                  <a:lnTo>
                    <a:pt x="17634" y="8889"/>
                  </a:lnTo>
                  <a:lnTo>
                    <a:pt x="17596" y="8545"/>
                  </a:lnTo>
                  <a:lnTo>
                    <a:pt x="17557" y="8209"/>
                  </a:lnTo>
                  <a:lnTo>
                    <a:pt x="17509" y="7884"/>
                  </a:lnTo>
                  <a:lnTo>
                    <a:pt x="17452" y="7558"/>
                  </a:lnTo>
                  <a:lnTo>
                    <a:pt x="17395" y="7242"/>
                  </a:lnTo>
                  <a:lnTo>
                    <a:pt x="17327" y="6936"/>
                  </a:lnTo>
                  <a:lnTo>
                    <a:pt x="17260" y="6639"/>
                  </a:lnTo>
                  <a:lnTo>
                    <a:pt x="17174" y="6351"/>
                  </a:lnTo>
                  <a:lnTo>
                    <a:pt x="17088" y="6064"/>
                  </a:lnTo>
                  <a:lnTo>
                    <a:pt x="17002" y="5786"/>
                  </a:lnTo>
                  <a:lnTo>
                    <a:pt x="16906" y="5518"/>
                  </a:lnTo>
                  <a:lnTo>
                    <a:pt x="16801" y="5250"/>
                  </a:lnTo>
                  <a:lnTo>
                    <a:pt x="16695" y="5001"/>
                  </a:lnTo>
                  <a:lnTo>
                    <a:pt x="16580" y="4752"/>
                  </a:lnTo>
                  <a:lnTo>
                    <a:pt x="16456" y="4503"/>
                  </a:lnTo>
                  <a:lnTo>
                    <a:pt x="16331" y="4273"/>
                  </a:lnTo>
                  <a:lnTo>
                    <a:pt x="16207" y="4043"/>
                  </a:lnTo>
                  <a:lnTo>
                    <a:pt x="16073" y="3823"/>
                  </a:lnTo>
                  <a:lnTo>
                    <a:pt x="15939" y="3612"/>
                  </a:lnTo>
                  <a:lnTo>
                    <a:pt x="15795" y="3401"/>
                  </a:lnTo>
                  <a:lnTo>
                    <a:pt x="15642" y="3200"/>
                  </a:lnTo>
                  <a:lnTo>
                    <a:pt x="15488" y="3009"/>
                  </a:lnTo>
                  <a:lnTo>
                    <a:pt x="15335" y="2817"/>
                  </a:lnTo>
                  <a:lnTo>
                    <a:pt x="15172" y="2645"/>
                  </a:lnTo>
                  <a:lnTo>
                    <a:pt x="15010" y="2463"/>
                  </a:lnTo>
                  <a:lnTo>
                    <a:pt x="14847" y="2300"/>
                  </a:lnTo>
                  <a:lnTo>
                    <a:pt x="14674" y="2137"/>
                  </a:lnTo>
                  <a:lnTo>
                    <a:pt x="14492" y="1984"/>
                  </a:lnTo>
                  <a:lnTo>
                    <a:pt x="14320" y="1830"/>
                  </a:lnTo>
                  <a:lnTo>
                    <a:pt x="14138" y="1687"/>
                  </a:lnTo>
                  <a:lnTo>
                    <a:pt x="13946" y="1553"/>
                  </a:lnTo>
                  <a:lnTo>
                    <a:pt x="13764" y="1419"/>
                  </a:lnTo>
                  <a:lnTo>
                    <a:pt x="13573" y="1304"/>
                  </a:lnTo>
                  <a:lnTo>
                    <a:pt x="13381" y="1179"/>
                  </a:lnTo>
                  <a:lnTo>
                    <a:pt x="13180" y="1064"/>
                  </a:lnTo>
                  <a:lnTo>
                    <a:pt x="12979" y="959"/>
                  </a:lnTo>
                  <a:lnTo>
                    <a:pt x="12778" y="863"/>
                  </a:lnTo>
                  <a:lnTo>
                    <a:pt x="12577" y="767"/>
                  </a:lnTo>
                  <a:lnTo>
                    <a:pt x="12376" y="681"/>
                  </a:lnTo>
                  <a:lnTo>
                    <a:pt x="12165" y="595"/>
                  </a:lnTo>
                  <a:lnTo>
                    <a:pt x="11954" y="518"/>
                  </a:lnTo>
                  <a:lnTo>
                    <a:pt x="11743" y="442"/>
                  </a:lnTo>
                  <a:lnTo>
                    <a:pt x="11322" y="317"/>
                  </a:lnTo>
                  <a:lnTo>
                    <a:pt x="10891" y="212"/>
                  </a:lnTo>
                  <a:lnTo>
                    <a:pt x="10450" y="126"/>
                  </a:lnTo>
                  <a:lnTo>
                    <a:pt x="10019" y="68"/>
                  </a:lnTo>
                  <a:lnTo>
                    <a:pt x="9579" y="3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3213755" y="1813115"/>
              <a:ext cx="234682" cy="453071"/>
            </a:xfrm>
            <a:custGeom>
              <a:avLst/>
              <a:gdLst/>
              <a:ahLst/>
              <a:cxnLst/>
              <a:rect l="l" t="t" r="r" b="b"/>
              <a:pathLst>
                <a:path w="5805" h="11207" extrusionOk="0">
                  <a:moveTo>
                    <a:pt x="5805" y="0"/>
                  </a:moveTo>
                  <a:lnTo>
                    <a:pt x="1629" y="3698"/>
                  </a:lnTo>
                  <a:lnTo>
                    <a:pt x="1648" y="3793"/>
                  </a:lnTo>
                  <a:lnTo>
                    <a:pt x="1667" y="3908"/>
                  </a:lnTo>
                  <a:lnTo>
                    <a:pt x="1677" y="4062"/>
                  </a:lnTo>
                  <a:lnTo>
                    <a:pt x="1686" y="4263"/>
                  </a:lnTo>
                  <a:lnTo>
                    <a:pt x="1686" y="4502"/>
                  </a:lnTo>
                  <a:lnTo>
                    <a:pt x="1667" y="4780"/>
                  </a:lnTo>
                  <a:lnTo>
                    <a:pt x="1638" y="5096"/>
                  </a:lnTo>
                  <a:lnTo>
                    <a:pt x="1581" y="5450"/>
                  </a:lnTo>
                  <a:lnTo>
                    <a:pt x="1504" y="5853"/>
                  </a:lnTo>
                  <a:lnTo>
                    <a:pt x="1447" y="6063"/>
                  </a:lnTo>
                  <a:lnTo>
                    <a:pt x="1389" y="6284"/>
                  </a:lnTo>
                  <a:lnTo>
                    <a:pt x="1322" y="6504"/>
                  </a:lnTo>
                  <a:lnTo>
                    <a:pt x="1246" y="6743"/>
                  </a:lnTo>
                  <a:lnTo>
                    <a:pt x="1159" y="6992"/>
                  </a:lnTo>
                  <a:lnTo>
                    <a:pt x="1064" y="7251"/>
                  </a:lnTo>
                  <a:lnTo>
                    <a:pt x="949" y="7510"/>
                  </a:lnTo>
                  <a:lnTo>
                    <a:pt x="834" y="7778"/>
                  </a:lnTo>
                  <a:lnTo>
                    <a:pt x="700" y="8056"/>
                  </a:lnTo>
                  <a:lnTo>
                    <a:pt x="556" y="8343"/>
                  </a:lnTo>
                  <a:lnTo>
                    <a:pt x="403" y="8640"/>
                  </a:lnTo>
                  <a:lnTo>
                    <a:pt x="230" y="8946"/>
                  </a:lnTo>
                  <a:lnTo>
                    <a:pt x="182" y="9042"/>
                  </a:lnTo>
                  <a:lnTo>
                    <a:pt x="135" y="9148"/>
                  </a:lnTo>
                  <a:lnTo>
                    <a:pt x="96" y="9253"/>
                  </a:lnTo>
                  <a:lnTo>
                    <a:pt x="58" y="9358"/>
                  </a:lnTo>
                  <a:lnTo>
                    <a:pt x="39" y="9473"/>
                  </a:lnTo>
                  <a:lnTo>
                    <a:pt x="20" y="9579"/>
                  </a:lnTo>
                  <a:lnTo>
                    <a:pt x="10" y="9694"/>
                  </a:lnTo>
                  <a:lnTo>
                    <a:pt x="0" y="9799"/>
                  </a:lnTo>
                  <a:lnTo>
                    <a:pt x="10" y="9914"/>
                  </a:lnTo>
                  <a:lnTo>
                    <a:pt x="20" y="10019"/>
                  </a:lnTo>
                  <a:lnTo>
                    <a:pt x="39" y="10134"/>
                  </a:lnTo>
                  <a:lnTo>
                    <a:pt x="67" y="10239"/>
                  </a:lnTo>
                  <a:lnTo>
                    <a:pt x="106" y="10345"/>
                  </a:lnTo>
                  <a:lnTo>
                    <a:pt x="154" y="10450"/>
                  </a:lnTo>
                  <a:lnTo>
                    <a:pt x="202" y="10546"/>
                  </a:lnTo>
                  <a:lnTo>
                    <a:pt x="269" y="10642"/>
                  </a:lnTo>
                  <a:lnTo>
                    <a:pt x="355" y="10747"/>
                  </a:lnTo>
                  <a:lnTo>
                    <a:pt x="460" y="10852"/>
                  </a:lnTo>
                  <a:lnTo>
                    <a:pt x="585" y="10948"/>
                  </a:lnTo>
                  <a:lnTo>
                    <a:pt x="738" y="11025"/>
                  </a:lnTo>
                  <a:lnTo>
                    <a:pt x="901" y="11101"/>
                  </a:lnTo>
                  <a:lnTo>
                    <a:pt x="1083" y="11149"/>
                  </a:lnTo>
                  <a:lnTo>
                    <a:pt x="1284" y="11188"/>
                  </a:lnTo>
                  <a:lnTo>
                    <a:pt x="1389" y="11197"/>
                  </a:lnTo>
                  <a:lnTo>
                    <a:pt x="1495" y="11207"/>
                  </a:lnTo>
                  <a:lnTo>
                    <a:pt x="1610" y="11197"/>
                  </a:lnTo>
                  <a:lnTo>
                    <a:pt x="1724" y="11197"/>
                  </a:lnTo>
                  <a:lnTo>
                    <a:pt x="1849" y="11178"/>
                  </a:lnTo>
                  <a:lnTo>
                    <a:pt x="1974" y="11159"/>
                  </a:lnTo>
                  <a:lnTo>
                    <a:pt x="2098" y="11130"/>
                  </a:lnTo>
                  <a:lnTo>
                    <a:pt x="2232" y="11101"/>
                  </a:lnTo>
                  <a:lnTo>
                    <a:pt x="2366" y="11054"/>
                  </a:lnTo>
                  <a:lnTo>
                    <a:pt x="2500" y="11006"/>
                  </a:lnTo>
                  <a:lnTo>
                    <a:pt x="2634" y="10948"/>
                  </a:lnTo>
                  <a:lnTo>
                    <a:pt x="2778" y="10881"/>
                  </a:lnTo>
                  <a:lnTo>
                    <a:pt x="2922" y="10805"/>
                  </a:lnTo>
                  <a:lnTo>
                    <a:pt x="3065" y="10718"/>
                  </a:lnTo>
                  <a:lnTo>
                    <a:pt x="3219" y="10623"/>
                  </a:lnTo>
                  <a:lnTo>
                    <a:pt x="3372" y="10517"/>
                  </a:lnTo>
                  <a:lnTo>
                    <a:pt x="3525" y="10402"/>
                  </a:lnTo>
                  <a:lnTo>
                    <a:pt x="3678" y="10278"/>
                  </a:lnTo>
                  <a:lnTo>
                    <a:pt x="3765" y="10211"/>
                  </a:lnTo>
                  <a:lnTo>
                    <a:pt x="3832" y="10134"/>
                  </a:lnTo>
                  <a:lnTo>
                    <a:pt x="3975" y="9971"/>
                  </a:lnTo>
                  <a:lnTo>
                    <a:pt x="4090" y="9808"/>
                  </a:lnTo>
                  <a:lnTo>
                    <a:pt x="4186" y="9626"/>
                  </a:lnTo>
                  <a:lnTo>
                    <a:pt x="4272" y="9435"/>
                  </a:lnTo>
                  <a:lnTo>
                    <a:pt x="4330" y="9234"/>
                  </a:lnTo>
                  <a:lnTo>
                    <a:pt x="4368" y="9023"/>
                  </a:lnTo>
                  <a:lnTo>
                    <a:pt x="4378" y="8812"/>
                  </a:lnTo>
                  <a:lnTo>
                    <a:pt x="4387" y="8075"/>
                  </a:lnTo>
                  <a:lnTo>
                    <a:pt x="4387" y="7146"/>
                  </a:lnTo>
                  <a:lnTo>
                    <a:pt x="4397" y="6629"/>
                  </a:lnTo>
                  <a:lnTo>
                    <a:pt x="4416" y="6073"/>
                  </a:lnTo>
                  <a:lnTo>
                    <a:pt x="4454" y="5498"/>
                  </a:lnTo>
                  <a:lnTo>
                    <a:pt x="4493" y="4904"/>
                  </a:lnTo>
                  <a:lnTo>
                    <a:pt x="4560" y="4291"/>
                  </a:lnTo>
                  <a:lnTo>
                    <a:pt x="4655" y="3669"/>
                  </a:lnTo>
                  <a:lnTo>
                    <a:pt x="4703" y="3353"/>
                  </a:lnTo>
                  <a:lnTo>
                    <a:pt x="4761" y="3037"/>
                  </a:lnTo>
                  <a:lnTo>
                    <a:pt x="4828" y="2730"/>
                  </a:lnTo>
                  <a:lnTo>
                    <a:pt x="4904" y="2414"/>
                  </a:lnTo>
                  <a:lnTo>
                    <a:pt x="4981" y="2098"/>
                  </a:lnTo>
                  <a:lnTo>
                    <a:pt x="5077" y="1792"/>
                  </a:lnTo>
                  <a:lnTo>
                    <a:pt x="5173" y="1485"/>
                  </a:lnTo>
                  <a:lnTo>
                    <a:pt x="5278" y="1179"/>
                  </a:lnTo>
                  <a:lnTo>
                    <a:pt x="5402" y="872"/>
                  </a:lnTo>
                  <a:lnTo>
                    <a:pt x="5527" y="575"/>
                  </a:lnTo>
                  <a:lnTo>
                    <a:pt x="5661" y="288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3095263" y="1636935"/>
              <a:ext cx="328797" cy="476317"/>
            </a:xfrm>
            <a:custGeom>
              <a:avLst/>
              <a:gdLst/>
              <a:ahLst/>
              <a:cxnLst/>
              <a:rect l="l" t="t" r="r" b="b"/>
              <a:pathLst>
                <a:path w="8133" h="11782" extrusionOk="0">
                  <a:moveTo>
                    <a:pt x="1734" y="0"/>
                  </a:moveTo>
                  <a:lnTo>
                    <a:pt x="1533" y="10"/>
                  </a:lnTo>
                  <a:lnTo>
                    <a:pt x="1341" y="39"/>
                  </a:lnTo>
                  <a:lnTo>
                    <a:pt x="1159" y="77"/>
                  </a:lnTo>
                  <a:lnTo>
                    <a:pt x="997" y="125"/>
                  </a:lnTo>
                  <a:lnTo>
                    <a:pt x="834" y="192"/>
                  </a:lnTo>
                  <a:lnTo>
                    <a:pt x="681" y="278"/>
                  </a:lnTo>
                  <a:lnTo>
                    <a:pt x="546" y="374"/>
                  </a:lnTo>
                  <a:lnTo>
                    <a:pt x="422" y="489"/>
                  </a:lnTo>
                  <a:lnTo>
                    <a:pt x="317" y="623"/>
                  </a:lnTo>
                  <a:lnTo>
                    <a:pt x="221" y="767"/>
                  </a:lnTo>
                  <a:lnTo>
                    <a:pt x="144" y="929"/>
                  </a:lnTo>
                  <a:lnTo>
                    <a:pt x="87" y="1121"/>
                  </a:lnTo>
                  <a:lnTo>
                    <a:pt x="39" y="1322"/>
                  </a:lnTo>
                  <a:lnTo>
                    <a:pt x="10" y="1542"/>
                  </a:lnTo>
                  <a:lnTo>
                    <a:pt x="1" y="1782"/>
                  </a:lnTo>
                  <a:lnTo>
                    <a:pt x="10" y="2050"/>
                  </a:lnTo>
                  <a:lnTo>
                    <a:pt x="1" y="2251"/>
                  </a:lnTo>
                  <a:lnTo>
                    <a:pt x="1" y="2797"/>
                  </a:lnTo>
                  <a:lnTo>
                    <a:pt x="1" y="3190"/>
                  </a:lnTo>
                  <a:lnTo>
                    <a:pt x="10" y="3631"/>
                  </a:lnTo>
                  <a:lnTo>
                    <a:pt x="29" y="4129"/>
                  </a:lnTo>
                  <a:lnTo>
                    <a:pt x="68" y="4665"/>
                  </a:lnTo>
                  <a:lnTo>
                    <a:pt x="125" y="5240"/>
                  </a:lnTo>
                  <a:lnTo>
                    <a:pt x="192" y="5833"/>
                  </a:lnTo>
                  <a:lnTo>
                    <a:pt x="288" y="6446"/>
                  </a:lnTo>
                  <a:lnTo>
                    <a:pt x="345" y="6753"/>
                  </a:lnTo>
                  <a:lnTo>
                    <a:pt x="412" y="7069"/>
                  </a:lnTo>
                  <a:lnTo>
                    <a:pt x="479" y="7376"/>
                  </a:lnTo>
                  <a:lnTo>
                    <a:pt x="556" y="7682"/>
                  </a:lnTo>
                  <a:lnTo>
                    <a:pt x="642" y="7979"/>
                  </a:lnTo>
                  <a:lnTo>
                    <a:pt x="728" y="8276"/>
                  </a:lnTo>
                  <a:lnTo>
                    <a:pt x="834" y="8573"/>
                  </a:lnTo>
                  <a:lnTo>
                    <a:pt x="939" y="8860"/>
                  </a:lnTo>
                  <a:lnTo>
                    <a:pt x="1064" y="9138"/>
                  </a:lnTo>
                  <a:lnTo>
                    <a:pt x="1188" y="9406"/>
                  </a:lnTo>
                  <a:lnTo>
                    <a:pt x="1380" y="9780"/>
                  </a:lnTo>
                  <a:lnTo>
                    <a:pt x="1600" y="10163"/>
                  </a:lnTo>
                  <a:lnTo>
                    <a:pt x="1715" y="10354"/>
                  </a:lnTo>
                  <a:lnTo>
                    <a:pt x="1830" y="10546"/>
                  </a:lnTo>
                  <a:lnTo>
                    <a:pt x="1954" y="10728"/>
                  </a:lnTo>
                  <a:lnTo>
                    <a:pt x="2089" y="10910"/>
                  </a:lnTo>
                  <a:lnTo>
                    <a:pt x="2223" y="11073"/>
                  </a:lnTo>
                  <a:lnTo>
                    <a:pt x="2357" y="11226"/>
                  </a:lnTo>
                  <a:lnTo>
                    <a:pt x="2491" y="11370"/>
                  </a:lnTo>
                  <a:lnTo>
                    <a:pt x="2635" y="11494"/>
                  </a:lnTo>
                  <a:lnTo>
                    <a:pt x="2778" y="11600"/>
                  </a:lnTo>
                  <a:lnTo>
                    <a:pt x="2931" y="11676"/>
                  </a:lnTo>
                  <a:lnTo>
                    <a:pt x="2998" y="11714"/>
                  </a:lnTo>
                  <a:lnTo>
                    <a:pt x="3075" y="11734"/>
                  </a:lnTo>
                  <a:lnTo>
                    <a:pt x="3152" y="11753"/>
                  </a:lnTo>
                  <a:lnTo>
                    <a:pt x="3228" y="11772"/>
                  </a:lnTo>
                  <a:lnTo>
                    <a:pt x="3372" y="11781"/>
                  </a:lnTo>
                  <a:lnTo>
                    <a:pt x="3516" y="11772"/>
                  </a:lnTo>
                  <a:lnTo>
                    <a:pt x="3669" y="11753"/>
                  </a:lnTo>
                  <a:lnTo>
                    <a:pt x="3832" y="11714"/>
                  </a:lnTo>
                  <a:lnTo>
                    <a:pt x="3995" y="11667"/>
                  </a:lnTo>
                  <a:lnTo>
                    <a:pt x="4157" y="11600"/>
                  </a:lnTo>
                  <a:lnTo>
                    <a:pt x="4330" y="11523"/>
                  </a:lnTo>
                  <a:lnTo>
                    <a:pt x="4502" y="11437"/>
                  </a:lnTo>
                  <a:lnTo>
                    <a:pt x="4684" y="11331"/>
                  </a:lnTo>
                  <a:lnTo>
                    <a:pt x="4857" y="11216"/>
                  </a:lnTo>
                  <a:lnTo>
                    <a:pt x="5039" y="11092"/>
                  </a:lnTo>
                  <a:lnTo>
                    <a:pt x="5221" y="10958"/>
                  </a:lnTo>
                  <a:lnTo>
                    <a:pt x="5403" y="10805"/>
                  </a:lnTo>
                  <a:lnTo>
                    <a:pt x="5575" y="10651"/>
                  </a:lnTo>
                  <a:lnTo>
                    <a:pt x="5757" y="10479"/>
                  </a:lnTo>
                  <a:lnTo>
                    <a:pt x="5929" y="10297"/>
                  </a:lnTo>
                  <a:lnTo>
                    <a:pt x="6150" y="10057"/>
                  </a:lnTo>
                  <a:lnTo>
                    <a:pt x="6380" y="9780"/>
                  </a:lnTo>
                  <a:lnTo>
                    <a:pt x="6609" y="9473"/>
                  </a:lnTo>
                  <a:lnTo>
                    <a:pt x="6839" y="9128"/>
                  </a:lnTo>
                  <a:lnTo>
                    <a:pt x="7069" y="8755"/>
                  </a:lnTo>
                  <a:lnTo>
                    <a:pt x="7280" y="8362"/>
                  </a:lnTo>
                  <a:lnTo>
                    <a:pt x="7385" y="8151"/>
                  </a:lnTo>
                  <a:lnTo>
                    <a:pt x="7481" y="7931"/>
                  </a:lnTo>
                  <a:lnTo>
                    <a:pt x="7577" y="7711"/>
                  </a:lnTo>
                  <a:lnTo>
                    <a:pt x="7673" y="7481"/>
                  </a:lnTo>
                  <a:lnTo>
                    <a:pt x="7759" y="7241"/>
                  </a:lnTo>
                  <a:lnTo>
                    <a:pt x="7845" y="6992"/>
                  </a:lnTo>
                  <a:lnTo>
                    <a:pt x="7912" y="6753"/>
                  </a:lnTo>
                  <a:lnTo>
                    <a:pt x="7970" y="6514"/>
                  </a:lnTo>
                  <a:lnTo>
                    <a:pt x="8027" y="6274"/>
                  </a:lnTo>
                  <a:lnTo>
                    <a:pt x="8065" y="6035"/>
                  </a:lnTo>
                  <a:lnTo>
                    <a:pt x="8094" y="5795"/>
                  </a:lnTo>
                  <a:lnTo>
                    <a:pt x="8123" y="5556"/>
                  </a:lnTo>
                  <a:lnTo>
                    <a:pt x="8132" y="5326"/>
                  </a:lnTo>
                  <a:lnTo>
                    <a:pt x="8132" y="5086"/>
                  </a:lnTo>
                  <a:lnTo>
                    <a:pt x="8132" y="4857"/>
                  </a:lnTo>
                  <a:lnTo>
                    <a:pt x="8113" y="4636"/>
                  </a:lnTo>
                  <a:lnTo>
                    <a:pt x="8084" y="4406"/>
                  </a:lnTo>
                  <a:lnTo>
                    <a:pt x="8046" y="4186"/>
                  </a:lnTo>
                  <a:lnTo>
                    <a:pt x="7998" y="3975"/>
                  </a:lnTo>
                  <a:lnTo>
                    <a:pt x="7941" y="3755"/>
                  </a:lnTo>
                  <a:lnTo>
                    <a:pt x="7874" y="3554"/>
                  </a:lnTo>
                  <a:lnTo>
                    <a:pt x="7797" y="3343"/>
                  </a:lnTo>
                  <a:lnTo>
                    <a:pt x="7711" y="3142"/>
                  </a:lnTo>
                  <a:lnTo>
                    <a:pt x="7615" y="2950"/>
                  </a:lnTo>
                  <a:lnTo>
                    <a:pt x="7500" y="2759"/>
                  </a:lnTo>
                  <a:lnTo>
                    <a:pt x="7385" y="2577"/>
                  </a:lnTo>
                  <a:lnTo>
                    <a:pt x="7251" y="2395"/>
                  </a:lnTo>
                  <a:lnTo>
                    <a:pt x="7107" y="2223"/>
                  </a:lnTo>
                  <a:lnTo>
                    <a:pt x="6954" y="2060"/>
                  </a:lnTo>
                  <a:lnTo>
                    <a:pt x="6791" y="1897"/>
                  </a:lnTo>
                  <a:lnTo>
                    <a:pt x="6619" y="1744"/>
                  </a:lnTo>
                  <a:lnTo>
                    <a:pt x="6437" y="1600"/>
                  </a:lnTo>
                  <a:lnTo>
                    <a:pt x="6236" y="1456"/>
                  </a:lnTo>
                  <a:lnTo>
                    <a:pt x="6035" y="1322"/>
                  </a:lnTo>
                  <a:lnTo>
                    <a:pt x="5814" y="1198"/>
                  </a:lnTo>
                  <a:lnTo>
                    <a:pt x="5585" y="1083"/>
                  </a:lnTo>
                  <a:lnTo>
                    <a:pt x="5087" y="853"/>
                  </a:lnTo>
                  <a:lnTo>
                    <a:pt x="4588" y="642"/>
                  </a:lnTo>
                  <a:lnTo>
                    <a:pt x="4081" y="451"/>
                  </a:lnTo>
                  <a:lnTo>
                    <a:pt x="3832" y="374"/>
                  </a:lnTo>
                  <a:lnTo>
                    <a:pt x="3583" y="297"/>
                  </a:lnTo>
                  <a:lnTo>
                    <a:pt x="3334" y="221"/>
                  </a:lnTo>
                  <a:lnTo>
                    <a:pt x="3094" y="163"/>
                  </a:lnTo>
                  <a:lnTo>
                    <a:pt x="2855" y="106"/>
                  </a:lnTo>
                  <a:lnTo>
                    <a:pt x="2615" y="67"/>
                  </a:lnTo>
                  <a:lnTo>
                    <a:pt x="2385" y="29"/>
                  </a:lnTo>
                  <a:lnTo>
                    <a:pt x="2165" y="10"/>
                  </a:lnTo>
                  <a:lnTo>
                    <a:pt x="194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3144827" y="1846022"/>
              <a:ext cx="22114" cy="45360"/>
            </a:xfrm>
            <a:custGeom>
              <a:avLst/>
              <a:gdLst/>
              <a:ahLst/>
              <a:cxnLst/>
              <a:rect l="l" t="t" r="r" b="b"/>
              <a:pathLst>
                <a:path w="547" h="1122" extrusionOk="0">
                  <a:moveTo>
                    <a:pt x="269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1" y="556"/>
                  </a:lnTo>
                  <a:lnTo>
                    <a:pt x="1" y="661"/>
                  </a:lnTo>
                  <a:lnTo>
                    <a:pt x="20" y="776"/>
                  </a:lnTo>
                  <a:lnTo>
                    <a:pt x="39" y="872"/>
                  </a:lnTo>
                  <a:lnTo>
                    <a:pt x="68" y="949"/>
                  </a:lnTo>
                  <a:lnTo>
                    <a:pt x="106" y="1025"/>
                  </a:lnTo>
                  <a:lnTo>
                    <a:pt x="154" y="1073"/>
                  </a:lnTo>
                  <a:lnTo>
                    <a:pt x="202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5" y="1083"/>
                  </a:lnTo>
                  <a:lnTo>
                    <a:pt x="412" y="1035"/>
                  </a:lnTo>
                  <a:lnTo>
                    <a:pt x="451" y="968"/>
                  </a:lnTo>
                  <a:lnTo>
                    <a:pt x="489" y="882"/>
                  </a:lnTo>
                  <a:lnTo>
                    <a:pt x="518" y="796"/>
                  </a:lnTo>
                  <a:lnTo>
                    <a:pt x="537" y="690"/>
                  </a:lnTo>
                  <a:lnTo>
                    <a:pt x="546" y="575"/>
                  </a:lnTo>
                  <a:lnTo>
                    <a:pt x="546" y="460"/>
                  </a:lnTo>
                  <a:lnTo>
                    <a:pt x="537" y="355"/>
                  </a:lnTo>
                  <a:lnTo>
                    <a:pt x="518" y="259"/>
                  </a:lnTo>
                  <a:lnTo>
                    <a:pt x="489" y="173"/>
                  </a:lnTo>
                  <a:lnTo>
                    <a:pt x="451" y="106"/>
                  </a:lnTo>
                  <a:lnTo>
                    <a:pt x="403" y="48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3252484" y="1852208"/>
              <a:ext cx="22114" cy="45360"/>
            </a:xfrm>
            <a:custGeom>
              <a:avLst/>
              <a:gdLst/>
              <a:ahLst/>
              <a:cxnLst/>
              <a:rect l="l" t="t" r="r" b="b"/>
              <a:pathLst>
                <a:path w="547" h="1122" extrusionOk="0">
                  <a:moveTo>
                    <a:pt x="268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0" y="556"/>
                  </a:lnTo>
                  <a:lnTo>
                    <a:pt x="0" y="662"/>
                  </a:lnTo>
                  <a:lnTo>
                    <a:pt x="19" y="767"/>
                  </a:lnTo>
                  <a:lnTo>
                    <a:pt x="39" y="872"/>
                  </a:lnTo>
                  <a:lnTo>
                    <a:pt x="67" y="949"/>
                  </a:lnTo>
                  <a:lnTo>
                    <a:pt x="106" y="1026"/>
                  </a:lnTo>
                  <a:lnTo>
                    <a:pt x="154" y="1074"/>
                  </a:lnTo>
                  <a:lnTo>
                    <a:pt x="201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4" y="1083"/>
                  </a:lnTo>
                  <a:lnTo>
                    <a:pt x="412" y="1035"/>
                  </a:lnTo>
                  <a:lnTo>
                    <a:pt x="450" y="968"/>
                  </a:lnTo>
                  <a:lnTo>
                    <a:pt x="489" y="882"/>
                  </a:lnTo>
                  <a:lnTo>
                    <a:pt x="517" y="786"/>
                  </a:lnTo>
                  <a:lnTo>
                    <a:pt x="537" y="690"/>
                  </a:lnTo>
                  <a:lnTo>
                    <a:pt x="546" y="576"/>
                  </a:lnTo>
                  <a:lnTo>
                    <a:pt x="546" y="461"/>
                  </a:lnTo>
                  <a:lnTo>
                    <a:pt x="537" y="355"/>
                  </a:lnTo>
                  <a:lnTo>
                    <a:pt x="517" y="259"/>
                  </a:lnTo>
                  <a:lnTo>
                    <a:pt x="489" y="173"/>
                  </a:lnTo>
                  <a:lnTo>
                    <a:pt x="450" y="106"/>
                  </a:lnTo>
                  <a:lnTo>
                    <a:pt x="403" y="49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3173085" y="1864619"/>
              <a:ext cx="38366" cy="102645"/>
            </a:xfrm>
            <a:custGeom>
              <a:avLst/>
              <a:gdLst/>
              <a:ahLst/>
              <a:cxnLst/>
              <a:rect l="l" t="t" r="r" b="b"/>
              <a:pathLst>
                <a:path w="949" h="2539" extrusionOk="0">
                  <a:moveTo>
                    <a:pt x="690" y="0"/>
                  </a:moveTo>
                  <a:lnTo>
                    <a:pt x="595" y="240"/>
                  </a:lnTo>
                  <a:lnTo>
                    <a:pt x="374" y="786"/>
                  </a:lnTo>
                  <a:lnTo>
                    <a:pt x="250" y="1111"/>
                  </a:lnTo>
                  <a:lnTo>
                    <a:pt x="144" y="1418"/>
                  </a:lnTo>
                  <a:lnTo>
                    <a:pt x="58" y="1696"/>
                  </a:lnTo>
                  <a:lnTo>
                    <a:pt x="29" y="1811"/>
                  </a:lnTo>
                  <a:lnTo>
                    <a:pt x="10" y="1897"/>
                  </a:lnTo>
                  <a:lnTo>
                    <a:pt x="1" y="1983"/>
                  </a:lnTo>
                  <a:lnTo>
                    <a:pt x="1" y="2050"/>
                  </a:lnTo>
                  <a:lnTo>
                    <a:pt x="10" y="2117"/>
                  </a:lnTo>
                  <a:lnTo>
                    <a:pt x="29" y="2184"/>
                  </a:lnTo>
                  <a:lnTo>
                    <a:pt x="58" y="2242"/>
                  </a:lnTo>
                  <a:lnTo>
                    <a:pt x="97" y="2290"/>
                  </a:lnTo>
                  <a:lnTo>
                    <a:pt x="135" y="2337"/>
                  </a:lnTo>
                  <a:lnTo>
                    <a:pt x="173" y="2376"/>
                  </a:lnTo>
                  <a:lnTo>
                    <a:pt x="221" y="2414"/>
                  </a:lnTo>
                  <a:lnTo>
                    <a:pt x="269" y="2443"/>
                  </a:lnTo>
                  <a:lnTo>
                    <a:pt x="374" y="2491"/>
                  </a:lnTo>
                  <a:lnTo>
                    <a:pt x="480" y="2529"/>
                  </a:lnTo>
                  <a:lnTo>
                    <a:pt x="575" y="2539"/>
                  </a:lnTo>
                  <a:lnTo>
                    <a:pt x="652" y="2529"/>
                  </a:lnTo>
                  <a:lnTo>
                    <a:pt x="729" y="2510"/>
                  </a:lnTo>
                  <a:lnTo>
                    <a:pt x="796" y="2472"/>
                  </a:lnTo>
                  <a:lnTo>
                    <a:pt x="853" y="2424"/>
                  </a:lnTo>
                  <a:lnTo>
                    <a:pt x="901" y="2366"/>
                  </a:lnTo>
                  <a:lnTo>
                    <a:pt x="930" y="2299"/>
                  </a:lnTo>
                  <a:lnTo>
                    <a:pt x="949" y="2222"/>
                  </a:lnTo>
                  <a:lnTo>
                    <a:pt x="949" y="2146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3239709" y="1819705"/>
              <a:ext cx="50737" cy="27531"/>
            </a:xfrm>
            <a:custGeom>
              <a:avLst/>
              <a:gdLst/>
              <a:ahLst/>
              <a:cxnLst/>
              <a:rect l="l" t="t" r="r" b="b"/>
              <a:pathLst>
                <a:path w="1255" h="681" extrusionOk="0">
                  <a:moveTo>
                    <a:pt x="470" y="0"/>
                  </a:moveTo>
                  <a:lnTo>
                    <a:pt x="364" y="10"/>
                  </a:lnTo>
                  <a:lnTo>
                    <a:pt x="259" y="29"/>
                  </a:lnTo>
                  <a:lnTo>
                    <a:pt x="163" y="58"/>
                  </a:lnTo>
                  <a:lnTo>
                    <a:pt x="115" y="77"/>
                  </a:lnTo>
                  <a:lnTo>
                    <a:pt x="67" y="96"/>
                  </a:lnTo>
                  <a:lnTo>
                    <a:pt x="29" y="134"/>
                  </a:lnTo>
                  <a:lnTo>
                    <a:pt x="0" y="182"/>
                  </a:lnTo>
                  <a:lnTo>
                    <a:pt x="86" y="192"/>
                  </a:lnTo>
                  <a:lnTo>
                    <a:pt x="173" y="211"/>
                  </a:lnTo>
                  <a:lnTo>
                    <a:pt x="345" y="259"/>
                  </a:lnTo>
                  <a:lnTo>
                    <a:pt x="498" y="316"/>
                  </a:lnTo>
                  <a:lnTo>
                    <a:pt x="642" y="374"/>
                  </a:lnTo>
                  <a:lnTo>
                    <a:pt x="786" y="431"/>
                  </a:lnTo>
                  <a:lnTo>
                    <a:pt x="939" y="508"/>
                  </a:lnTo>
                  <a:lnTo>
                    <a:pt x="1092" y="585"/>
                  </a:lnTo>
                  <a:lnTo>
                    <a:pt x="1255" y="680"/>
                  </a:lnTo>
                  <a:lnTo>
                    <a:pt x="1236" y="585"/>
                  </a:lnTo>
                  <a:lnTo>
                    <a:pt x="1207" y="489"/>
                  </a:lnTo>
                  <a:lnTo>
                    <a:pt x="1159" y="393"/>
                  </a:lnTo>
                  <a:lnTo>
                    <a:pt x="1102" y="316"/>
                  </a:lnTo>
                  <a:lnTo>
                    <a:pt x="1025" y="240"/>
                  </a:lnTo>
                  <a:lnTo>
                    <a:pt x="948" y="173"/>
                  </a:lnTo>
                  <a:lnTo>
                    <a:pt x="862" y="115"/>
                  </a:lnTo>
                  <a:lnTo>
                    <a:pt x="766" y="67"/>
                  </a:lnTo>
                  <a:lnTo>
                    <a:pt x="671" y="39"/>
                  </a:lnTo>
                  <a:lnTo>
                    <a:pt x="565" y="10"/>
                  </a:lnTo>
                  <a:lnTo>
                    <a:pt x="4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3129343" y="1813519"/>
              <a:ext cx="53486" cy="24822"/>
            </a:xfrm>
            <a:custGeom>
              <a:avLst/>
              <a:gdLst/>
              <a:ahLst/>
              <a:cxnLst/>
              <a:rect l="l" t="t" r="r" b="b"/>
              <a:pathLst>
                <a:path w="1323" h="614" extrusionOk="0">
                  <a:moveTo>
                    <a:pt x="748" y="0"/>
                  </a:moveTo>
                  <a:lnTo>
                    <a:pt x="652" y="10"/>
                  </a:lnTo>
                  <a:lnTo>
                    <a:pt x="546" y="29"/>
                  </a:lnTo>
                  <a:lnTo>
                    <a:pt x="441" y="58"/>
                  </a:lnTo>
                  <a:lnTo>
                    <a:pt x="345" y="105"/>
                  </a:lnTo>
                  <a:lnTo>
                    <a:pt x="259" y="172"/>
                  </a:lnTo>
                  <a:lnTo>
                    <a:pt x="173" y="239"/>
                  </a:lnTo>
                  <a:lnTo>
                    <a:pt x="106" y="326"/>
                  </a:lnTo>
                  <a:lnTo>
                    <a:pt x="48" y="412"/>
                  </a:lnTo>
                  <a:lnTo>
                    <a:pt x="10" y="508"/>
                  </a:lnTo>
                  <a:lnTo>
                    <a:pt x="0" y="613"/>
                  </a:lnTo>
                  <a:lnTo>
                    <a:pt x="163" y="517"/>
                  </a:lnTo>
                  <a:lnTo>
                    <a:pt x="240" y="479"/>
                  </a:lnTo>
                  <a:lnTo>
                    <a:pt x="326" y="441"/>
                  </a:lnTo>
                  <a:lnTo>
                    <a:pt x="470" y="393"/>
                  </a:lnTo>
                  <a:lnTo>
                    <a:pt x="546" y="364"/>
                  </a:lnTo>
                  <a:lnTo>
                    <a:pt x="623" y="345"/>
                  </a:lnTo>
                  <a:lnTo>
                    <a:pt x="786" y="307"/>
                  </a:lnTo>
                  <a:lnTo>
                    <a:pt x="949" y="268"/>
                  </a:lnTo>
                  <a:lnTo>
                    <a:pt x="1131" y="239"/>
                  </a:lnTo>
                  <a:lnTo>
                    <a:pt x="1322" y="192"/>
                  </a:lnTo>
                  <a:lnTo>
                    <a:pt x="1236" y="134"/>
                  </a:lnTo>
                  <a:lnTo>
                    <a:pt x="1150" y="86"/>
                  </a:lnTo>
                  <a:lnTo>
                    <a:pt x="1054" y="48"/>
                  </a:lnTo>
                  <a:lnTo>
                    <a:pt x="958" y="19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3172317" y="1990832"/>
              <a:ext cx="74791" cy="39174"/>
            </a:xfrm>
            <a:custGeom>
              <a:avLst/>
              <a:gdLst/>
              <a:ahLst/>
              <a:cxnLst/>
              <a:rect l="l" t="t" r="r" b="b"/>
              <a:pathLst>
                <a:path w="1850" h="969" extrusionOk="0">
                  <a:moveTo>
                    <a:pt x="1" y="1"/>
                  </a:moveTo>
                  <a:lnTo>
                    <a:pt x="1" y="97"/>
                  </a:lnTo>
                  <a:lnTo>
                    <a:pt x="10" y="192"/>
                  </a:lnTo>
                  <a:lnTo>
                    <a:pt x="29" y="279"/>
                  </a:lnTo>
                  <a:lnTo>
                    <a:pt x="58" y="365"/>
                  </a:lnTo>
                  <a:lnTo>
                    <a:pt x="87" y="451"/>
                  </a:lnTo>
                  <a:lnTo>
                    <a:pt x="135" y="528"/>
                  </a:lnTo>
                  <a:lnTo>
                    <a:pt x="183" y="604"/>
                  </a:lnTo>
                  <a:lnTo>
                    <a:pt x="240" y="671"/>
                  </a:lnTo>
                  <a:lnTo>
                    <a:pt x="307" y="729"/>
                  </a:lnTo>
                  <a:lnTo>
                    <a:pt x="374" y="786"/>
                  </a:lnTo>
                  <a:lnTo>
                    <a:pt x="451" y="834"/>
                  </a:lnTo>
                  <a:lnTo>
                    <a:pt x="527" y="882"/>
                  </a:lnTo>
                  <a:lnTo>
                    <a:pt x="614" y="911"/>
                  </a:lnTo>
                  <a:lnTo>
                    <a:pt x="700" y="939"/>
                  </a:lnTo>
                  <a:lnTo>
                    <a:pt x="786" y="959"/>
                  </a:lnTo>
                  <a:lnTo>
                    <a:pt x="882" y="968"/>
                  </a:lnTo>
                  <a:lnTo>
                    <a:pt x="978" y="968"/>
                  </a:lnTo>
                  <a:lnTo>
                    <a:pt x="1073" y="959"/>
                  </a:lnTo>
                  <a:lnTo>
                    <a:pt x="1160" y="939"/>
                  </a:lnTo>
                  <a:lnTo>
                    <a:pt x="1246" y="911"/>
                  </a:lnTo>
                  <a:lnTo>
                    <a:pt x="1332" y="872"/>
                  </a:lnTo>
                  <a:lnTo>
                    <a:pt x="1409" y="834"/>
                  </a:lnTo>
                  <a:lnTo>
                    <a:pt x="1476" y="777"/>
                  </a:lnTo>
                  <a:lnTo>
                    <a:pt x="1552" y="729"/>
                  </a:lnTo>
                  <a:lnTo>
                    <a:pt x="1610" y="662"/>
                  </a:lnTo>
                  <a:lnTo>
                    <a:pt x="1667" y="595"/>
                  </a:lnTo>
                  <a:lnTo>
                    <a:pt x="1715" y="518"/>
                  </a:lnTo>
                  <a:lnTo>
                    <a:pt x="1763" y="441"/>
                  </a:lnTo>
                  <a:lnTo>
                    <a:pt x="1792" y="355"/>
                  </a:lnTo>
                  <a:lnTo>
                    <a:pt x="1820" y="269"/>
                  </a:lnTo>
                  <a:lnTo>
                    <a:pt x="1840" y="173"/>
                  </a:lnTo>
                  <a:lnTo>
                    <a:pt x="1849" y="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9F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2936102" y="1485900"/>
              <a:ext cx="533643" cy="434151"/>
            </a:xfrm>
            <a:custGeom>
              <a:avLst/>
              <a:gdLst/>
              <a:ahLst/>
              <a:cxnLst/>
              <a:rect l="l" t="t" r="r" b="b"/>
              <a:pathLst>
                <a:path w="13200" h="10739" extrusionOk="0">
                  <a:moveTo>
                    <a:pt x="4752" y="1"/>
                  </a:moveTo>
                  <a:lnTo>
                    <a:pt x="4531" y="20"/>
                  </a:lnTo>
                  <a:lnTo>
                    <a:pt x="4311" y="49"/>
                  </a:lnTo>
                  <a:lnTo>
                    <a:pt x="4091" y="87"/>
                  </a:lnTo>
                  <a:lnTo>
                    <a:pt x="3880" y="145"/>
                  </a:lnTo>
                  <a:lnTo>
                    <a:pt x="3660" y="202"/>
                  </a:lnTo>
                  <a:lnTo>
                    <a:pt x="3449" y="279"/>
                  </a:lnTo>
                  <a:lnTo>
                    <a:pt x="3238" y="365"/>
                  </a:lnTo>
                  <a:lnTo>
                    <a:pt x="3028" y="451"/>
                  </a:lnTo>
                  <a:lnTo>
                    <a:pt x="2826" y="566"/>
                  </a:lnTo>
                  <a:lnTo>
                    <a:pt x="2625" y="681"/>
                  </a:lnTo>
                  <a:lnTo>
                    <a:pt x="2424" y="806"/>
                  </a:lnTo>
                  <a:lnTo>
                    <a:pt x="2223" y="949"/>
                  </a:lnTo>
                  <a:lnTo>
                    <a:pt x="2032" y="1102"/>
                  </a:lnTo>
                  <a:lnTo>
                    <a:pt x="1840" y="1265"/>
                  </a:lnTo>
                  <a:lnTo>
                    <a:pt x="1658" y="1438"/>
                  </a:lnTo>
                  <a:lnTo>
                    <a:pt x="1476" y="1629"/>
                  </a:lnTo>
                  <a:lnTo>
                    <a:pt x="1304" y="1821"/>
                  </a:lnTo>
                  <a:lnTo>
                    <a:pt x="1131" y="2032"/>
                  </a:lnTo>
                  <a:lnTo>
                    <a:pt x="968" y="2252"/>
                  </a:lnTo>
                  <a:lnTo>
                    <a:pt x="806" y="2482"/>
                  </a:lnTo>
                  <a:lnTo>
                    <a:pt x="643" y="2721"/>
                  </a:lnTo>
                  <a:lnTo>
                    <a:pt x="528" y="2922"/>
                  </a:lnTo>
                  <a:lnTo>
                    <a:pt x="432" y="3114"/>
                  </a:lnTo>
                  <a:lnTo>
                    <a:pt x="336" y="3296"/>
                  </a:lnTo>
                  <a:lnTo>
                    <a:pt x="260" y="3487"/>
                  </a:lnTo>
                  <a:lnTo>
                    <a:pt x="193" y="3660"/>
                  </a:lnTo>
                  <a:lnTo>
                    <a:pt x="135" y="3842"/>
                  </a:lnTo>
                  <a:lnTo>
                    <a:pt x="97" y="4014"/>
                  </a:lnTo>
                  <a:lnTo>
                    <a:pt x="58" y="4177"/>
                  </a:lnTo>
                  <a:lnTo>
                    <a:pt x="30" y="4340"/>
                  </a:lnTo>
                  <a:lnTo>
                    <a:pt x="11" y="4503"/>
                  </a:lnTo>
                  <a:lnTo>
                    <a:pt x="1" y="4656"/>
                  </a:lnTo>
                  <a:lnTo>
                    <a:pt x="1" y="4809"/>
                  </a:lnTo>
                  <a:lnTo>
                    <a:pt x="1" y="4953"/>
                  </a:lnTo>
                  <a:lnTo>
                    <a:pt x="20" y="5087"/>
                  </a:lnTo>
                  <a:lnTo>
                    <a:pt x="30" y="5221"/>
                  </a:lnTo>
                  <a:lnTo>
                    <a:pt x="49" y="5355"/>
                  </a:lnTo>
                  <a:lnTo>
                    <a:pt x="106" y="5595"/>
                  </a:lnTo>
                  <a:lnTo>
                    <a:pt x="173" y="5815"/>
                  </a:lnTo>
                  <a:lnTo>
                    <a:pt x="250" y="6006"/>
                  </a:lnTo>
                  <a:lnTo>
                    <a:pt x="327" y="6179"/>
                  </a:lnTo>
                  <a:lnTo>
                    <a:pt x="403" y="6323"/>
                  </a:lnTo>
                  <a:lnTo>
                    <a:pt x="470" y="6437"/>
                  </a:lnTo>
                  <a:lnTo>
                    <a:pt x="576" y="6591"/>
                  </a:lnTo>
                  <a:lnTo>
                    <a:pt x="786" y="6840"/>
                  </a:lnTo>
                  <a:lnTo>
                    <a:pt x="1007" y="7070"/>
                  </a:lnTo>
                  <a:lnTo>
                    <a:pt x="1227" y="7271"/>
                  </a:lnTo>
                  <a:lnTo>
                    <a:pt x="1447" y="7453"/>
                  </a:lnTo>
                  <a:lnTo>
                    <a:pt x="1677" y="7616"/>
                  </a:lnTo>
                  <a:lnTo>
                    <a:pt x="1907" y="7750"/>
                  </a:lnTo>
                  <a:lnTo>
                    <a:pt x="2146" y="7874"/>
                  </a:lnTo>
                  <a:lnTo>
                    <a:pt x="2386" y="7970"/>
                  </a:lnTo>
                  <a:lnTo>
                    <a:pt x="2625" y="8056"/>
                  </a:lnTo>
                  <a:lnTo>
                    <a:pt x="2865" y="8123"/>
                  </a:lnTo>
                  <a:lnTo>
                    <a:pt x="3104" y="8171"/>
                  </a:lnTo>
                  <a:lnTo>
                    <a:pt x="3344" y="8200"/>
                  </a:lnTo>
                  <a:lnTo>
                    <a:pt x="3583" y="8229"/>
                  </a:lnTo>
                  <a:lnTo>
                    <a:pt x="4072" y="8229"/>
                  </a:lnTo>
                  <a:lnTo>
                    <a:pt x="4311" y="8209"/>
                  </a:lnTo>
                  <a:lnTo>
                    <a:pt x="4551" y="8190"/>
                  </a:lnTo>
                  <a:lnTo>
                    <a:pt x="4790" y="8152"/>
                  </a:lnTo>
                  <a:lnTo>
                    <a:pt x="5029" y="8114"/>
                  </a:lnTo>
                  <a:lnTo>
                    <a:pt x="5269" y="8066"/>
                  </a:lnTo>
                  <a:lnTo>
                    <a:pt x="5499" y="8008"/>
                  </a:lnTo>
                  <a:lnTo>
                    <a:pt x="5729" y="7941"/>
                  </a:lnTo>
                  <a:lnTo>
                    <a:pt x="6179" y="7817"/>
                  </a:lnTo>
                  <a:lnTo>
                    <a:pt x="6610" y="7673"/>
                  </a:lnTo>
                  <a:lnTo>
                    <a:pt x="7022" y="7539"/>
                  </a:lnTo>
                  <a:lnTo>
                    <a:pt x="7414" y="7405"/>
                  </a:lnTo>
                  <a:lnTo>
                    <a:pt x="7788" y="7290"/>
                  </a:lnTo>
                  <a:lnTo>
                    <a:pt x="7970" y="7252"/>
                  </a:lnTo>
                  <a:lnTo>
                    <a:pt x="8152" y="7223"/>
                  </a:lnTo>
                  <a:lnTo>
                    <a:pt x="8334" y="7213"/>
                  </a:lnTo>
                  <a:lnTo>
                    <a:pt x="8525" y="7213"/>
                  </a:lnTo>
                  <a:lnTo>
                    <a:pt x="8717" y="7232"/>
                  </a:lnTo>
                  <a:lnTo>
                    <a:pt x="8899" y="7261"/>
                  </a:lnTo>
                  <a:lnTo>
                    <a:pt x="9081" y="7309"/>
                  </a:lnTo>
                  <a:lnTo>
                    <a:pt x="9263" y="7376"/>
                  </a:lnTo>
                  <a:lnTo>
                    <a:pt x="9435" y="7453"/>
                  </a:lnTo>
                  <a:lnTo>
                    <a:pt x="9598" y="7539"/>
                  </a:lnTo>
                  <a:lnTo>
                    <a:pt x="9751" y="7644"/>
                  </a:lnTo>
                  <a:lnTo>
                    <a:pt x="9895" y="7759"/>
                  </a:lnTo>
                  <a:lnTo>
                    <a:pt x="10020" y="7884"/>
                  </a:lnTo>
                  <a:lnTo>
                    <a:pt x="10125" y="8027"/>
                  </a:lnTo>
                  <a:lnTo>
                    <a:pt x="10221" y="8181"/>
                  </a:lnTo>
                  <a:lnTo>
                    <a:pt x="10297" y="8343"/>
                  </a:lnTo>
                  <a:lnTo>
                    <a:pt x="10326" y="8449"/>
                  </a:lnTo>
                  <a:lnTo>
                    <a:pt x="10355" y="8573"/>
                  </a:lnTo>
                  <a:lnTo>
                    <a:pt x="10374" y="8727"/>
                  </a:lnTo>
                  <a:lnTo>
                    <a:pt x="10393" y="8899"/>
                  </a:lnTo>
                  <a:lnTo>
                    <a:pt x="10412" y="9273"/>
                  </a:lnTo>
                  <a:lnTo>
                    <a:pt x="10412" y="9665"/>
                  </a:lnTo>
                  <a:lnTo>
                    <a:pt x="10422" y="10345"/>
                  </a:lnTo>
                  <a:lnTo>
                    <a:pt x="10431" y="10566"/>
                  </a:lnTo>
                  <a:lnTo>
                    <a:pt x="10431" y="10633"/>
                  </a:lnTo>
                  <a:lnTo>
                    <a:pt x="10441" y="10661"/>
                  </a:lnTo>
                  <a:lnTo>
                    <a:pt x="10499" y="10690"/>
                  </a:lnTo>
                  <a:lnTo>
                    <a:pt x="10556" y="10719"/>
                  </a:lnTo>
                  <a:lnTo>
                    <a:pt x="10613" y="10738"/>
                  </a:lnTo>
                  <a:lnTo>
                    <a:pt x="10805" y="10738"/>
                  </a:lnTo>
                  <a:lnTo>
                    <a:pt x="10872" y="10719"/>
                  </a:lnTo>
                  <a:lnTo>
                    <a:pt x="10939" y="10700"/>
                  </a:lnTo>
                  <a:lnTo>
                    <a:pt x="11083" y="10642"/>
                  </a:lnTo>
                  <a:lnTo>
                    <a:pt x="11217" y="10556"/>
                  </a:lnTo>
                  <a:lnTo>
                    <a:pt x="11361" y="10460"/>
                  </a:lnTo>
                  <a:lnTo>
                    <a:pt x="11514" y="10345"/>
                  </a:lnTo>
                  <a:lnTo>
                    <a:pt x="11657" y="10211"/>
                  </a:lnTo>
                  <a:lnTo>
                    <a:pt x="11801" y="10077"/>
                  </a:lnTo>
                  <a:lnTo>
                    <a:pt x="12089" y="9790"/>
                  </a:lnTo>
                  <a:lnTo>
                    <a:pt x="12366" y="9512"/>
                  </a:lnTo>
                  <a:lnTo>
                    <a:pt x="12615" y="9253"/>
                  </a:lnTo>
                  <a:lnTo>
                    <a:pt x="12673" y="9244"/>
                  </a:lnTo>
                  <a:lnTo>
                    <a:pt x="12730" y="9234"/>
                  </a:lnTo>
                  <a:lnTo>
                    <a:pt x="12778" y="9206"/>
                  </a:lnTo>
                  <a:lnTo>
                    <a:pt x="12826" y="9167"/>
                  </a:lnTo>
                  <a:lnTo>
                    <a:pt x="12874" y="9119"/>
                  </a:lnTo>
                  <a:lnTo>
                    <a:pt x="12922" y="9071"/>
                  </a:lnTo>
                  <a:lnTo>
                    <a:pt x="12960" y="9004"/>
                  </a:lnTo>
                  <a:lnTo>
                    <a:pt x="12998" y="8937"/>
                  </a:lnTo>
                  <a:lnTo>
                    <a:pt x="13065" y="8784"/>
                  </a:lnTo>
                  <a:lnTo>
                    <a:pt x="13113" y="8602"/>
                  </a:lnTo>
                  <a:lnTo>
                    <a:pt x="13161" y="8411"/>
                  </a:lnTo>
                  <a:lnTo>
                    <a:pt x="13180" y="8190"/>
                  </a:lnTo>
                  <a:lnTo>
                    <a:pt x="13200" y="7970"/>
                  </a:lnTo>
                  <a:lnTo>
                    <a:pt x="13200" y="7730"/>
                  </a:lnTo>
                  <a:lnTo>
                    <a:pt x="13180" y="7501"/>
                  </a:lnTo>
                  <a:lnTo>
                    <a:pt x="13161" y="7261"/>
                  </a:lnTo>
                  <a:lnTo>
                    <a:pt x="13113" y="7022"/>
                  </a:lnTo>
                  <a:lnTo>
                    <a:pt x="13056" y="6792"/>
                  </a:lnTo>
                  <a:lnTo>
                    <a:pt x="12989" y="6572"/>
                  </a:lnTo>
                  <a:lnTo>
                    <a:pt x="12893" y="6370"/>
                  </a:lnTo>
                  <a:lnTo>
                    <a:pt x="12836" y="6246"/>
                  </a:lnTo>
                  <a:lnTo>
                    <a:pt x="12778" y="6102"/>
                  </a:lnTo>
                  <a:lnTo>
                    <a:pt x="12654" y="5767"/>
                  </a:lnTo>
                  <a:lnTo>
                    <a:pt x="12539" y="5393"/>
                  </a:lnTo>
                  <a:lnTo>
                    <a:pt x="12414" y="5020"/>
                  </a:lnTo>
                  <a:lnTo>
                    <a:pt x="12232" y="4378"/>
                  </a:lnTo>
                  <a:lnTo>
                    <a:pt x="12156" y="4091"/>
                  </a:lnTo>
                  <a:lnTo>
                    <a:pt x="12060" y="3890"/>
                  </a:lnTo>
                  <a:lnTo>
                    <a:pt x="11964" y="3708"/>
                  </a:lnTo>
                  <a:lnTo>
                    <a:pt x="11868" y="3526"/>
                  </a:lnTo>
                  <a:lnTo>
                    <a:pt x="11772" y="3363"/>
                  </a:lnTo>
                  <a:lnTo>
                    <a:pt x="11677" y="3210"/>
                  </a:lnTo>
                  <a:lnTo>
                    <a:pt x="11571" y="3066"/>
                  </a:lnTo>
                  <a:lnTo>
                    <a:pt x="11466" y="2932"/>
                  </a:lnTo>
                  <a:lnTo>
                    <a:pt x="11351" y="2798"/>
                  </a:lnTo>
                  <a:lnTo>
                    <a:pt x="11246" y="2683"/>
                  </a:lnTo>
                  <a:lnTo>
                    <a:pt x="11131" y="2568"/>
                  </a:lnTo>
                  <a:lnTo>
                    <a:pt x="11006" y="2463"/>
                  </a:lnTo>
                  <a:lnTo>
                    <a:pt x="10882" y="2357"/>
                  </a:lnTo>
                  <a:lnTo>
                    <a:pt x="10757" y="2261"/>
                  </a:lnTo>
                  <a:lnTo>
                    <a:pt x="10623" y="2175"/>
                  </a:lnTo>
                  <a:lnTo>
                    <a:pt x="10345" y="1993"/>
                  </a:lnTo>
                  <a:lnTo>
                    <a:pt x="10048" y="1830"/>
                  </a:lnTo>
                  <a:lnTo>
                    <a:pt x="9723" y="1677"/>
                  </a:lnTo>
                  <a:lnTo>
                    <a:pt x="9378" y="1514"/>
                  </a:lnTo>
                  <a:lnTo>
                    <a:pt x="9004" y="1351"/>
                  </a:lnTo>
                  <a:lnTo>
                    <a:pt x="8171" y="987"/>
                  </a:lnTo>
                  <a:lnTo>
                    <a:pt x="7711" y="777"/>
                  </a:lnTo>
                  <a:lnTo>
                    <a:pt x="7213" y="537"/>
                  </a:lnTo>
                  <a:lnTo>
                    <a:pt x="6993" y="432"/>
                  </a:lnTo>
                  <a:lnTo>
                    <a:pt x="6773" y="346"/>
                  </a:lnTo>
                  <a:lnTo>
                    <a:pt x="6543" y="260"/>
                  </a:lnTo>
                  <a:lnTo>
                    <a:pt x="6322" y="193"/>
                  </a:lnTo>
                  <a:lnTo>
                    <a:pt x="6093" y="135"/>
                  </a:lnTo>
                  <a:lnTo>
                    <a:pt x="5872" y="78"/>
                  </a:lnTo>
                  <a:lnTo>
                    <a:pt x="5652" y="49"/>
                  </a:lnTo>
                  <a:lnTo>
                    <a:pt x="5422" y="20"/>
                  </a:lnTo>
                  <a:lnTo>
                    <a:pt x="5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3362445" y="1835956"/>
              <a:ext cx="85989" cy="123951"/>
            </a:xfrm>
            <a:custGeom>
              <a:avLst/>
              <a:gdLst/>
              <a:ahLst/>
              <a:cxnLst/>
              <a:rect l="l" t="t" r="r" b="b"/>
              <a:pathLst>
                <a:path w="2127" h="3066" extrusionOk="0">
                  <a:moveTo>
                    <a:pt x="1361" y="1"/>
                  </a:moveTo>
                  <a:lnTo>
                    <a:pt x="1274" y="20"/>
                  </a:lnTo>
                  <a:lnTo>
                    <a:pt x="1188" y="48"/>
                  </a:lnTo>
                  <a:lnTo>
                    <a:pt x="1102" y="96"/>
                  </a:lnTo>
                  <a:lnTo>
                    <a:pt x="1025" y="154"/>
                  </a:lnTo>
                  <a:lnTo>
                    <a:pt x="949" y="230"/>
                  </a:lnTo>
                  <a:lnTo>
                    <a:pt x="882" y="317"/>
                  </a:lnTo>
                  <a:lnTo>
                    <a:pt x="815" y="412"/>
                  </a:lnTo>
                  <a:lnTo>
                    <a:pt x="748" y="518"/>
                  </a:lnTo>
                  <a:lnTo>
                    <a:pt x="680" y="633"/>
                  </a:lnTo>
                  <a:lnTo>
                    <a:pt x="623" y="767"/>
                  </a:lnTo>
                  <a:lnTo>
                    <a:pt x="508" y="1045"/>
                  </a:lnTo>
                  <a:lnTo>
                    <a:pt x="403" y="1342"/>
                  </a:lnTo>
                  <a:lnTo>
                    <a:pt x="297" y="1648"/>
                  </a:lnTo>
                  <a:lnTo>
                    <a:pt x="192" y="1935"/>
                  </a:lnTo>
                  <a:lnTo>
                    <a:pt x="106" y="2194"/>
                  </a:lnTo>
                  <a:lnTo>
                    <a:pt x="67" y="2318"/>
                  </a:lnTo>
                  <a:lnTo>
                    <a:pt x="39" y="2433"/>
                  </a:lnTo>
                  <a:lnTo>
                    <a:pt x="10" y="2539"/>
                  </a:lnTo>
                  <a:lnTo>
                    <a:pt x="0" y="2644"/>
                  </a:lnTo>
                  <a:lnTo>
                    <a:pt x="10" y="2730"/>
                  </a:lnTo>
                  <a:lnTo>
                    <a:pt x="20" y="2817"/>
                  </a:lnTo>
                  <a:lnTo>
                    <a:pt x="58" y="2884"/>
                  </a:lnTo>
                  <a:lnTo>
                    <a:pt x="106" y="2941"/>
                  </a:lnTo>
                  <a:lnTo>
                    <a:pt x="173" y="2989"/>
                  </a:lnTo>
                  <a:lnTo>
                    <a:pt x="259" y="3027"/>
                  </a:lnTo>
                  <a:lnTo>
                    <a:pt x="364" y="3056"/>
                  </a:lnTo>
                  <a:lnTo>
                    <a:pt x="470" y="3066"/>
                  </a:lnTo>
                  <a:lnTo>
                    <a:pt x="594" y="3056"/>
                  </a:lnTo>
                  <a:lnTo>
                    <a:pt x="719" y="3027"/>
                  </a:lnTo>
                  <a:lnTo>
                    <a:pt x="843" y="2989"/>
                  </a:lnTo>
                  <a:lnTo>
                    <a:pt x="977" y="2941"/>
                  </a:lnTo>
                  <a:lnTo>
                    <a:pt x="1102" y="2884"/>
                  </a:lnTo>
                  <a:lnTo>
                    <a:pt x="1236" y="2807"/>
                  </a:lnTo>
                  <a:lnTo>
                    <a:pt x="1361" y="2721"/>
                  </a:lnTo>
                  <a:lnTo>
                    <a:pt x="1475" y="2615"/>
                  </a:lnTo>
                  <a:lnTo>
                    <a:pt x="1590" y="2510"/>
                  </a:lnTo>
                  <a:lnTo>
                    <a:pt x="1696" y="2395"/>
                  </a:lnTo>
                  <a:lnTo>
                    <a:pt x="1801" y="2261"/>
                  </a:lnTo>
                  <a:lnTo>
                    <a:pt x="1878" y="2127"/>
                  </a:lnTo>
                  <a:lnTo>
                    <a:pt x="1954" y="1983"/>
                  </a:lnTo>
                  <a:lnTo>
                    <a:pt x="2012" y="1830"/>
                  </a:lnTo>
                  <a:lnTo>
                    <a:pt x="2060" y="1677"/>
                  </a:lnTo>
                  <a:lnTo>
                    <a:pt x="2088" y="1523"/>
                  </a:lnTo>
                  <a:lnTo>
                    <a:pt x="2117" y="1370"/>
                  </a:lnTo>
                  <a:lnTo>
                    <a:pt x="2127" y="1227"/>
                  </a:lnTo>
                  <a:lnTo>
                    <a:pt x="2127" y="1083"/>
                  </a:lnTo>
                  <a:lnTo>
                    <a:pt x="2117" y="939"/>
                  </a:lnTo>
                  <a:lnTo>
                    <a:pt x="2108" y="805"/>
                  </a:lnTo>
                  <a:lnTo>
                    <a:pt x="2079" y="681"/>
                  </a:lnTo>
                  <a:lnTo>
                    <a:pt x="2041" y="566"/>
                  </a:lnTo>
                  <a:lnTo>
                    <a:pt x="1993" y="451"/>
                  </a:lnTo>
                  <a:lnTo>
                    <a:pt x="1945" y="355"/>
                  </a:lnTo>
                  <a:lnTo>
                    <a:pt x="1878" y="269"/>
                  </a:lnTo>
                  <a:lnTo>
                    <a:pt x="1811" y="192"/>
                  </a:lnTo>
                  <a:lnTo>
                    <a:pt x="1734" y="125"/>
                  </a:lnTo>
                  <a:lnTo>
                    <a:pt x="1648" y="68"/>
                  </a:lnTo>
                  <a:lnTo>
                    <a:pt x="1552" y="29"/>
                  </a:lnTo>
                  <a:lnTo>
                    <a:pt x="1456" y="10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2094695" y="4153426"/>
              <a:ext cx="274220" cy="484079"/>
            </a:xfrm>
            <a:custGeom>
              <a:avLst/>
              <a:gdLst/>
              <a:ahLst/>
              <a:cxnLst/>
              <a:rect l="l" t="t" r="r" b="b"/>
              <a:pathLst>
                <a:path w="6783" h="11974" extrusionOk="0">
                  <a:moveTo>
                    <a:pt x="4167" y="1"/>
                  </a:moveTo>
                  <a:lnTo>
                    <a:pt x="3803" y="3726"/>
                  </a:lnTo>
                  <a:lnTo>
                    <a:pt x="3497" y="6763"/>
                  </a:lnTo>
                  <a:lnTo>
                    <a:pt x="3353" y="8094"/>
                  </a:lnTo>
                  <a:lnTo>
                    <a:pt x="3238" y="9119"/>
                  </a:lnTo>
                  <a:lnTo>
                    <a:pt x="3209" y="9263"/>
                  </a:lnTo>
                  <a:lnTo>
                    <a:pt x="3171" y="9397"/>
                  </a:lnTo>
                  <a:lnTo>
                    <a:pt x="3114" y="9521"/>
                  </a:lnTo>
                  <a:lnTo>
                    <a:pt x="3037" y="9646"/>
                  </a:lnTo>
                  <a:lnTo>
                    <a:pt x="2951" y="9761"/>
                  </a:lnTo>
                  <a:lnTo>
                    <a:pt x="2855" y="9856"/>
                  </a:lnTo>
                  <a:lnTo>
                    <a:pt x="2740" y="9943"/>
                  </a:lnTo>
                  <a:lnTo>
                    <a:pt x="2616" y="10019"/>
                  </a:lnTo>
                  <a:lnTo>
                    <a:pt x="1543" y="10594"/>
                  </a:lnTo>
                  <a:lnTo>
                    <a:pt x="202" y="11418"/>
                  </a:lnTo>
                  <a:lnTo>
                    <a:pt x="144" y="11456"/>
                  </a:lnTo>
                  <a:lnTo>
                    <a:pt x="87" y="11504"/>
                  </a:lnTo>
                  <a:lnTo>
                    <a:pt x="49" y="11552"/>
                  </a:lnTo>
                  <a:lnTo>
                    <a:pt x="29" y="11600"/>
                  </a:lnTo>
                  <a:lnTo>
                    <a:pt x="10" y="11648"/>
                  </a:lnTo>
                  <a:lnTo>
                    <a:pt x="1" y="11695"/>
                  </a:lnTo>
                  <a:lnTo>
                    <a:pt x="1" y="11743"/>
                  </a:lnTo>
                  <a:lnTo>
                    <a:pt x="10" y="11791"/>
                  </a:lnTo>
                  <a:lnTo>
                    <a:pt x="39" y="11830"/>
                  </a:lnTo>
                  <a:lnTo>
                    <a:pt x="68" y="11868"/>
                  </a:lnTo>
                  <a:lnTo>
                    <a:pt x="106" y="11897"/>
                  </a:lnTo>
                  <a:lnTo>
                    <a:pt x="154" y="11925"/>
                  </a:lnTo>
                  <a:lnTo>
                    <a:pt x="202" y="11944"/>
                  </a:lnTo>
                  <a:lnTo>
                    <a:pt x="269" y="11964"/>
                  </a:lnTo>
                  <a:lnTo>
                    <a:pt x="336" y="11973"/>
                  </a:lnTo>
                  <a:lnTo>
                    <a:pt x="413" y="11973"/>
                  </a:lnTo>
                  <a:lnTo>
                    <a:pt x="1074" y="11925"/>
                  </a:lnTo>
                  <a:lnTo>
                    <a:pt x="1715" y="11868"/>
                  </a:lnTo>
                  <a:lnTo>
                    <a:pt x="2098" y="11830"/>
                  </a:lnTo>
                  <a:lnTo>
                    <a:pt x="2491" y="11772"/>
                  </a:lnTo>
                  <a:lnTo>
                    <a:pt x="2874" y="11724"/>
                  </a:lnTo>
                  <a:lnTo>
                    <a:pt x="3238" y="11657"/>
                  </a:lnTo>
                  <a:lnTo>
                    <a:pt x="3363" y="11638"/>
                  </a:lnTo>
                  <a:lnTo>
                    <a:pt x="3478" y="11600"/>
                  </a:lnTo>
                  <a:lnTo>
                    <a:pt x="3593" y="11552"/>
                  </a:lnTo>
                  <a:lnTo>
                    <a:pt x="3698" y="11494"/>
                  </a:lnTo>
                  <a:lnTo>
                    <a:pt x="3803" y="11427"/>
                  </a:lnTo>
                  <a:lnTo>
                    <a:pt x="3889" y="11360"/>
                  </a:lnTo>
                  <a:lnTo>
                    <a:pt x="3985" y="11274"/>
                  </a:lnTo>
                  <a:lnTo>
                    <a:pt x="4062" y="11188"/>
                  </a:lnTo>
                  <a:lnTo>
                    <a:pt x="4129" y="11092"/>
                  </a:lnTo>
                  <a:lnTo>
                    <a:pt x="4196" y="10996"/>
                  </a:lnTo>
                  <a:lnTo>
                    <a:pt x="4253" y="10891"/>
                  </a:lnTo>
                  <a:lnTo>
                    <a:pt x="4301" y="10776"/>
                  </a:lnTo>
                  <a:lnTo>
                    <a:pt x="4340" y="10661"/>
                  </a:lnTo>
                  <a:lnTo>
                    <a:pt x="4359" y="10546"/>
                  </a:lnTo>
                  <a:lnTo>
                    <a:pt x="4378" y="10422"/>
                  </a:lnTo>
                  <a:lnTo>
                    <a:pt x="4388" y="10297"/>
                  </a:lnTo>
                  <a:lnTo>
                    <a:pt x="4445" y="9694"/>
                  </a:lnTo>
                  <a:lnTo>
                    <a:pt x="6782" y="269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2"/>
            <p:cNvSpPr/>
            <p:nvPr/>
          </p:nvSpPr>
          <p:spPr>
            <a:xfrm>
              <a:off x="2094695" y="4545284"/>
              <a:ext cx="179700" cy="92215"/>
            </a:xfrm>
            <a:custGeom>
              <a:avLst/>
              <a:gdLst/>
              <a:ahLst/>
              <a:cxnLst/>
              <a:rect l="l" t="t" r="r" b="b"/>
              <a:pathLst>
                <a:path w="4445" h="2281" extrusionOk="0">
                  <a:moveTo>
                    <a:pt x="4445" y="1"/>
                  </a:moveTo>
                  <a:lnTo>
                    <a:pt x="4416" y="58"/>
                  </a:lnTo>
                  <a:lnTo>
                    <a:pt x="4368" y="106"/>
                  </a:lnTo>
                  <a:lnTo>
                    <a:pt x="4273" y="211"/>
                  </a:lnTo>
                  <a:lnTo>
                    <a:pt x="4148" y="307"/>
                  </a:lnTo>
                  <a:lnTo>
                    <a:pt x="4004" y="403"/>
                  </a:lnTo>
                  <a:lnTo>
                    <a:pt x="3851" y="489"/>
                  </a:lnTo>
                  <a:lnTo>
                    <a:pt x="3679" y="566"/>
                  </a:lnTo>
                  <a:lnTo>
                    <a:pt x="3497" y="642"/>
                  </a:lnTo>
                  <a:lnTo>
                    <a:pt x="3315" y="709"/>
                  </a:lnTo>
                  <a:lnTo>
                    <a:pt x="3133" y="767"/>
                  </a:lnTo>
                  <a:lnTo>
                    <a:pt x="2941" y="815"/>
                  </a:lnTo>
                  <a:lnTo>
                    <a:pt x="2769" y="863"/>
                  </a:lnTo>
                  <a:lnTo>
                    <a:pt x="2587" y="891"/>
                  </a:lnTo>
                  <a:lnTo>
                    <a:pt x="2280" y="949"/>
                  </a:lnTo>
                  <a:lnTo>
                    <a:pt x="2146" y="958"/>
                  </a:lnTo>
                  <a:lnTo>
                    <a:pt x="1907" y="958"/>
                  </a:lnTo>
                  <a:lnTo>
                    <a:pt x="1782" y="949"/>
                  </a:lnTo>
                  <a:lnTo>
                    <a:pt x="1658" y="930"/>
                  </a:lnTo>
                  <a:lnTo>
                    <a:pt x="1543" y="901"/>
                  </a:lnTo>
                  <a:lnTo>
                    <a:pt x="202" y="1725"/>
                  </a:lnTo>
                  <a:lnTo>
                    <a:pt x="144" y="1763"/>
                  </a:lnTo>
                  <a:lnTo>
                    <a:pt x="87" y="1811"/>
                  </a:lnTo>
                  <a:lnTo>
                    <a:pt x="49" y="1859"/>
                  </a:lnTo>
                  <a:lnTo>
                    <a:pt x="29" y="1907"/>
                  </a:lnTo>
                  <a:lnTo>
                    <a:pt x="10" y="1955"/>
                  </a:lnTo>
                  <a:lnTo>
                    <a:pt x="1" y="2002"/>
                  </a:lnTo>
                  <a:lnTo>
                    <a:pt x="1" y="2050"/>
                  </a:lnTo>
                  <a:lnTo>
                    <a:pt x="10" y="2098"/>
                  </a:lnTo>
                  <a:lnTo>
                    <a:pt x="39" y="2137"/>
                  </a:lnTo>
                  <a:lnTo>
                    <a:pt x="68" y="2175"/>
                  </a:lnTo>
                  <a:lnTo>
                    <a:pt x="106" y="2204"/>
                  </a:lnTo>
                  <a:lnTo>
                    <a:pt x="154" y="2232"/>
                  </a:lnTo>
                  <a:lnTo>
                    <a:pt x="202" y="2251"/>
                  </a:lnTo>
                  <a:lnTo>
                    <a:pt x="269" y="2271"/>
                  </a:lnTo>
                  <a:lnTo>
                    <a:pt x="336" y="2280"/>
                  </a:lnTo>
                  <a:lnTo>
                    <a:pt x="413" y="2280"/>
                  </a:lnTo>
                  <a:lnTo>
                    <a:pt x="1074" y="2232"/>
                  </a:lnTo>
                  <a:lnTo>
                    <a:pt x="1715" y="2175"/>
                  </a:lnTo>
                  <a:lnTo>
                    <a:pt x="2098" y="2137"/>
                  </a:lnTo>
                  <a:lnTo>
                    <a:pt x="2491" y="2079"/>
                  </a:lnTo>
                  <a:lnTo>
                    <a:pt x="2874" y="2022"/>
                  </a:lnTo>
                  <a:lnTo>
                    <a:pt x="3238" y="1964"/>
                  </a:lnTo>
                  <a:lnTo>
                    <a:pt x="3363" y="1935"/>
                  </a:lnTo>
                  <a:lnTo>
                    <a:pt x="3478" y="1907"/>
                  </a:lnTo>
                  <a:lnTo>
                    <a:pt x="3593" y="1859"/>
                  </a:lnTo>
                  <a:lnTo>
                    <a:pt x="3698" y="1801"/>
                  </a:lnTo>
                  <a:lnTo>
                    <a:pt x="3803" y="1734"/>
                  </a:lnTo>
                  <a:lnTo>
                    <a:pt x="3889" y="1667"/>
                  </a:lnTo>
                  <a:lnTo>
                    <a:pt x="3985" y="1581"/>
                  </a:lnTo>
                  <a:lnTo>
                    <a:pt x="4062" y="1495"/>
                  </a:lnTo>
                  <a:lnTo>
                    <a:pt x="4129" y="1399"/>
                  </a:lnTo>
                  <a:lnTo>
                    <a:pt x="4196" y="1303"/>
                  </a:lnTo>
                  <a:lnTo>
                    <a:pt x="4253" y="1198"/>
                  </a:lnTo>
                  <a:lnTo>
                    <a:pt x="4301" y="1083"/>
                  </a:lnTo>
                  <a:lnTo>
                    <a:pt x="4340" y="968"/>
                  </a:lnTo>
                  <a:lnTo>
                    <a:pt x="4359" y="853"/>
                  </a:lnTo>
                  <a:lnTo>
                    <a:pt x="4378" y="729"/>
                  </a:lnTo>
                  <a:lnTo>
                    <a:pt x="4388" y="604"/>
                  </a:lnTo>
                  <a:lnTo>
                    <a:pt x="444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2538058" y="2129455"/>
              <a:ext cx="197933" cy="312909"/>
            </a:xfrm>
            <a:custGeom>
              <a:avLst/>
              <a:gdLst/>
              <a:ahLst/>
              <a:cxnLst/>
              <a:rect l="l" t="t" r="r" b="b"/>
              <a:pathLst>
                <a:path w="4896" h="7740" extrusionOk="0">
                  <a:moveTo>
                    <a:pt x="1" y="1"/>
                  </a:moveTo>
                  <a:lnTo>
                    <a:pt x="863" y="7184"/>
                  </a:lnTo>
                  <a:lnTo>
                    <a:pt x="891" y="7299"/>
                  </a:lnTo>
                  <a:lnTo>
                    <a:pt x="930" y="7405"/>
                  </a:lnTo>
                  <a:lnTo>
                    <a:pt x="997" y="7500"/>
                  </a:lnTo>
                  <a:lnTo>
                    <a:pt x="1073" y="7577"/>
                  </a:lnTo>
                  <a:lnTo>
                    <a:pt x="1160" y="7644"/>
                  </a:lnTo>
                  <a:lnTo>
                    <a:pt x="1255" y="7692"/>
                  </a:lnTo>
                  <a:lnTo>
                    <a:pt x="1370" y="7730"/>
                  </a:lnTo>
                  <a:lnTo>
                    <a:pt x="1485" y="7740"/>
                  </a:lnTo>
                  <a:lnTo>
                    <a:pt x="3506" y="7740"/>
                  </a:lnTo>
                  <a:lnTo>
                    <a:pt x="3621" y="7730"/>
                  </a:lnTo>
                  <a:lnTo>
                    <a:pt x="3736" y="7692"/>
                  </a:lnTo>
                  <a:lnTo>
                    <a:pt x="3832" y="7644"/>
                  </a:lnTo>
                  <a:lnTo>
                    <a:pt x="3918" y="7577"/>
                  </a:lnTo>
                  <a:lnTo>
                    <a:pt x="3995" y="7500"/>
                  </a:lnTo>
                  <a:lnTo>
                    <a:pt x="4062" y="7405"/>
                  </a:lnTo>
                  <a:lnTo>
                    <a:pt x="4100" y="7299"/>
                  </a:lnTo>
                  <a:lnTo>
                    <a:pt x="4129" y="7184"/>
                  </a:lnTo>
                  <a:lnTo>
                    <a:pt x="48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2"/>
            <p:cNvSpPr/>
            <p:nvPr/>
          </p:nvSpPr>
          <p:spPr>
            <a:xfrm>
              <a:off x="2690629" y="2229350"/>
              <a:ext cx="913864" cy="865108"/>
            </a:xfrm>
            <a:custGeom>
              <a:avLst/>
              <a:gdLst/>
              <a:ahLst/>
              <a:cxnLst/>
              <a:rect l="l" t="t" r="r" b="b"/>
              <a:pathLst>
                <a:path w="22605" h="21399" extrusionOk="0">
                  <a:moveTo>
                    <a:pt x="18237" y="1"/>
                  </a:moveTo>
                  <a:lnTo>
                    <a:pt x="18151" y="20"/>
                  </a:lnTo>
                  <a:lnTo>
                    <a:pt x="18055" y="39"/>
                  </a:lnTo>
                  <a:lnTo>
                    <a:pt x="17969" y="58"/>
                  </a:lnTo>
                  <a:lnTo>
                    <a:pt x="17883" y="97"/>
                  </a:lnTo>
                  <a:lnTo>
                    <a:pt x="17797" y="135"/>
                  </a:lnTo>
                  <a:lnTo>
                    <a:pt x="17710" y="183"/>
                  </a:lnTo>
                  <a:lnTo>
                    <a:pt x="17634" y="240"/>
                  </a:lnTo>
                  <a:lnTo>
                    <a:pt x="17557" y="298"/>
                  </a:lnTo>
                  <a:lnTo>
                    <a:pt x="17480" y="365"/>
                  </a:lnTo>
                  <a:lnTo>
                    <a:pt x="17404" y="442"/>
                  </a:lnTo>
                  <a:lnTo>
                    <a:pt x="17270" y="604"/>
                  </a:lnTo>
                  <a:lnTo>
                    <a:pt x="17136" y="796"/>
                  </a:lnTo>
                  <a:lnTo>
                    <a:pt x="17011" y="1007"/>
                  </a:lnTo>
                  <a:lnTo>
                    <a:pt x="16887" y="1237"/>
                  </a:lnTo>
                  <a:lnTo>
                    <a:pt x="16781" y="1486"/>
                  </a:lnTo>
                  <a:lnTo>
                    <a:pt x="16676" y="1763"/>
                  </a:lnTo>
                  <a:lnTo>
                    <a:pt x="16580" y="2051"/>
                  </a:lnTo>
                  <a:lnTo>
                    <a:pt x="16494" y="2357"/>
                  </a:lnTo>
                  <a:lnTo>
                    <a:pt x="16408" y="2683"/>
                  </a:lnTo>
                  <a:lnTo>
                    <a:pt x="16331" y="3018"/>
                  </a:lnTo>
                  <a:lnTo>
                    <a:pt x="16264" y="3372"/>
                  </a:lnTo>
                  <a:lnTo>
                    <a:pt x="16197" y="3736"/>
                  </a:lnTo>
                  <a:lnTo>
                    <a:pt x="16140" y="4120"/>
                  </a:lnTo>
                  <a:lnTo>
                    <a:pt x="16092" y="4503"/>
                  </a:lnTo>
                  <a:lnTo>
                    <a:pt x="16044" y="4905"/>
                  </a:lnTo>
                  <a:lnTo>
                    <a:pt x="15996" y="5307"/>
                  </a:lnTo>
                  <a:lnTo>
                    <a:pt x="15929" y="6150"/>
                  </a:lnTo>
                  <a:lnTo>
                    <a:pt x="15871" y="7003"/>
                  </a:lnTo>
                  <a:lnTo>
                    <a:pt x="15843" y="7874"/>
                  </a:lnTo>
                  <a:lnTo>
                    <a:pt x="15814" y="8755"/>
                  </a:lnTo>
                  <a:lnTo>
                    <a:pt x="15804" y="9627"/>
                  </a:lnTo>
                  <a:lnTo>
                    <a:pt x="15804" y="10489"/>
                  </a:lnTo>
                  <a:lnTo>
                    <a:pt x="15823" y="11332"/>
                  </a:lnTo>
                  <a:lnTo>
                    <a:pt x="15843" y="12146"/>
                  </a:lnTo>
                  <a:lnTo>
                    <a:pt x="15862" y="12912"/>
                  </a:lnTo>
                  <a:lnTo>
                    <a:pt x="15890" y="13650"/>
                  </a:lnTo>
                  <a:lnTo>
                    <a:pt x="15958" y="14933"/>
                  </a:lnTo>
                  <a:lnTo>
                    <a:pt x="16025" y="15939"/>
                  </a:lnTo>
                  <a:lnTo>
                    <a:pt x="16092" y="16830"/>
                  </a:lnTo>
                  <a:lnTo>
                    <a:pt x="15728" y="16878"/>
                  </a:lnTo>
                  <a:lnTo>
                    <a:pt x="14703" y="17021"/>
                  </a:lnTo>
                  <a:lnTo>
                    <a:pt x="13975" y="17117"/>
                  </a:lnTo>
                  <a:lnTo>
                    <a:pt x="13122" y="17222"/>
                  </a:lnTo>
                  <a:lnTo>
                    <a:pt x="12165" y="17328"/>
                  </a:lnTo>
                  <a:lnTo>
                    <a:pt x="11092" y="17443"/>
                  </a:lnTo>
                  <a:lnTo>
                    <a:pt x="9942" y="17558"/>
                  </a:lnTo>
                  <a:lnTo>
                    <a:pt x="8717" y="17663"/>
                  </a:lnTo>
                  <a:lnTo>
                    <a:pt x="7433" y="17759"/>
                  </a:lnTo>
                  <a:lnTo>
                    <a:pt x="6102" y="17845"/>
                  </a:lnTo>
                  <a:lnTo>
                    <a:pt x="4742" y="17912"/>
                  </a:lnTo>
                  <a:lnTo>
                    <a:pt x="4042" y="17941"/>
                  </a:lnTo>
                  <a:lnTo>
                    <a:pt x="3353" y="17960"/>
                  </a:lnTo>
                  <a:lnTo>
                    <a:pt x="2654" y="17969"/>
                  </a:lnTo>
                  <a:lnTo>
                    <a:pt x="1954" y="17979"/>
                  </a:lnTo>
                  <a:lnTo>
                    <a:pt x="1255" y="17979"/>
                  </a:lnTo>
                  <a:lnTo>
                    <a:pt x="566" y="17969"/>
                  </a:lnTo>
                  <a:lnTo>
                    <a:pt x="0" y="19023"/>
                  </a:lnTo>
                  <a:lnTo>
                    <a:pt x="613" y="19186"/>
                  </a:lnTo>
                  <a:lnTo>
                    <a:pt x="1332" y="19377"/>
                  </a:lnTo>
                  <a:lnTo>
                    <a:pt x="2280" y="19607"/>
                  </a:lnTo>
                  <a:lnTo>
                    <a:pt x="3429" y="19885"/>
                  </a:lnTo>
                  <a:lnTo>
                    <a:pt x="4071" y="20019"/>
                  </a:lnTo>
                  <a:lnTo>
                    <a:pt x="4742" y="20163"/>
                  </a:lnTo>
                  <a:lnTo>
                    <a:pt x="5450" y="20316"/>
                  </a:lnTo>
                  <a:lnTo>
                    <a:pt x="6188" y="20460"/>
                  </a:lnTo>
                  <a:lnTo>
                    <a:pt x="6954" y="20594"/>
                  </a:lnTo>
                  <a:lnTo>
                    <a:pt x="7730" y="20728"/>
                  </a:lnTo>
                  <a:lnTo>
                    <a:pt x="8535" y="20862"/>
                  </a:lnTo>
                  <a:lnTo>
                    <a:pt x="9339" y="20977"/>
                  </a:lnTo>
                  <a:lnTo>
                    <a:pt x="10163" y="21082"/>
                  </a:lnTo>
                  <a:lnTo>
                    <a:pt x="10987" y="21178"/>
                  </a:lnTo>
                  <a:lnTo>
                    <a:pt x="11810" y="21264"/>
                  </a:lnTo>
                  <a:lnTo>
                    <a:pt x="12634" y="21322"/>
                  </a:lnTo>
                  <a:lnTo>
                    <a:pt x="13439" y="21370"/>
                  </a:lnTo>
                  <a:lnTo>
                    <a:pt x="14243" y="21398"/>
                  </a:lnTo>
                  <a:lnTo>
                    <a:pt x="15019" y="21398"/>
                  </a:lnTo>
                  <a:lnTo>
                    <a:pt x="15402" y="21389"/>
                  </a:lnTo>
                  <a:lnTo>
                    <a:pt x="15785" y="21379"/>
                  </a:lnTo>
                  <a:lnTo>
                    <a:pt x="16159" y="21351"/>
                  </a:lnTo>
                  <a:lnTo>
                    <a:pt x="16523" y="21322"/>
                  </a:lnTo>
                  <a:lnTo>
                    <a:pt x="16877" y="21293"/>
                  </a:lnTo>
                  <a:lnTo>
                    <a:pt x="17231" y="21245"/>
                  </a:lnTo>
                  <a:lnTo>
                    <a:pt x="17576" y="21197"/>
                  </a:lnTo>
                  <a:lnTo>
                    <a:pt x="17911" y="21140"/>
                  </a:lnTo>
                  <a:lnTo>
                    <a:pt x="18228" y="21073"/>
                  </a:lnTo>
                  <a:lnTo>
                    <a:pt x="18544" y="21006"/>
                  </a:lnTo>
                  <a:lnTo>
                    <a:pt x="18850" y="20920"/>
                  </a:lnTo>
                  <a:lnTo>
                    <a:pt x="19147" y="20824"/>
                  </a:lnTo>
                  <a:lnTo>
                    <a:pt x="19425" y="20728"/>
                  </a:lnTo>
                  <a:lnTo>
                    <a:pt x="19693" y="20623"/>
                  </a:lnTo>
                  <a:lnTo>
                    <a:pt x="19846" y="20546"/>
                  </a:lnTo>
                  <a:lnTo>
                    <a:pt x="19980" y="20469"/>
                  </a:lnTo>
                  <a:lnTo>
                    <a:pt x="20114" y="20393"/>
                  </a:lnTo>
                  <a:lnTo>
                    <a:pt x="20249" y="20297"/>
                  </a:lnTo>
                  <a:lnTo>
                    <a:pt x="20363" y="20201"/>
                  </a:lnTo>
                  <a:lnTo>
                    <a:pt x="20478" y="20096"/>
                  </a:lnTo>
                  <a:lnTo>
                    <a:pt x="20593" y="19981"/>
                  </a:lnTo>
                  <a:lnTo>
                    <a:pt x="20699" y="19866"/>
                  </a:lnTo>
                  <a:lnTo>
                    <a:pt x="20794" y="19741"/>
                  </a:lnTo>
                  <a:lnTo>
                    <a:pt x="20881" y="19607"/>
                  </a:lnTo>
                  <a:lnTo>
                    <a:pt x="20967" y="19473"/>
                  </a:lnTo>
                  <a:lnTo>
                    <a:pt x="21044" y="19339"/>
                  </a:lnTo>
                  <a:lnTo>
                    <a:pt x="21111" y="19195"/>
                  </a:lnTo>
                  <a:lnTo>
                    <a:pt x="21168" y="19042"/>
                  </a:lnTo>
                  <a:lnTo>
                    <a:pt x="21216" y="18889"/>
                  </a:lnTo>
                  <a:lnTo>
                    <a:pt x="21264" y="18736"/>
                  </a:lnTo>
                  <a:lnTo>
                    <a:pt x="21446" y="18008"/>
                  </a:lnTo>
                  <a:lnTo>
                    <a:pt x="21637" y="17127"/>
                  </a:lnTo>
                  <a:lnTo>
                    <a:pt x="21743" y="16638"/>
                  </a:lnTo>
                  <a:lnTo>
                    <a:pt x="21848" y="16121"/>
                  </a:lnTo>
                  <a:lnTo>
                    <a:pt x="21953" y="15575"/>
                  </a:lnTo>
                  <a:lnTo>
                    <a:pt x="22049" y="15010"/>
                  </a:lnTo>
                  <a:lnTo>
                    <a:pt x="22155" y="14416"/>
                  </a:lnTo>
                  <a:lnTo>
                    <a:pt x="22241" y="13803"/>
                  </a:lnTo>
                  <a:lnTo>
                    <a:pt x="22327" y="13180"/>
                  </a:lnTo>
                  <a:lnTo>
                    <a:pt x="22404" y="12529"/>
                  </a:lnTo>
                  <a:lnTo>
                    <a:pt x="22471" y="11878"/>
                  </a:lnTo>
                  <a:lnTo>
                    <a:pt x="22519" y="11217"/>
                  </a:lnTo>
                  <a:lnTo>
                    <a:pt x="22566" y="10546"/>
                  </a:lnTo>
                  <a:lnTo>
                    <a:pt x="22595" y="9876"/>
                  </a:lnTo>
                  <a:lnTo>
                    <a:pt x="22605" y="9196"/>
                  </a:lnTo>
                  <a:lnTo>
                    <a:pt x="22595" y="8525"/>
                  </a:lnTo>
                  <a:lnTo>
                    <a:pt x="22566" y="7855"/>
                  </a:lnTo>
                  <a:lnTo>
                    <a:pt x="22519" y="7194"/>
                  </a:lnTo>
                  <a:lnTo>
                    <a:pt x="22490" y="6868"/>
                  </a:lnTo>
                  <a:lnTo>
                    <a:pt x="22451" y="6543"/>
                  </a:lnTo>
                  <a:lnTo>
                    <a:pt x="22413" y="6217"/>
                  </a:lnTo>
                  <a:lnTo>
                    <a:pt x="22365" y="5901"/>
                  </a:lnTo>
                  <a:lnTo>
                    <a:pt x="22308" y="5585"/>
                  </a:lnTo>
                  <a:lnTo>
                    <a:pt x="22241" y="5269"/>
                  </a:lnTo>
                  <a:lnTo>
                    <a:pt x="22174" y="4962"/>
                  </a:lnTo>
                  <a:lnTo>
                    <a:pt x="22097" y="4656"/>
                  </a:lnTo>
                  <a:lnTo>
                    <a:pt x="22020" y="4359"/>
                  </a:lnTo>
                  <a:lnTo>
                    <a:pt x="21925" y="4062"/>
                  </a:lnTo>
                  <a:lnTo>
                    <a:pt x="21829" y="3775"/>
                  </a:lnTo>
                  <a:lnTo>
                    <a:pt x="21724" y="3497"/>
                  </a:lnTo>
                  <a:lnTo>
                    <a:pt x="21609" y="3219"/>
                  </a:lnTo>
                  <a:lnTo>
                    <a:pt x="21494" y="2951"/>
                  </a:lnTo>
                  <a:lnTo>
                    <a:pt x="21360" y="2683"/>
                  </a:lnTo>
                  <a:lnTo>
                    <a:pt x="21225" y="2434"/>
                  </a:lnTo>
                  <a:lnTo>
                    <a:pt x="21082" y="2185"/>
                  </a:lnTo>
                  <a:lnTo>
                    <a:pt x="20929" y="1945"/>
                  </a:lnTo>
                  <a:lnTo>
                    <a:pt x="20756" y="1706"/>
                  </a:lnTo>
                  <a:lnTo>
                    <a:pt x="20584" y="1486"/>
                  </a:lnTo>
                  <a:lnTo>
                    <a:pt x="20402" y="1275"/>
                  </a:lnTo>
                  <a:lnTo>
                    <a:pt x="20210" y="1064"/>
                  </a:lnTo>
                  <a:lnTo>
                    <a:pt x="20009" y="863"/>
                  </a:lnTo>
                  <a:lnTo>
                    <a:pt x="19798" y="681"/>
                  </a:lnTo>
                  <a:lnTo>
                    <a:pt x="19549" y="480"/>
                  </a:lnTo>
                  <a:lnTo>
                    <a:pt x="19425" y="394"/>
                  </a:lnTo>
                  <a:lnTo>
                    <a:pt x="19300" y="317"/>
                  </a:lnTo>
                  <a:lnTo>
                    <a:pt x="19185" y="250"/>
                  </a:lnTo>
                  <a:lnTo>
                    <a:pt x="19070" y="183"/>
                  </a:lnTo>
                  <a:lnTo>
                    <a:pt x="18955" y="135"/>
                  </a:lnTo>
                  <a:lnTo>
                    <a:pt x="18850" y="97"/>
                  </a:lnTo>
                  <a:lnTo>
                    <a:pt x="18745" y="58"/>
                  </a:lnTo>
                  <a:lnTo>
                    <a:pt x="18639" y="30"/>
                  </a:lnTo>
                  <a:lnTo>
                    <a:pt x="18534" y="11"/>
                  </a:lnTo>
                  <a:lnTo>
                    <a:pt x="18429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2"/>
            <p:cNvSpPr/>
            <p:nvPr/>
          </p:nvSpPr>
          <p:spPr>
            <a:xfrm>
              <a:off x="2245326" y="3107947"/>
              <a:ext cx="1263157" cy="1100154"/>
            </a:xfrm>
            <a:custGeom>
              <a:avLst/>
              <a:gdLst/>
              <a:ahLst/>
              <a:cxnLst/>
              <a:rect l="l" t="t" r="r" b="b"/>
              <a:pathLst>
                <a:path w="31245" h="27213" extrusionOk="0">
                  <a:moveTo>
                    <a:pt x="19626" y="1"/>
                  </a:moveTo>
                  <a:lnTo>
                    <a:pt x="17270" y="949"/>
                  </a:lnTo>
                  <a:lnTo>
                    <a:pt x="14828" y="1935"/>
                  </a:lnTo>
                  <a:lnTo>
                    <a:pt x="11992" y="3104"/>
                  </a:lnTo>
                  <a:lnTo>
                    <a:pt x="10527" y="3707"/>
                  </a:lnTo>
                  <a:lnTo>
                    <a:pt x="9090" y="4311"/>
                  </a:lnTo>
                  <a:lnTo>
                    <a:pt x="7721" y="4895"/>
                  </a:lnTo>
                  <a:lnTo>
                    <a:pt x="6466" y="5441"/>
                  </a:lnTo>
                  <a:lnTo>
                    <a:pt x="5364" y="5939"/>
                  </a:lnTo>
                  <a:lnTo>
                    <a:pt x="4885" y="6169"/>
                  </a:lnTo>
                  <a:lnTo>
                    <a:pt x="4454" y="6370"/>
                  </a:lnTo>
                  <a:lnTo>
                    <a:pt x="4090" y="6552"/>
                  </a:lnTo>
                  <a:lnTo>
                    <a:pt x="3784" y="6715"/>
                  </a:lnTo>
                  <a:lnTo>
                    <a:pt x="3545" y="6849"/>
                  </a:lnTo>
                  <a:lnTo>
                    <a:pt x="3391" y="6954"/>
                  </a:lnTo>
                  <a:lnTo>
                    <a:pt x="3295" y="7041"/>
                  </a:lnTo>
                  <a:lnTo>
                    <a:pt x="3200" y="7127"/>
                  </a:lnTo>
                  <a:lnTo>
                    <a:pt x="3114" y="7232"/>
                  </a:lnTo>
                  <a:lnTo>
                    <a:pt x="3018" y="7347"/>
                  </a:lnTo>
                  <a:lnTo>
                    <a:pt x="2932" y="7472"/>
                  </a:lnTo>
                  <a:lnTo>
                    <a:pt x="2845" y="7606"/>
                  </a:lnTo>
                  <a:lnTo>
                    <a:pt x="2769" y="7749"/>
                  </a:lnTo>
                  <a:lnTo>
                    <a:pt x="2682" y="7903"/>
                  </a:lnTo>
                  <a:lnTo>
                    <a:pt x="2520" y="8247"/>
                  </a:lnTo>
                  <a:lnTo>
                    <a:pt x="2366" y="8631"/>
                  </a:lnTo>
                  <a:lnTo>
                    <a:pt x="2213" y="9042"/>
                  </a:lnTo>
                  <a:lnTo>
                    <a:pt x="2070" y="9493"/>
                  </a:lnTo>
                  <a:lnTo>
                    <a:pt x="1935" y="9981"/>
                  </a:lnTo>
                  <a:lnTo>
                    <a:pt x="1801" y="10498"/>
                  </a:lnTo>
                  <a:lnTo>
                    <a:pt x="1677" y="11044"/>
                  </a:lnTo>
                  <a:lnTo>
                    <a:pt x="1552" y="11619"/>
                  </a:lnTo>
                  <a:lnTo>
                    <a:pt x="1437" y="12222"/>
                  </a:lnTo>
                  <a:lnTo>
                    <a:pt x="1322" y="12855"/>
                  </a:lnTo>
                  <a:lnTo>
                    <a:pt x="1217" y="13506"/>
                  </a:lnTo>
                  <a:lnTo>
                    <a:pt x="1112" y="14186"/>
                  </a:lnTo>
                  <a:lnTo>
                    <a:pt x="1016" y="14875"/>
                  </a:lnTo>
                  <a:lnTo>
                    <a:pt x="920" y="15594"/>
                  </a:lnTo>
                  <a:lnTo>
                    <a:pt x="834" y="16331"/>
                  </a:lnTo>
                  <a:lnTo>
                    <a:pt x="748" y="17078"/>
                  </a:lnTo>
                  <a:lnTo>
                    <a:pt x="585" y="18621"/>
                  </a:lnTo>
                  <a:lnTo>
                    <a:pt x="441" y="20210"/>
                  </a:lnTo>
                  <a:lnTo>
                    <a:pt x="307" y="21829"/>
                  </a:lnTo>
                  <a:lnTo>
                    <a:pt x="192" y="23477"/>
                  </a:lnTo>
                  <a:lnTo>
                    <a:pt x="87" y="25124"/>
                  </a:lnTo>
                  <a:lnTo>
                    <a:pt x="1" y="26772"/>
                  </a:lnTo>
                  <a:lnTo>
                    <a:pt x="451" y="26906"/>
                  </a:lnTo>
                  <a:lnTo>
                    <a:pt x="844" y="27021"/>
                  </a:lnTo>
                  <a:lnTo>
                    <a:pt x="1207" y="27107"/>
                  </a:lnTo>
                  <a:lnTo>
                    <a:pt x="1380" y="27135"/>
                  </a:lnTo>
                  <a:lnTo>
                    <a:pt x="1552" y="27164"/>
                  </a:lnTo>
                  <a:lnTo>
                    <a:pt x="1725" y="27183"/>
                  </a:lnTo>
                  <a:lnTo>
                    <a:pt x="1897" y="27193"/>
                  </a:lnTo>
                  <a:lnTo>
                    <a:pt x="2280" y="27212"/>
                  </a:lnTo>
                  <a:lnTo>
                    <a:pt x="2702" y="27203"/>
                  </a:lnTo>
                  <a:lnTo>
                    <a:pt x="3190" y="27174"/>
                  </a:lnTo>
                  <a:lnTo>
                    <a:pt x="3305" y="26896"/>
                  </a:lnTo>
                  <a:lnTo>
                    <a:pt x="3621" y="26091"/>
                  </a:lnTo>
                  <a:lnTo>
                    <a:pt x="4119" y="24818"/>
                  </a:lnTo>
                  <a:lnTo>
                    <a:pt x="4771" y="23113"/>
                  </a:lnTo>
                  <a:lnTo>
                    <a:pt x="5144" y="22117"/>
                  </a:lnTo>
                  <a:lnTo>
                    <a:pt x="5537" y="21044"/>
                  </a:lnTo>
                  <a:lnTo>
                    <a:pt x="5949" y="19875"/>
                  </a:lnTo>
                  <a:lnTo>
                    <a:pt x="6389" y="18649"/>
                  </a:lnTo>
                  <a:lnTo>
                    <a:pt x="6839" y="17347"/>
                  </a:lnTo>
                  <a:lnTo>
                    <a:pt x="7299" y="15987"/>
                  </a:lnTo>
                  <a:lnTo>
                    <a:pt x="7768" y="14569"/>
                  </a:lnTo>
                  <a:lnTo>
                    <a:pt x="8238" y="13104"/>
                  </a:lnTo>
                  <a:lnTo>
                    <a:pt x="26791" y="11810"/>
                  </a:lnTo>
                  <a:lnTo>
                    <a:pt x="27001" y="11801"/>
                  </a:lnTo>
                  <a:lnTo>
                    <a:pt x="27212" y="11791"/>
                  </a:lnTo>
                  <a:lnTo>
                    <a:pt x="27404" y="11772"/>
                  </a:lnTo>
                  <a:lnTo>
                    <a:pt x="27595" y="11743"/>
                  </a:lnTo>
                  <a:lnTo>
                    <a:pt x="27777" y="11705"/>
                  </a:lnTo>
                  <a:lnTo>
                    <a:pt x="27959" y="11657"/>
                  </a:lnTo>
                  <a:lnTo>
                    <a:pt x="28131" y="11609"/>
                  </a:lnTo>
                  <a:lnTo>
                    <a:pt x="28294" y="11542"/>
                  </a:lnTo>
                  <a:lnTo>
                    <a:pt x="28457" y="11475"/>
                  </a:lnTo>
                  <a:lnTo>
                    <a:pt x="28610" y="11408"/>
                  </a:lnTo>
                  <a:lnTo>
                    <a:pt x="28754" y="11322"/>
                  </a:lnTo>
                  <a:lnTo>
                    <a:pt x="28898" y="11236"/>
                  </a:lnTo>
                  <a:lnTo>
                    <a:pt x="29032" y="11140"/>
                  </a:lnTo>
                  <a:lnTo>
                    <a:pt x="29166" y="11044"/>
                  </a:lnTo>
                  <a:lnTo>
                    <a:pt x="29290" y="10939"/>
                  </a:lnTo>
                  <a:lnTo>
                    <a:pt x="29415" y="10834"/>
                  </a:lnTo>
                  <a:lnTo>
                    <a:pt x="29530" y="10719"/>
                  </a:lnTo>
                  <a:lnTo>
                    <a:pt x="29645" y="10594"/>
                  </a:lnTo>
                  <a:lnTo>
                    <a:pt x="29750" y="10470"/>
                  </a:lnTo>
                  <a:lnTo>
                    <a:pt x="29846" y="10335"/>
                  </a:lnTo>
                  <a:lnTo>
                    <a:pt x="29942" y="10201"/>
                  </a:lnTo>
                  <a:lnTo>
                    <a:pt x="30038" y="10067"/>
                  </a:lnTo>
                  <a:lnTo>
                    <a:pt x="30210" y="9780"/>
                  </a:lnTo>
                  <a:lnTo>
                    <a:pt x="30363" y="9473"/>
                  </a:lnTo>
                  <a:lnTo>
                    <a:pt x="30497" y="9167"/>
                  </a:lnTo>
                  <a:lnTo>
                    <a:pt x="30622" y="8841"/>
                  </a:lnTo>
                  <a:lnTo>
                    <a:pt x="30727" y="8506"/>
                  </a:lnTo>
                  <a:lnTo>
                    <a:pt x="30823" y="8171"/>
                  </a:lnTo>
                  <a:lnTo>
                    <a:pt x="30909" y="7826"/>
                  </a:lnTo>
                  <a:lnTo>
                    <a:pt x="30976" y="7481"/>
                  </a:lnTo>
                  <a:lnTo>
                    <a:pt x="31034" y="7136"/>
                  </a:lnTo>
                  <a:lnTo>
                    <a:pt x="31091" y="6792"/>
                  </a:lnTo>
                  <a:lnTo>
                    <a:pt x="31129" y="6447"/>
                  </a:lnTo>
                  <a:lnTo>
                    <a:pt x="31158" y="6102"/>
                  </a:lnTo>
                  <a:lnTo>
                    <a:pt x="31187" y="5776"/>
                  </a:lnTo>
                  <a:lnTo>
                    <a:pt x="31225" y="5135"/>
                  </a:lnTo>
                  <a:lnTo>
                    <a:pt x="31235" y="4541"/>
                  </a:lnTo>
                  <a:lnTo>
                    <a:pt x="31244" y="4004"/>
                  </a:lnTo>
                  <a:lnTo>
                    <a:pt x="31244" y="3545"/>
                  </a:lnTo>
                  <a:lnTo>
                    <a:pt x="31244" y="1524"/>
                  </a:lnTo>
                  <a:lnTo>
                    <a:pt x="196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2"/>
            <p:cNvSpPr/>
            <p:nvPr/>
          </p:nvSpPr>
          <p:spPr>
            <a:xfrm>
              <a:off x="2497793" y="2941469"/>
              <a:ext cx="215721" cy="56962"/>
            </a:xfrm>
            <a:custGeom>
              <a:avLst/>
              <a:gdLst/>
              <a:ahLst/>
              <a:cxnLst/>
              <a:rect l="l" t="t" r="r" b="b"/>
              <a:pathLst>
                <a:path w="5336" h="1409" extrusionOk="0">
                  <a:moveTo>
                    <a:pt x="3171" y="0"/>
                  </a:moveTo>
                  <a:lnTo>
                    <a:pt x="3037" y="10"/>
                  </a:lnTo>
                  <a:lnTo>
                    <a:pt x="2912" y="19"/>
                  </a:lnTo>
                  <a:lnTo>
                    <a:pt x="2788" y="38"/>
                  </a:lnTo>
                  <a:lnTo>
                    <a:pt x="2673" y="67"/>
                  </a:lnTo>
                  <a:lnTo>
                    <a:pt x="2424" y="125"/>
                  </a:lnTo>
                  <a:lnTo>
                    <a:pt x="2175" y="211"/>
                  </a:lnTo>
                  <a:lnTo>
                    <a:pt x="1629" y="402"/>
                  </a:lnTo>
                  <a:lnTo>
                    <a:pt x="336" y="833"/>
                  </a:lnTo>
                  <a:lnTo>
                    <a:pt x="269" y="862"/>
                  </a:lnTo>
                  <a:lnTo>
                    <a:pt x="202" y="900"/>
                  </a:lnTo>
                  <a:lnTo>
                    <a:pt x="144" y="939"/>
                  </a:lnTo>
                  <a:lnTo>
                    <a:pt x="96" y="987"/>
                  </a:lnTo>
                  <a:lnTo>
                    <a:pt x="58" y="1035"/>
                  </a:lnTo>
                  <a:lnTo>
                    <a:pt x="29" y="1082"/>
                  </a:lnTo>
                  <a:lnTo>
                    <a:pt x="10" y="1130"/>
                  </a:lnTo>
                  <a:lnTo>
                    <a:pt x="1" y="1178"/>
                  </a:lnTo>
                  <a:lnTo>
                    <a:pt x="1" y="1217"/>
                  </a:lnTo>
                  <a:lnTo>
                    <a:pt x="10" y="1264"/>
                  </a:lnTo>
                  <a:lnTo>
                    <a:pt x="29" y="1303"/>
                  </a:lnTo>
                  <a:lnTo>
                    <a:pt x="58" y="1331"/>
                  </a:lnTo>
                  <a:lnTo>
                    <a:pt x="96" y="1360"/>
                  </a:lnTo>
                  <a:lnTo>
                    <a:pt x="154" y="1389"/>
                  </a:lnTo>
                  <a:lnTo>
                    <a:pt x="221" y="1398"/>
                  </a:lnTo>
                  <a:lnTo>
                    <a:pt x="297" y="1408"/>
                  </a:lnTo>
                  <a:lnTo>
                    <a:pt x="4914" y="1408"/>
                  </a:lnTo>
                  <a:lnTo>
                    <a:pt x="5336" y="354"/>
                  </a:lnTo>
                  <a:lnTo>
                    <a:pt x="3726" y="58"/>
                  </a:lnTo>
                  <a:lnTo>
                    <a:pt x="3583" y="29"/>
                  </a:lnTo>
                  <a:lnTo>
                    <a:pt x="3439" y="10"/>
                  </a:lnTo>
                  <a:lnTo>
                    <a:pt x="3295" y="10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2"/>
            <p:cNvSpPr/>
            <p:nvPr/>
          </p:nvSpPr>
          <p:spPr>
            <a:xfrm>
              <a:off x="3297762" y="2216211"/>
              <a:ext cx="311009" cy="575041"/>
            </a:xfrm>
            <a:custGeom>
              <a:avLst/>
              <a:gdLst/>
              <a:ahLst/>
              <a:cxnLst/>
              <a:rect l="l" t="t" r="r" b="b"/>
              <a:pathLst>
                <a:path w="7693" h="14224" extrusionOk="0">
                  <a:moveTo>
                    <a:pt x="3794" y="0"/>
                  </a:moveTo>
                  <a:lnTo>
                    <a:pt x="3679" y="10"/>
                  </a:lnTo>
                  <a:lnTo>
                    <a:pt x="3564" y="19"/>
                  </a:lnTo>
                  <a:lnTo>
                    <a:pt x="3439" y="48"/>
                  </a:lnTo>
                  <a:lnTo>
                    <a:pt x="3324" y="77"/>
                  </a:lnTo>
                  <a:lnTo>
                    <a:pt x="3200" y="115"/>
                  </a:lnTo>
                  <a:lnTo>
                    <a:pt x="3085" y="163"/>
                  </a:lnTo>
                  <a:lnTo>
                    <a:pt x="2970" y="221"/>
                  </a:lnTo>
                  <a:lnTo>
                    <a:pt x="2855" y="278"/>
                  </a:lnTo>
                  <a:lnTo>
                    <a:pt x="2740" y="355"/>
                  </a:lnTo>
                  <a:lnTo>
                    <a:pt x="2625" y="431"/>
                  </a:lnTo>
                  <a:lnTo>
                    <a:pt x="2510" y="517"/>
                  </a:lnTo>
                  <a:lnTo>
                    <a:pt x="2395" y="623"/>
                  </a:lnTo>
                  <a:lnTo>
                    <a:pt x="2290" y="728"/>
                  </a:lnTo>
                  <a:lnTo>
                    <a:pt x="2175" y="843"/>
                  </a:lnTo>
                  <a:lnTo>
                    <a:pt x="2070" y="977"/>
                  </a:lnTo>
                  <a:lnTo>
                    <a:pt x="1964" y="1111"/>
                  </a:lnTo>
                  <a:lnTo>
                    <a:pt x="1849" y="1255"/>
                  </a:lnTo>
                  <a:lnTo>
                    <a:pt x="1754" y="1418"/>
                  </a:lnTo>
                  <a:lnTo>
                    <a:pt x="1648" y="1581"/>
                  </a:lnTo>
                  <a:lnTo>
                    <a:pt x="1514" y="1811"/>
                  </a:lnTo>
                  <a:lnTo>
                    <a:pt x="1399" y="2040"/>
                  </a:lnTo>
                  <a:lnTo>
                    <a:pt x="1275" y="2280"/>
                  </a:lnTo>
                  <a:lnTo>
                    <a:pt x="1169" y="2519"/>
                  </a:lnTo>
                  <a:lnTo>
                    <a:pt x="1064" y="2759"/>
                  </a:lnTo>
                  <a:lnTo>
                    <a:pt x="968" y="2998"/>
                  </a:lnTo>
                  <a:lnTo>
                    <a:pt x="872" y="3247"/>
                  </a:lnTo>
                  <a:lnTo>
                    <a:pt x="786" y="3496"/>
                  </a:lnTo>
                  <a:lnTo>
                    <a:pt x="623" y="4004"/>
                  </a:lnTo>
                  <a:lnTo>
                    <a:pt x="489" y="4521"/>
                  </a:lnTo>
                  <a:lnTo>
                    <a:pt x="365" y="5038"/>
                  </a:lnTo>
                  <a:lnTo>
                    <a:pt x="269" y="5556"/>
                  </a:lnTo>
                  <a:lnTo>
                    <a:pt x="192" y="6073"/>
                  </a:lnTo>
                  <a:lnTo>
                    <a:pt x="125" y="6590"/>
                  </a:lnTo>
                  <a:lnTo>
                    <a:pt x="68" y="7107"/>
                  </a:lnTo>
                  <a:lnTo>
                    <a:pt x="39" y="7624"/>
                  </a:lnTo>
                  <a:lnTo>
                    <a:pt x="10" y="8123"/>
                  </a:lnTo>
                  <a:lnTo>
                    <a:pt x="1" y="8621"/>
                  </a:lnTo>
                  <a:lnTo>
                    <a:pt x="1" y="9109"/>
                  </a:lnTo>
                  <a:lnTo>
                    <a:pt x="1" y="9578"/>
                  </a:lnTo>
                  <a:lnTo>
                    <a:pt x="20" y="10038"/>
                  </a:lnTo>
                  <a:lnTo>
                    <a:pt x="49" y="10488"/>
                  </a:lnTo>
                  <a:lnTo>
                    <a:pt x="78" y="10910"/>
                  </a:lnTo>
                  <a:lnTo>
                    <a:pt x="106" y="11322"/>
                  </a:lnTo>
                  <a:lnTo>
                    <a:pt x="183" y="12059"/>
                  </a:lnTo>
                  <a:lnTo>
                    <a:pt x="269" y="12701"/>
                  </a:lnTo>
                  <a:lnTo>
                    <a:pt x="355" y="13228"/>
                  </a:lnTo>
                  <a:lnTo>
                    <a:pt x="422" y="13630"/>
                  </a:lnTo>
                  <a:lnTo>
                    <a:pt x="489" y="13956"/>
                  </a:lnTo>
                  <a:lnTo>
                    <a:pt x="1169" y="14032"/>
                  </a:lnTo>
                  <a:lnTo>
                    <a:pt x="1802" y="14090"/>
                  </a:lnTo>
                  <a:lnTo>
                    <a:pt x="2395" y="14138"/>
                  </a:lnTo>
                  <a:lnTo>
                    <a:pt x="2951" y="14176"/>
                  </a:lnTo>
                  <a:lnTo>
                    <a:pt x="3468" y="14205"/>
                  </a:lnTo>
                  <a:lnTo>
                    <a:pt x="3957" y="14224"/>
                  </a:lnTo>
                  <a:lnTo>
                    <a:pt x="4847" y="14224"/>
                  </a:lnTo>
                  <a:lnTo>
                    <a:pt x="5250" y="14205"/>
                  </a:lnTo>
                  <a:lnTo>
                    <a:pt x="5633" y="14185"/>
                  </a:lnTo>
                  <a:lnTo>
                    <a:pt x="5997" y="14147"/>
                  </a:lnTo>
                  <a:lnTo>
                    <a:pt x="6342" y="14109"/>
                  </a:lnTo>
                  <a:lnTo>
                    <a:pt x="6667" y="14051"/>
                  </a:lnTo>
                  <a:lnTo>
                    <a:pt x="6983" y="13984"/>
                  </a:lnTo>
                  <a:lnTo>
                    <a:pt x="7290" y="13917"/>
                  </a:lnTo>
                  <a:lnTo>
                    <a:pt x="7587" y="13831"/>
                  </a:lnTo>
                  <a:lnTo>
                    <a:pt x="7615" y="12682"/>
                  </a:lnTo>
                  <a:lnTo>
                    <a:pt x="7644" y="11465"/>
                  </a:lnTo>
                  <a:lnTo>
                    <a:pt x="7673" y="10000"/>
                  </a:lnTo>
                  <a:lnTo>
                    <a:pt x="7692" y="8429"/>
                  </a:lnTo>
                  <a:lnTo>
                    <a:pt x="7692" y="7644"/>
                  </a:lnTo>
                  <a:lnTo>
                    <a:pt x="7683" y="6887"/>
                  </a:lnTo>
                  <a:lnTo>
                    <a:pt x="7673" y="6178"/>
                  </a:lnTo>
                  <a:lnTo>
                    <a:pt x="7654" y="5527"/>
                  </a:lnTo>
                  <a:lnTo>
                    <a:pt x="7625" y="4962"/>
                  </a:lnTo>
                  <a:lnTo>
                    <a:pt x="7587" y="4483"/>
                  </a:lnTo>
                  <a:lnTo>
                    <a:pt x="7539" y="4195"/>
                  </a:lnTo>
                  <a:lnTo>
                    <a:pt x="7481" y="3899"/>
                  </a:lnTo>
                  <a:lnTo>
                    <a:pt x="7414" y="3611"/>
                  </a:lnTo>
                  <a:lnTo>
                    <a:pt x="7319" y="3324"/>
                  </a:lnTo>
                  <a:lnTo>
                    <a:pt x="7213" y="3037"/>
                  </a:lnTo>
                  <a:lnTo>
                    <a:pt x="7098" y="2759"/>
                  </a:lnTo>
                  <a:lnTo>
                    <a:pt x="6964" y="2481"/>
                  </a:lnTo>
                  <a:lnTo>
                    <a:pt x="6820" y="2213"/>
                  </a:lnTo>
                  <a:lnTo>
                    <a:pt x="6658" y="1954"/>
                  </a:lnTo>
                  <a:lnTo>
                    <a:pt x="6495" y="1705"/>
                  </a:lnTo>
                  <a:lnTo>
                    <a:pt x="6313" y="1466"/>
                  </a:lnTo>
                  <a:lnTo>
                    <a:pt x="6131" y="1236"/>
                  </a:lnTo>
                  <a:lnTo>
                    <a:pt x="5930" y="1025"/>
                  </a:lnTo>
                  <a:lnTo>
                    <a:pt x="5729" y="834"/>
                  </a:lnTo>
                  <a:lnTo>
                    <a:pt x="5518" y="652"/>
                  </a:lnTo>
                  <a:lnTo>
                    <a:pt x="5298" y="489"/>
                  </a:lnTo>
                  <a:lnTo>
                    <a:pt x="5077" y="355"/>
                  </a:lnTo>
                  <a:lnTo>
                    <a:pt x="4847" y="230"/>
                  </a:lnTo>
                  <a:lnTo>
                    <a:pt x="4618" y="134"/>
                  </a:lnTo>
                  <a:lnTo>
                    <a:pt x="4503" y="96"/>
                  </a:lnTo>
                  <a:lnTo>
                    <a:pt x="4388" y="67"/>
                  </a:lnTo>
                  <a:lnTo>
                    <a:pt x="4273" y="39"/>
                  </a:lnTo>
                  <a:lnTo>
                    <a:pt x="4148" y="19"/>
                  </a:lnTo>
                  <a:lnTo>
                    <a:pt x="4033" y="10"/>
                  </a:lnTo>
                  <a:lnTo>
                    <a:pt x="3918" y="0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2"/>
            <p:cNvSpPr/>
            <p:nvPr/>
          </p:nvSpPr>
          <p:spPr>
            <a:xfrm>
              <a:off x="1720260" y="2966615"/>
              <a:ext cx="427157" cy="87566"/>
            </a:xfrm>
            <a:custGeom>
              <a:avLst/>
              <a:gdLst/>
              <a:ahLst/>
              <a:cxnLst/>
              <a:rect l="l" t="t" r="r" b="b"/>
              <a:pathLst>
                <a:path w="10566" h="2166" extrusionOk="0">
                  <a:moveTo>
                    <a:pt x="2060" y="1"/>
                  </a:moveTo>
                  <a:lnTo>
                    <a:pt x="1849" y="10"/>
                  </a:lnTo>
                  <a:lnTo>
                    <a:pt x="1648" y="49"/>
                  </a:lnTo>
                  <a:lnTo>
                    <a:pt x="1447" y="96"/>
                  </a:lnTo>
                  <a:lnTo>
                    <a:pt x="1255" y="163"/>
                  </a:lnTo>
                  <a:lnTo>
                    <a:pt x="1073" y="250"/>
                  </a:lnTo>
                  <a:lnTo>
                    <a:pt x="911" y="355"/>
                  </a:lnTo>
                  <a:lnTo>
                    <a:pt x="748" y="480"/>
                  </a:lnTo>
                  <a:lnTo>
                    <a:pt x="604" y="614"/>
                  </a:lnTo>
                  <a:lnTo>
                    <a:pt x="470" y="757"/>
                  </a:lnTo>
                  <a:lnTo>
                    <a:pt x="346" y="911"/>
                  </a:lnTo>
                  <a:lnTo>
                    <a:pt x="250" y="1083"/>
                  </a:lnTo>
                  <a:lnTo>
                    <a:pt x="164" y="1265"/>
                  </a:lnTo>
                  <a:lnTo>
                    <a:pt x="87" y="1457"/>
                  </a:lnTo>
                  <a:lnTo>
                    <a:pt x="39" y="1658"/>
                  </a:lnTo>
                  <a:lnTo>
                    <a:pt x="10" y="1859"/>
                  </a:lnTo>
                  <a:lnTo>
                    <a:pt x="1" y="2070"/>
                  </a:lnTo>
                  <a:lnTo>
                    <a:pt x="1" y="2165"/>
                  </a:lnTo>
                  <a:lnTo>
                    <a:pt x="10565" y="2165"/>
                  </a:lnTo>
                  <a:lnTo>
                    <a:pt x="10565" y="2070"/>
                  </a:lnTo>
                  <a:lnTo>
                    <a:pt x="10556" y="1859"/>
                  </a:lnTo>
                  <a:lnTo>
                    <a:pt x="10517" y="1658"/>
                  </a:lnTo>
                  <a:lnTo>
                    <a:pt x="10470" y="1457"/>
                  </a:lnTo>
                  <a:lnTo>
                    <a:pt x="10403" y="1265"/>
                  </a:lnTo>
                  <a:lnTo>
                    <a:pt x="10316" y="1083"/>
                  </a:lnTo>
                  <a:lnTo>
                    <a:pt x="10211" y="911"/>
                  </a:lnTo>
                  <a:lnTo>
                    <a:pt x="10086" y="757"/>
                  </a:lnTo>
                  <a:lnTo>
                    <a:pt x="9952" y="614"/>
                  </a:lnTo>
                  <a:lnTo>
                    <a:pt x="9809" y="480"/>
                  </a:lnTo>
                  <a:lnTo>
                    <a:pt x="9655" y="355"/>
                  </a:lnTo>
                  <a:lnTo>
                    <a:pt x="9483" y="250"/>
                  </a:lnTo>
                  <a:lnTo>
                    <a:pt x="9301" y="163"/>
                  </a:lnTo>
                  <a:lnTo>
                    <a:pt x="9110" y="96"/>
                  </a:lnTo>
                  <a:lnTo>
                    <a:pt x="8908" y="49"/>
                  </a:lnTo>
                  <a:lnTo>
                    <a:pt x="8707" y="10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2"/>
            <p:cNvSpPr/>
            <p:nvPr/>
          </p:nvSpPr>
          <p:spPr>
            <a:xfrm>
              <a:off x="1616889" y="2749401"/>
              <a:ext cx="322975" cy="304783"/>
            </a:xfrm>
            <a:custGeom>
              <a:avLst/>
              <a:gdLst/>
              <a:ahLst/>
              <a:cxnLst/>
              <a:rect l="l" t="t" r="r" b="b"/>
              <a:pathLst>
                <a:path w="7989" h="7539" extrusionOk="0">
                  <a:moveTo>
                    <a:pt x="1916" y="0"/>
                  </a:moveTo>
                  <a:lnTo>
                    <a:pt x="0" y="7538"/>
                  </a:lnTo>
                  <a:lnTo>
                    <a:pt x="6073" y="7538"/>
                  </a:lnTo>
                  <a:lnTo>
                    <a:pt x="798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2"/>
            <p:cNvSpPr/>
            <p:nvPr/>
          </p:nvSpPr>
          <p:spPr>
            <a:xfrm>
              <a:off x="1132856" y="1940136"/>
              <a:ext cx="1342557" cy="867008"/>
            </a:xfrm>
            <a:custGeom>
              <a:avLst/>
              <a:gdLst/>
              <a:ahLst/>
              <a:cxnLst/>
              <a:rect l="l" t="t" r="r" b="b"/>
              <a:pathLst>
                <a:path w="33209" h="21446" extrusionOk="0">
                  <a:moveTo>
                    <a:pt x="1581" y="0"/>
                  </a:moveTo>
                  <a:lnTo>
                    <a:pt x="1418" y="10"/>
                  </a:lnTo>
                  <a:lnTo>
                    <a:pt x="1265" y="38"/>
                  </a:lnTo>
                  <a:lnTo>
                    <a:pt x="1112" y="77"/>
                  </a:lnTo>
                  <a:lnTo>
                    <a:pt x="968" y="125"/>
                  </a:lnTo>
                  <a:lnTo>
                    <a:pt x="824" y="192"/>
                  </a:lnTo>
                  <a:lnTo>
                    <a:pt x="700" y="268"/>
                  </a:lnTo>
                  <a:lnTo>
                    <a:pt x="575" y="364"/>
                  </a:lnTo>
                  <a:lnTo>
                    <a:pt x="461" y="469"/>
                  </a:lnTo>
                  <a:lnTo>
                    <a:pt x="365" y="575"/>
                  </a:lnTo>
                  <a:lnTo>
                    <a:pt x="269" y="699"/>
                  </a:lnTo>
                  <a:lnTo>
                    <a:pt x="192" y="833"/>
                  </a:lnTo>
                  <a:lnTo>
                    <a:pt x="125" y="967"/>
                  </a:lnTo>
                  <a:lnTo>
                    <a:pt x="68" y="1111"/>
                  </a:lnTo>
                  <a:lnTo>
                    <a:pt x="30" y="1264"/>
                  </a:lnTo>
                  <a:lnTo>
                    <a:pt x="10" y="1427"/>
                  </a:lnTo>
                  <a:lnTo>
                    <a:pt x="1" y="1590"/>
                  </a:lnTo>
                  <a:lnTo>
                    <a:pt x="2261" y="19865"/>
                  </a:lnTo>
                  <a:lnTo>
                    <a:pt x="2271" y="20028"/>
                  </a:lnTo>
                  <a:lnTo>
                    <a:pt x="2290" y="20181"/>
                  </a:lnTo>
                  <a:lnTo>
                    <a:pt x="2328" y="20334"/>
                  </a:lnTo>
                  <a:lnTo>
                    <a:pt x="2386" y="20478"/>
                  </a:lnTo>
                  <a:lnTo>
                    <a:pt x="2453" y="20622"/>
                  </a:lnTo>
                  <a:lnTo>
                    <a:pt x="2529" y="20756"/>
                  </a:lnTo>
                  <a:lnTo>
                    <a:pt x="2625" y="20871"/>
                  </a:lnTo>
                  <a:lnTo>
                    <a:pt x="2721" y="20986"/>
                  </a:lnTo>
                  <a:lnTo>
                    <a:pt x="2836" y="21091"/>
                  </a:lnTo>
                  <a:lnTo>
                    <a:pt x="2960" y="21177"/>
                  </a:lnTo>
                  <a:lnTo>
                    <a:pt x="3085" y="21263"/>
                  </a:lnTo>
                  <a:lnTo>
                    <a:pt x="3229" y="21321"/>
                  </a:lnTo>
                  <a:lnTo>
                    <a:pt x="3372" y="21378"/>
                  </a:lnTo>
                  <a:lnTo>
                    <a:pt x="3526" y="21417"/>
                  </a:lnTo>
                  <a:lnTo>
                    <a:pt x="3679" y="21445"/>
                  </a:lnTo>
                  <a:lnTo>
                    <a:pt x="31790" y="21445"/>
                  </a:lnTo>
                  <a:lnTo>
                    <a:pt x="31944" y="21417"/>
                  </a:lnTo>
                  <a:lnTo>
                    <a:pt x="32097" y="21378"/>
                  </a:lnTo>
                  <a:lnTo>
                    <a:pt x="32241" y="21321"/>
                  </a:lnTo>
                  <a:lnTo>
                    <a:pt x="32384" y="21263"/>
                  </a:lnTo>
                  <a:lnTo>
                    <a:pt x="32518" y="21177"/>
                  </a:lnTo>
                  <a:lnTo>
                    <a:pt x="32633" y="21091"/>
                  </a:lnTo>
                  <a:lnTo>
                    <a:pt x="32748" y="20986"/>
                  </a:lnTo>
                  <a:lnTo>
                    <a:pt x="32854" y="20871"/>
                  </a:lnTo>
                  <a:lnTo>
                    <a:pt x="32940" y="20756"/>
                  </a:lnTo>
                  <a:lnTo>
                    <a:pt x="33016" y="20622"/>
                  </a:lnTo>
                  <a:lnTo>
                    <a:pt x="33084" y="20478"/>
                  </a:lnTo>
                  <a:lnTo>
                    <a:pt x="33141" y="20334"/>
                  </a:lnTo>
                  <a:lnTo>
                    <a:pt x="33179" y="20181"/>
                  </a:lnTo>
                  <a:lnTo>
                    <a:pt x="33208" y="20028"/>
                  </a:lnTo>
                  <a:lnTo>
                    <a:pt x="33208" y="19865"/>
                  </a:lnTo>
                  <a:lnTo>
                    <a:pt x="30948" y="1590"/>
                  </a:lnTo>
                  <a:lnTo>
                    <a:pt x="30948" y="1427"/>
                  </a:lnTo>
                  <a:lnTo>
                    <a:pt x="30919" y="1264"/>
                  </a:lnTo>
                  <a:lnTo>
                    <a:pt x="30881" y="1111"/>
                  </a:lnTo>
                  <a:lnTo>
                    <a:pt x="30823" y="967"/>
                  </a:lnTo>
                  <a:lnTo>
                    <a:pt x="30756" y="833"/>
                  </a:lnTo>
                  <a:lnTo>
                    <a:pt x="30679" y="699"/>
                  </a:lnTo>
                  <a:lnTo>
                    <a:pt x="30593" y="575"/>
                  </a:lnTo>
                  <a:lnTo>
                    <a:pt x="30488" y="469"/>
                  </a:lnTo>
                  <a:lnTo>
                    <a:pt x="30373" y="364"/>
                  </a:lnTo>
                  <a:lnTo>
                    <a:pt x="30248" y="268"/>
                  </a:lnTo>
                  <a:lnTo>
                    <a:pt x="30124" y="192"/>
                  </a:lnTo>
                  <a:lnTo>
                    <a:pt x="29980" y="125"/>
                  </a:lnTo>
                  <a:lnTo>
                    <a:pt x="29837" y="77"/>
                  </a:lnTo>
                  <a:lnTo>
                    <a:pt x="29683" y="38"/>
                  </a:lnTo>
                  <a:lnTo>
                    <a:pt x="29530" y="10"/>
                  </a:lnTo>
                  <a:lnTo>
                    <a:pt x="293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2263154" y="1940136"/>
              <a:ext cx="212244" cy="867008"/>
            </a:xfrm>
            <a:custGeom>
              <a:avLst/>
              <a:gdLst/>
              <a:ahLst/>
              <a:cxnLst/>
              <a:rect l="l" t="t" r="r" b="b"/>
              <a:pathLst>
                <a:path w="5250" h="21446" extrusionOk="0">
                  <a:moveTo>
                    <a:pt x="0" y="0"/>
                  </a:moveTo>
                  <a:lnTo>
                    <a:pt x="163" y="10"/>
                  </a:lnTo>
                  <a:lnTo>
                    <a:pt x="316" y="38"/>
                  </a:lnTo>
                  <a:lnTo>
                    <a:pt x="470" y="77"/>
                  </a:lnTo>
                  <a:lnTo>
                    <a:pt x="613" y="125"/>
                  </a:lnTo>
                  <a:lnTo>
                    <a:pt x="747" y="192"/>
                  </a:lnTo>
                  <a:lnTo>
                    <a:pt x="881" y="268"/>
                  </a:lnTo>
                  <a:lnTo>
                    <a:pt x="1006" y="364"/>
                  </a:lnTo>
                  <a:lnTo>
                    <a:pt x="1121" y="469"/>
                  </a:lnTo>
                  <a:lnTo>
                    <a:pt x="1217" y="575"/>
                  </a:lnTo>
                  <a:lnTo>
                    <a:pt x="1312" y="699"/>
                  </a:lnTo>
                  <a:lnTo>
                    <a:pt x="1389" y="833"/>
                  </a:lnTo>
                  <a:lnTo>
                    <a:pt x="1456" y="967"/>
                  </a:lnTo>
                  <a:lnTo>
                    <a:pt x="1514" y="1111"/>
                  </a:lnTo>
                  <a:lnTo>
                    <a:pt x="1552" y="1264"/>
                  </a:lnTo>
                  <a:lnTo>
                    <a:pt x="1571" y="1427"/>
                  </a:lnTo>
                  <a:lnTo>
                    <a:pt x="1581" y="1590"/>
                  </a:lnTo>
                  <a:lnTo>
                    <a:pt x="3841" y="19865"/>
                  </a:lnTo>
                  <a:lnTo>
                    <a:pt x="3831" y="20028"/>
                  </a:lnTo>
                  <a:lnTo>
                    <a:pt x="3812" y="20181"/>
                  </a:lnTo>
                  <a:lnTo>
                    <a:pt x="3774" y="20334"/>
                  </a:lnTo>
                  <a:lnTo>
                    <a:pt x="3717" y="20478"/>
                  </a:lnTo>
                  <a:lnTo>
                    <a:pt x="3649" y="20622"/>
                  </a:lnTo>
                  <a:lnTo>
                    <a:pt x="3573" y="20756"/>
                  </a:lnTo>
                  <a:lnTo>
                    <a:pt x="3477" y="20871"/>
                  </a:lnTo>
                  <a:lnTo>
                    <a:pt x="3381" y="20986"/>
                  </a:lnTo>
                  <a:lnTo>
                    <a:pt x="3266" y="21091"/>
                  </a:lnTo>
                  <a:lnTo>
                    <a:pt x="3142" y="21177"/>
                  </a:lnTo>
                  <a:lnTo>
                    <a:pt x="3008" y="21263"/>
                  </a:lnTo>
                  <a:lnTo>
                    <a:pt x="2874" y="21321"/>
                  </a:lnTo>
                  <a:lnTo>
                    <a:pt x="2730" y="21378"/>
                  </a:lnTo>
                  <a:lnTo>
                    <a:pt x="2577" y="21417"/>
                  </a:lnTo>
                  <a:lnTo>
                    <a:pt x="2423" y="21445"/>
                  </a:lnTo>
                  <a:lnTo>
                    <a:pt x="3831" y="21445"/>
                  </a:lnTo>
                  <a:lnTo>
                    <a:pt x="3985" y="21417"/>
                  </a:lnTo>
                  <a:lnTo>
                    <a:pt x="4138" y="21378"/>
                  </a:lnTo>
                  <a:lnTo>
                    <a:pt x="4282" y="21321"/>
                  </a:lnTo>
                  <a:lnTo>
                    <a:pt x="4425" y="21263"/>
                  </a:lnTo>
                  <a:lnTo>
                    <a:pt x="4559" y="21177"/>
                  </a:lnTo>
                  <a:lnTo>
                    <a:pt x="4674" y="21091"/>
                  </a:lnTo>
                  <a:lnTo>
                    <a:pt x="4789" y="20986"/>
                  </a:lnTo>
                  <a:lnTo>
                    <a:pt x="4895" y="20871"/>
                  </a:lnTo>
                  <a:lnTo>
                    <a:pt x="4981" y="20756"/>
                  </a:lnTo>
                  <a:lnTo>
                    <a:pt x="5057" y="20622"/>
                  </a:lnTo>
                  <a:lnTo>
                    <a:pt x="5125" y="20478"/>
                  </a:lnTo>
                  <a:lnTo>
                    <a:pt x="5182" y="20334"/>
                  </a:lnTo>
                  <a:lnTo>
                    <a:pt x="5220" y="20181"/>
                  </a:lnTo>
                  <a:lnTo>
                    <a:pt x="5249" y="20028"/>
                  </a:lnTo>
                  <a:lnTo>
                    <a:pt x="5249" y="19865"/>
                  </a:lnTo>
                  <a:lnTo>
                    <a:pt x="2989" y="1590"/>
                  </a:lnTo>
                  <a:lnTo>
                    <a:pt x="2989" y="1427"/>
                  </a:lnTo>
                  <a:lnTo>
                    <a:pt x="2960" y="1264"/>
                  </a:lnTo>
                  <a:lnTo>
                    <a:pt x="2922" y="1111"/>
                  </a:lnTo>
                  <a:lnTo>
                    <a:pt x="2864" y="967"/>
                  </a:lnTo>
                  <a:lnTo>
                    <a:pt x="2797" y="833"/>
                  </a:lnTo>
                  <a:lnTo>
                    <a:pt x="2720" y="699"/>
                  </a:lnTo>
                  <a:lnTo>
                    <a:pt x="2634" y="575"/>
                  </a:lnTo>
                  <a:lnTo>
                    <a:pt x="2529" y="469"/>
                  </a:lnTo>
                  <a:lnTo>
                    <a:pt x="2414" y="364"/>
                  </a:lnTo>
                  <a:lnTo>
                    <a:pt x="2289" y="268"/>
                  </a:lnTo>
                  <a:lnTo>
                    <a:pt x="2165" y="192"/>
                  </a:lnTo>
                  <a:lnTo>
                    <a:pt x="2021" y="125"/>
                  </a:lnTo>
                  <a:lnTo>
                    <a:pt x="1878" y="77"/>
                  </a:lnTo>
                  <a:lnTo>
                    <a:pt x="1724" y="38"/>
                  </a:lnTo>
                  <a:lnTo>
                    <a:pt x="1571" y="10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859489" y="3162564"/>
              <a:ext cx="2251327" cy="48836"/>
            </a:xfrm>
            <a:custGeom>
              <a:avLst/>
              <a:gdLst/>
              <a:ahLst/>
              <a:cxnLst/>
              <a:rect l="l" t="t" r="r" b="b"/>
              <a:pathLst>
                <a:path w="55688" h="1208" extrusionOk="0">
                  <a:moveTo>
                    <a:pt x="1" y="0"/>
                  </a:moveTo>
                  <a:lnTo>
                    <a:pt x="1" y="1207"/>
                  </a:lnTo>
                  <a:lnTo>
                    <a:pt x="55688" y="1207"/>
                  </a:lnTo>
                  <a:lnTo>
                    <a:pt x="556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2"/>
            <p:cNvSpPr/>
            <p:nvPr/>
          </p:nvSpPr>
          <p:spPr>
            <a:xfrm>
              <a:off x="567930" y="3124603"/>
              <a:ext cx="583167" cy="1607397"/>
            </a:xfrm>
            <a:custGeom>
              <a:avLst/>
              <a:gdLst/>
              <a:ahLst/>
              <a:cxnLst/>
              <a:rect l="l" t="t" r="r" b="b"/>
              <a:pathLst>
                <a:path w="14425" h="39760" extrusionOk="0">
                  <a:moveTo>
                    <a:pt x="10661" y="1"/>
                  </a:moveTo>
                  <a:lnTo>
                    <a:pt x="0" y="39759"/>
                  </a:lnTo>
                  <a:lnTo>
                    <a:pt x="1351" y="39759"/>
                  </a:lnTo>
                  <a:lnTo>
                    <a:pt x="14425" y="365"/>
                  </a:lnTo>
                  <a:lnTo>
                    <a:pt x="106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2"/>
            <p:cNvSpPr/>
            <p:nvPr/>
          </p:nvSpPr>
          <p:spPr>
            <a:xfrm>
              <a:off x="2786643" y="3124603"/>
              <a:ext cx="583207" cy="1607397"/>
            </a:xfrm>
            <a:custGeom>
              <a:avLst/>
              <a:gdLst/>
              <a:ahLst/>
              <a:cxnLst/>
              <a:rect l="l" t="t" r="r" b="b"/>
              <a:pathLst>
                <a:path w="14426" h="39760" extrusionOk="0">
                  <a:moveTo>
                    <a:pt x="3765" y="1"/>
                  </a:moveTo>
                  <a:lnTo>
                    <a:pt x="1" y="365"/>
                  </a:lnTo>
                  <a:lnTo>
                    <a:pt x="13075" y="39759"/>
                  </a:lnTo>
                  <a:lnTo>
                    <a:pt x="14425" y="39759"/>
                  </a:lnTo>
                  <a:lnTo>
                    <a:pt x="3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2"/>
            <p:cNvSpPr/>
            <p:nvPr/>
          </p:nvSpPr>
          <p:spPr>
            <a:xfrm>
              <a:off x="747991" y="3048722"/>
              <a:ext cx="2480914" cy="124719"/>
            </a:xfrm>
            <a:custGeom>
              <a:avLst/>
              <a:gdLst/>
              <a:ahLst/>
              <a:cxnLst/>
              <a:rect l="l" t="t" r="r" b="b"/>
              <a:pathLst>
                <a:path w="61367" h="3085" extrusionOk="0">
                  <a:moveTo>
                    <a:pt x="0" y="0"/>
                  </a:moveTo>
                  <a:lnTo>
                    <a:pt x="0" y="3084"/>
                  </a:lnTo>
                  <a:lnTo>
                    <a:pt x="61367" y="3084"/>
                  </a:lnTo>
                  <a:lnTo>
                    <a:pt x="61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2"/>
            <p:cNvSpPr/>
            <p:nvPr/>
          </p:nvSpPr>
          <p:spPr>
            <a:xfrm>
              <a:off x="2520634" y="2107018"/>
              <a:ext cx="232782" cy="51909"/>
            </a:xfrm>
            <a:custGeom>
              <a:avLst/>
              <a:gdLst/>
              <a:ahLst/>
              <a:cxnLst/>
              <a:rect l="l" t="t" r="r" b="b"/>
              <a:pathLst>
                <a:path w="5758" h="1284" extrusionOk="0">
                  <a:moveTo>
                    <a:pt x="575" y="0"/>
                  </a:moveTo>
                  <a:lnTo>
                    <a:pt x="518" y="10"/>
                  </a:lnTo>
                  <a:lnTo>
                    <a:pt x="451" y="29"/>
                  </a:lnTo>
                  <a:lnTo>
                    <a:pt x="393" y="48"/>
                  </a:lnTo>
                  <a:lnTo>
                    <a:pt x="336" y="77"/>
                  </a:lnTo>
                  <a:lnTo>
                    <a:pt x="288" y="106"/>
                  </a:lnTo>
                  <a:lnTo>
                    <a:pt x="231" y="144"/>
                  </a:lnTo>
                  <a:lnTo>
                    <a:pt x="192" y="192"/>
                  </a:lnTo>
                  <a:lnTo>
                    <a:pt x="144" y="230"/>
                  </a:lnTo>
                  <a:lnTo>
                    <a:pt x="106" y="278"/>
                  </a:lnTo>
                  <a:lnTo>
                    <a:pt x="77" y="335"/>
                  </a:lnTo>
                  <a:lnTo>
                    <a:pt x="49" y="393"/>
                  </a:lnTo>
                  <a:lnTo>
                    <a:pt x="29" y="450"/>
                  </a:lnTo>
                  <a:lnTo>
                    <a:pt x="10" y="508"/>
                  </a:lnTo>
                  <a:lnTo>
                    <a:pt x="1" y="575"/>
                  </a:lnTo>
                  <a:lnTo>
                    <a:pt x="1" y="642"/>
                  </a:lnTo>
                  <a:lnTo>
                    <a:pt x="1" y="709"/>
                  </a:lnTo>
                  <a:lnTo>
                    <a:pt x="10" y="776"/>
                  </a:lnTo>
                  <a:lnTo>
                    <a:pt x="29" y="834"/>
                  </a:lnTo>
                  <a:lnTo>
                    <a:pt x="49" y="891"/>
                  </a:lnTo>
                  <a:lnTo>
                    <a:pt x="77" y="948"/>
                  </a:lnTo>
                  <a:lnTo>
                    <a:pt x="106" y="1006"/>
                  </a:lnTo>
                  <a:lnTo>
                    <a:pt x="144" y="1054"/>
                  </a:lnTo>
                  <a:lnTo>
                    <a:pt x="192" y="1102"/>
                  </a:lnTo>
                  <a:lnTo>
                    <a:pt x="231" y="1140"/>
                  </a:lnTo>
                  <a:lnTo>
                    <a:pt x="288" y="1178"/>
                  </a:lnTo>
                  <a:lnTo>
                    <a:pt x="336" y="1207"/>
                  </a:lnTo>
                  <a:lnTo>
                    <a:pt x="393" y="1236"/>
                  </a:lnTo>
                  <a:lnTo>
                    <a:pt x="451" y="1255"/>
                  </a:lnTo>
                  <a:lnTo>
                    <a:pt x="518" y="1274"/>
                  </a:lnTo>
                  <a:lnTo>
                    <a:pt x="575" y="1284"/>
                  </a:lnTo>
                  <a:lnTo>
                    <a:pt x="5182" y="1284"/>
                  </a:lnTo>
                  <a:lnTo>
                    <a:pt x="5249" y="1274"/>
                  </a:lnTo>
                  <a:lnTo>
                    <a:pt x="5307" y="1255"/>
                  </a:lnTo>
                  <a:lnTo>
                    <a:pt x="5364" y="1236"/>
                  </a:lnTo>
                  <a:lnTo>
                    <a:pt x="5422" y="1207"/>
                  </a:lnTo>
                  <a:lnTo>
                    <a:pt x="5479" y="1178"/>
                  </a:lnTo>
                  <a:lnTo>
                    <a:pt x="5527" y="1140"/>
                  </a:lnTo>
                  <a:lnTo>
                    <a:pt x="5575" y="1102"/>
                  </a:lnTo>
                  <a:lnTo>
                    <a:pt x="5613" y="1054"/>
                  </a:lnTo>
                  <a:lnTo>
                    <a:pt x="5652" y="1006"/>
                  </a:lnTo>
                  <a:lnTo>
                    <a:pt x="5680" y="948"/>
                  </a:lnTo>
                  <a:lnTo>
                    <a:pt x="5709" y="891"/>
                  </a:lnTo>
                  <a:lnTo>
                    <a:pt x="5728" y="834"/>
                  </a:lnTo>
                  <a:lnTo>
                    <a:pt x="5748" y="776"/>
                  </a:lnTo>
                  <a:lnTo>
                    <a:pt x="5757" y="709"/>
                  </a:lnTo>
                  <a:lnTo>
                    <a:pt x="5757" y="642"/>
                  </a:lnTo>
                  <a:lnTo>
                    <a:pt x="5757" y="575"/>
                  </a:lnTo>
                  <a:lnTo>
                    <a:pt x="5748" y="508"/>
                  </a:lnTo>
                  <a:lnTo>
                    <a:pt x="5728" y="450"/>
                  </a:lnTo>
                  <a:lnTo>
                    <a:pt x="5709" y="393"/>
                  </a:lnTo>
                  <a:lnTo>
                    <a:pt x="5680" y="335"/>
                  </a:lnTo>
                  <a:lnTo>
                    <a:pt x="5652" y="278"/>
                  </a:lnTo>
                  <a:lnTo>
                    <a:pt x="5613" y="230"/>
                  </a:lnTo>
                  <a:lnTo>
                    <a:pt x="5575" y="192"/>
                  </a:lnTo>
                  <a:lnTo>
                    <a:pt x="5527" y="144"/>
                  </a:lnTo>
                  <a:lnTo>
                    <a:pt x="5479" y="106"/>
                  </a:lnTo>
                  <a:lnTo>
                    <a:pt x="5422" y="77"/>
                  </a:lnTo>
                  <a:lnTo>
                    <a:pt x="5364" y="48"/>
                  </a:lnTo>
                  <a:lnTo>
                    <a:pt x="5307" y="29"/>
                  </a:lnTo>
                  <a:lnTo>
                    <a:pt x="5249" y="10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2"/>
            <p:cNvSpPr/>
            <p:nvPr/>
          </p:nvSpPr>
          <p:spPr>
            <a:xfrm>
              <a:off x="2517157" y="2213867"/>
              <a:ext cx="89870" cy="173919"/>
            </a:xfrm>
            <a:custGeom>
              <a:avLst/>
              <a:gdLst/>
              <a:ahLst/>
              <a:cxnLst/>
              <a:rect l="l" t="t" r="r" b="b"/>
              <a:pathLst>
                <a:path w="2223" h="4302" extrusionOk="0">
                  <a:moveTo>
                    <a:pt x="815" y="1"/>
                  </a:moveTo>
                  <a:lnTo>
                    <a:pt x="767" y="10"/>
                  </a:lnTo>
                  <a:lnTo>
                    <a:pt x="719" y="20"/>
                  </a:lnTo>
                  <a:lnTo>
                    <a:pt x="671" y="30"/>
                  </a:lnTo>
                  <a:lnTo>
                    <a:pt x="623" y="49"/>
                  </a:lnTo>
                  <a:lnTo>
                    <a:pt x="575" y="77"/>
                  </a:lnTo>
                  <a:lnTo>
                    <a:pt x="537" y="116"/>
                  </a:lnTo>
                  <a:lnTo>
                    <a:pt x="499" y="154"/>
                  </a:lnTo>
                  <a:lnTo>
                    <a:pt x="470" y="192"/>
                  </a:lnTo>
                  <a:lnTo>
                    <a:pt x="441" y="240"/>
                  </a:lnTo>
                  <a:lnTo>
                    <a:pt x="288" y="575"/>
                  </a:lnTo>
                  <a:lnTo>
                    <a:pt x="221" y="719"/>
                  </a:lnTo>
                  <a:lnTo>
                    <a:pt x="173" y="872"/>
                  </a:lnTo>
                  <a:lnTo>
                    <a:pt x="125" y="1016"/>
                  </a:lnTo>
                  <a:lnTo>
                    <a:pt x="77" y="1169"/>
                  </a:lnTo>
                  <a:lnTo>
                    <a:pt x="48" y="1323"/>
                  </a:lnTo>
                  <a:lnTo>
                    <a:pt x="29" y="1476"/>
                  </a:lnTo>
                  <a:lnTo>
                    <a:pt x="10" y="1639"/>
                  </a:lnTo>
                  <a:lnTo>
                    <a:pt x="0" y="1792"/>
                  </a:lnTo>
                  <a:lnTo>
                    <a:pt x="0" y="1945"/>
                  </a:lnTo>
                  <a:lnTo>
                    <a:pt x="10" y="2098"/>
                  </a:lnTo>
                  <a:lnTo>
                    <a:pt x="20" y="2261"/>
                  </a:lnTo>
                  <a:lnTo>
                    <a:pt x="48" y="2414"/>
                  </a:lnTo>
                  <a:lnTo>
                    <a:pt x="77" y="2568"/>
                  </a:lnTo>
                  <a:lnTo>
                    <a:pt x="115" y="2721"/>
                  </a:lnTo>
                  <a:lnTo>
                    <a:pt x="163" y="2874"/>
                  </a:lnTo>
                  <a:lnTo>
                    <a:pt x="221" y="3018"/>
                  </a:lnTo>
                  <a:lnTo>
                    <a:pt x="623" y="4043"/>
                  </a:lnTo>
                  <a:lnTo>
                    <a:pt x="652" y="4091"/>
                  </a:lnTo>
                  <a:lnTo>
                    <a:pt x="680" y="4148"/>
                  </a:lnTo>
                  <a:lnTo>
                    <a:pt x="719" y="4186"/>
                  </a:lnTo>
                  <a:lnTo>
                    <a:pt x="767" y="4225"/>
                  </a:lnTo>
                  <a:lnTo>
                    <a:pt x="815" y="4253"/>
                  </a:lnTo>
                  <a:lnTo>
                    <a:pt x="872" y="4282"/>
                  </a:lnTo>
                  <a:lnTo>
                    <a:pt x="930" y="4301"/>
                  </a:lnTo>
                  <a:lnTo>
                    <a:pt x="1112" y="4301"/>
                  </a:lnTo>
                  <a:lnTo>
                    <a:pt x="1226" y="4282"/>
                  </a:lnTo>
                  <a:lnTo>
                    <a:pt x="1332" y="4244"/>
                  </a:lnTo>
                  <a:lnTo>
                    <a:pt x="1428" y="4186"/>
                  </a:lnTo>
                  <a:lnTo>
                    <a:pt x="1514" y="4119"/>
                  </a:lnTo>
                  <a:lnTo>
                    <a:pt x="1590" y="4033"/>
                  </a:lnTo>
                  <a:lnTo>
                    <a:pt x="1657" y="3937"/>
                  </a:lnTo>
                  <a:lnTo>
                    <a:pt x="1705" y="3832"/>
                  </a:lnTo>
                  <a:lnTo>
                    <a:pt x="2146" y="2510"/>
                  </a:lnTo>
                  <a:lnTo>
                    <a:pt x="2194" y="2338"/>
                  </a:lnTo>
                  <a:lnTo>
                    <a:pt x="2223" y="2165"/>
                  </a:lnTo>
                  <a:lnTo>
                    <a:pt x="2223" y="1993"/>
                  </a:lnTo>
                  <a:lnTo>
                    <a:pt x="2203" y="1811"/>
                  </a:lnTo>
                  <a:lnTo>
                    <a:pt x="2165" y="1648"/>
                  </a:lnTo>
                  <a:lnTo>
                    <a:pt x="2108" y="1476"/>
                  </a:lnTo>
                  <a:lnTo>
                    <a:pt x="2021" y="1323"/>
                  </a:lnTo>
                  <a:lnTo>
                    <a:pt x="1926" y="1169"/>
                  </a:lnTo>
                  <a:lnTo>
                    <a:pt x="1131" y="164"/>
                  </a:lnTo>
                  <a:lnTo>
                    <a:pt x="1102" y="125"/>
                  </a:lnTo>
                  <a:lnTo>
                    <a:pt x="1054" y="87"/>
                  </a:lnTo>
                  <a:lnTo>
                    <a:pt x="1016" y="58"/>
                  </a:lnTo>
                  <a:lnTo>
                    <a:pt x="968" y="30"/>
                  </a:lnTo>
                  <a:lnTo>
                    <a:pt x="920" y="20"/>
                  </a:lnTo>
                  <a:lnTo>
                    <a:pt x="862" y="10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9" name="Google Shape;689;p22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 smtClean="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ML</a:t>
            </a:r>
            <a:endParaRPr sz="4800" b="1" dirty="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90" name="Google Shape;690;p22"/>
          <p:cNvSpPr txBox="1"/>
          <p:nvPr/>
        </p:nvSpPr>
        <p:spPr>
          <a:xfrm>
            <a:off x="3480025" y="1473900"/>
            <a:ext cx="21840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 Configuration</a:t>
            </a:r>
            <a:endParaRPr sz="18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691" name="Google Shape;691;p22"/>
          <p:cNvGrpSpPr/>
          <p:nvPr/>
        </p:nvGrpSpPr>
        <p:grpSpPr>
          <a:xfrm>
            <a:off x="4095775" y="2496725"/>
            <a:ext cx="483000" cy="483000"/>
            <a:chOff x="4095775" y="2496725"/>
            <a:chExt cx="483000" cy="483000"/>
          </a:xfrm>
        </p:grpSpPr>
        <p:sp>
          <p:nvSpPr>
            <p:cNvPr id="692" name="Google Shape;692;p22"/>
            <p:cNvSpPr/>
            <p:nvPr/>
          </p:nvSpPr>
          <p:spPr>
            <a:xfrm>
              <a:off x="4095775" y="2496725"/>
              <a:ext cx="483000" cy="4830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2"/>
            <p:cNvSpPr/>
            <p:nvPr/>
          </p:nvSpPr>
          <p:spPr>
            <a:xfrm>
              <a:off x="4171375" y="2572325"/>
              <a:ext cx="331800" cy="331800"/>
            </a:xfrm>
            <a:prstGeom prst="ellipse">
              <a:avLst/>
            </a:prstGeom>
            <a:solidFill>
              <a:srgbClr val="8027E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4274000" y="2674950"/>
              <a:ext cx="126600" cy="126600"/>
            </a:xfrm>
            <a:prstGeom prst="ellipse">
              <a:avLst/>
            </a:prstGeom>
            <a:solidFill>
              <a:srgbClr val="8027EA">
                <a:alpha val="501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5" name="Google Shape;695;p22"/>
          <p:cNvCxnSpPr>
            <a:stCxn id="690" idx="2"/>
            <a:endCxn id="692" idx="0"/>
          </p:cNvCxnSpPr>
          <p:nvPr/>
        </p:nvCxnSpPr>
        <p:spPr>
          <a:xfrm rot="5400000">
            <a:off x="4156388" y="2081087"/>
            <a:ext cx="596525" cy="2347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6"/>
            </a:solidFill>
            <a:prstDash val="dash"/>
            <a:round/>
            <a:headEnd type="oval" w="med" len="med"/>
            <a:tailEnd type="none" w="med" len="med"/>
          </a:ln>
        </p:spPr>
      </p:cxnSp>
      <p:grpSp>
        <p:nvGrpSpPr>
          <p:cNvPr id="696" name="Google Shape;696;p22"/>
          <p:cNvGrpSpPr/>
          <p:nvPr/>
        </p:nvGrpSpPr>
        <p:grpSpPr>
          <a:xfrm>
            <a:off x="457200" y="961538"/>
            <a:ext cx="2518200" cy="824600"/>
            <a:chOff x="457200" y="959300"/>
            <a:chExt cx="2518200" cy="824600"/>
          </a:xfrm>
        </p:grpSpPr>
        <p:grpSp>
          <p:nvGrpSpPr>
            <p:cNvPr id="697" name="Google Shape;697;p22"/>
            <p:cNvGrpSpPr/>
            <p:nvPr/>
          </p:nvGrpSpPr>
          <p:grpSpPr>
            <a:xfrm>
              <a:off x="914400" y="959300"/>
              <a:ext cx="2061000" cy="824600"/>
              <a:chOff x="457200" y="959300"/>
              <a:chExt cx="2061000" cy="824600"/>
            </a:xfrm>
          </p:grpSpPr>
          <p:sp>
            <p:nvSpPr>
              <p:cNvPr id="698" name="Google Shape;698;p22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Input Shape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99" name="Google Shape;699;p22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" dirty="0">
                    <a:latin typeface="Roboto"/>
                    <a:ea typeface="Roboto"/>
                    <a:cs typeface="Roboto"/>
                    <a:sym typeface="Roboto"/>
                  </a:rPr>
                  <a:t>64, 64, 3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00" name="Google Shape;700;p22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01" name="Google Shape;701;p22"/>
          <p:cNvGrpSpPr/>
          <p:nvPr/>
        </p:nvGrpSpPr>
        <p:grpSpPr>
          <a:xfrm>
            <a:off x="457200" y="2970300"/>
            <a:ext cx="2518200" cy="824600"/>
            <a:chOff x="457200" y="2970300"/>
            <a:chExt cx="2518200" cy="824600"/>
          </a:xfrm>
        </p:grpSpPr>
        <p:grpSp>
          <p:nvGrpSpPr>
            <p:cNvPr id="702" name="Google Shape;702;p22"/>
            <p:cNvGrpSpPr/>
            <p:nvPr/>
          </p:nvGrpSpPr>
          <p:grpSpPr>
            <a:xfrm>
              <a:off x="914400" y="2970300"/>
              <a:ext cx="2061000" cy="824600"/>
              <a:chOff x="457200" y="2984950"/>
              <a:chExt cx="2061000" cy="824600"/>
            </a:xfrm>
          </p:grpSpPr>
          <p:sp>
            <p:nvSpPr>
              <p:cNvPr id="703" name="Google Shape;703;p22"/>
              <p:cNvSpPr txBox="1"/>
              <p:nvPr/>
            </p:nvSpPr>
            <p:spPr>
              <a:xfrm>
                <a:off x="457200" y="298495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Epochs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04" name="Google Shape;704;p22"/>
              <p:cNvSpPr txBox="1"/>
              <p:nvPr/>
            </p:nvSpPr>
            <p:spPr>
              <a:xfrm>
                <a:off x="457200" y="332655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" dirty="0">
                    <a:latin typeface="Roboto"/>
                    <a:ea typeface="Roboto"/>
                    <a:cs typeface="Roboto"/>
                    <a:sym typeface="Roboto"/>
                  </a:rPr>
                  <a:t>80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05" name="Google Shape;705;p22"/>
            <p:cNvSpPr txBox="1"/>
            <p:nvPr/>
          </p:nvSpPr>
          <p:spPr>
            <a:xfrm>
              <a:off x="457200" y="2970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06" name="Google Shape;706;p22"/>
          <p:cNvGrpSpPr/>
          <p:nvPr/>
        </p:nvGrpSpPr>
        <p:grpSpPr>
          <a:xfrm>
            <a:off x="457200" y="1964800"/>
            <a:ext cx="2518200" cy="824600"/>
            <a:chOff x="457200" y="1964800"/>
            <a:chExt cx="2518200" cy="824600"/>
          </a:xfrm>
        </p:grpSpPr>
        <p:grpSp>
          <p:nvGrpSpPr>
            <p:cNvPr id="707" name="Google Shape;707;p22"/>
            <p:cNvGrpSpPr/>
            <p:nvPr/>
          </p:nvGrpSpPr>
          <p:grpSpPr>
            <a:xfrm>
              <a:off x="914400" y="1964800"/>
              <a:ext cx="2061000" cy="824600"/>
              <a:chOff x="457200" y="2087425"/>
              <a:chExt cx="2061000" cy="824600"/>
            </a:xfrm>
          </p:grpSpPr>
          <p:sp>
            <p:nvSpPr>
              <p:cNvPr id="708" name="Google Shape;708;p22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Loss Function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09" name="Google Shape;709;p22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Sparse Categorical </a:t>
                </a:r>
                <a:r>
                  <a:rPr lang="en-US" dirty="0" err="1">
                    <a:latin typeface="Roboto"/>
                    <a:ea typeface="Roboto"/>
                    <a:cs typeface="Roboto"/>
                    <a:sym typeface="Roboto"/>
                  </a:rPr>
                  <a:t>Crossentropy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10" name="Google Shape;710;p22"/>
            <p:cNvSpPr txBox="1"/>
            <p:nvPr/>
          </p:nvSpPr>
          <p:spPr>
            <a:xfrm>
              <a:off x="4572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11" name="Google Shape;711;p22"/>
          <p:cNvGrpSpPr/>
          <p:nvPr/>
        </p:nvGrpSpPr>
        <p:grpSpPr>
          <a:xfrm>
            <a:off x="457200" y="3975800"/>
            <a:ext cx="2518200" cy="331800"/>
            <a:chOff x="457200" y="3975800"/>
            <a:chExt cx="2518200" cy="331800"/>
          </a:xfrm>
        </p:grpSpPr>
        <p:sp>
          <p:nvSpPr>
            <p:cNvPr id="713" name="Google Shape;713;p22"/>
            <p:cNvSpPr txBox="1"/>
            <p:nvPr/>
          </p:nvSpPr>
          <p:spPr>
            <a:xfrm>
              <a:off x="914400" y="39758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Training Visualization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15" name="Google Shape;715;p22"/>
            <p:cNvSpPr txBox="1"/>
            <p:nvPr/>
          </p:nvSpPr>
          <p:spPr>
            <a:xfrm>
              <a:off x="457200" y="3975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07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16" name="Google Shape;716;p22"/>
          <p:cNvGrpSpPr/>
          <p:nvPr/>
        </p:nvGrpSpPr>
        <p:grpSpPr>
          <a:xfrm>
            <a:off x="6168600" y="959300"/>
            <a:ext cx="2518200" cy="824600"/>
            <a:chOff x="6168600" y="959300"/>
            <a:chExt cx="2518200" cy="824600"/>
          </a:xfrm>
        </p:grpSpPr>
        <p:grpSp>
          <p:nvGrpSpPr>
            <p:cNvPr id="717" name="Google Shape;717;p22"/>
            <p:cNvGrpSpPr/>
            <p:nvPr/>
          </p:nvGrpSpPr>
          <p:grpSpPr>
            <a:xfrm>
              <a:off x="6168600" y="959300"/>
              <a:ext cx="2061000" cy="824600"/>
              <a:chOff x="6625825" y="959300"/>
              <a:chExt cx="2061000" cy="824600"/>
            </a:xfrm>
          </p:grpSpPr>
          <p:sp>
            <p:nvSpPr>
              <p:cNvPr id="718" name="Google Shape;718;p22"/>
              <p:cNvSpPr txBox="1"/>
              <p:nvPr/>
            </p:nvSpPr>
            <p:spPr>
              <a:xfrm>
                <a:off x="6625825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r"/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Optimizer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19" name="Google Shape;719;p22"/>
              <p:cNvSpPr txBox="1"/>
              <p:nvPr/>
            </p:nvSpPr>
            <p:spPr>
              <a:xfrm>
                <a:off x="6858025" y="1300900"/>
                <a:ext cx="18288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r"/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Adam </a:t>
                </a:r>
                <a:endParaRPr lang="en-US" dirty="0" smtClean="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lvl="0" algn="r"/>
                <a:r>
                  <a:rPr lang="en-US" dirty="0" smtClean="0">
                    <a:latin typeface="Roboto"/>
                    <a:ea typeface="Roboto"/>
                    <a:cs typeface="Roboto"/>
                    <a:sym typeface="Roboto"/>
                  </a:rPr>
                  <a:t>(</a:t>
                </a:r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learning rate = 1e-4)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20" name="Google Shape;720;p22"/>
            <p:cNvSpPr txBox="1"/>
            <p:nvPr/>
          </p:nvSpPr>
          <p:spPr>
            <a:xfrm>
              <a:off x="82296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21" name="Google Shape;721;p22"/>
          <p:cNvGrpSpPr/>
          <p:nvPr/>
        </p:nvGrpSpPr>
        <p:grpSpPr>
          <a:xfrm>
            <a:off x="6168600" y="2970300"/>
            <a:ext cx="2518200" cy="824600"/>
            <a:chOff x="6168600" y="2970300"/>
            <a:chExt cx="2518200" cy="824600"/>
          </a:xfrm>
        </p:grpSpPr>
        <p:grpSp>
          <p:nvGrpSpPr>
            <p:cNvPr id="722" name="Google Shape;722;p22"/>
            <p:cNvGrpSpPr/>
            <p:nvPr/>
          </p:nvGrpSpPr>
          <p:grpSpPr>
            <a:xfrm>
              <a:off x="6168600" y="2970300"/>
              <a:ext cx="2061000" cy="824600"/>
              <a:chOff x="6625825" y="2984950"/>
              <a:chExt cx="2061000" cy="824600"/>
            </a:xfrm>
          </p:grpSpPr>
          <p:sp>
            <p:nvSpPr>
              <p:cNvPr id="723" name="Google Shape;723;p22"/>
              <p:cNvSpPr txBox="1"/>
              <p:nvPr/>
            </p:nvSpPr>
            <p:spPr>
              <a:xfrm>
                <a:off x="6625825" y="298495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r"/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Dropout Rate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24" name="Google Shape;724;p22"/>
              <p:cNvSpPr txBox="1"/>
              <p:nvPr/>
            </p:nvSpPr>
            <p:spPr>
              <a:xfrm>
                <a:off x="6625825" y="332655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r"/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0.1 throughout model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25" name="Google Shape;725;p22"/>
            <p:cNvSpPr txBox="1"/>
            <p:nvPr/>
          </p:nvSpPr>
          <p:spPr>
            <a:xfrm>
              <a:off x="8229600" y="2970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18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26" name="Google Shape;726;p22"/>
          <p:cNvGrpSpPr/>
          <p:nvPr/>
        </p:nvGrpSpPr>
        <p:grpSpPr>
          <a:xfrm>
            <a:off x="6168600" y="1964800"/>
            <a:ext cx="2518200" cy="824600"/>
            <a:chOff x="6168600" y="1964800"/>
            <a:chExt cx="2518200" cy="824600"/>
          </a:xfrm>
        </p:grpSpPr>
        <p:grpSp>
          <p:nvGrpSpPr>
            <p:cNvPr id="727" name="Google Shape;727;p22"/>
            <p:cNvGrpSpPr/>
            <p:nvPr/>
          </p:nvGrpSpPr>
          <p:grpSpPr>
            <a:xfrm>
              <a:off x="6168600" y="1964800"/>
              <a:ext cx="2061000" cy="824600"/>
              <a:chOff x="6625825" y="2087425"/>
              <a:chExt cx="2061000" cy="824600"/>
            </a:xfrm>
          </p:grpSpPr>
          <p:sp>
            <p:nvSpPr>
              <p:cNvPr id="728" name="Google Shape;728;p22"/>
              <p:cNvSpPr txBox="1"/>
              <p:nvPr/>
            </p:nvSpPr>
            <p:spPr>
              <a:xfrm>
                <a:off x="6625825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r"/>
                <a:r>
                  <a:rPr lang="en-US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Metric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29" name="Google Shape;729;p22"/>
              <p:cNvSpPr txBox="1"/>
              <p:nvPr/>
            </p:nvSpPr>
            <p:spPr>
              <a:xfrm>
                <a:off x="6625825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r"/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Accuracy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30" name="Google Shape;730;p22"/>
            <p:cNvSpPr txBox="1"/>
            <p:nvPr/>
          </p:nvSpPr>
          <p:spPr>
            <a:xfrm>
              <a:off x="82296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31" name="Google Shape;731;p22"/>
          <p:cNvGrpSpPr/>
          <p:nvPr/>
        </p:nvGrpSpPr>
        <p:grpSpPr>
          <a:xfrm>
            <a:off x="6168600" y="3975800"/>
            <a:ext cx="2518200" cy="331800"/>
            <a:chOff x="6168600" y="3975800"/>
            <a:chExt cx="2518200" cy="331800"/>
          </a:xfrm>
        </p:grpSpPr>
        <p:sp>
          <p:nvSpPr>
            <p:cNvPr id="733" name="Google Shape;733;p22"/>
            <p:cNvSpPr txBox="1"/>
            <p:nvPr/>
          </p:nvSpPr>
          <p:spPr>
            <a:xfrm>
              <a:off x="6168600" y="39758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Hardware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35" name="Google Shape;735;p22"/>
            <p:cNvSpPr txBox="1"/>
            <p:nvPr/>
          </p:nvSpPr>
          <p:spPr>
            <a:xfrm>
              <a:off x="8229600" y="3975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08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/>
          <p:nvPr/>
        </p:nvSpPr>
        <p:spPr>
          <a:xfrm>
            <a:off x="4968240" y="1685925"/>
            <a:ext cx="3819600" cy="2562300"/>
          </a:xfrm>
          <a:prstGeom prst="roundRect">
            <a:avLst>
              <a:gd name="adj" fmla="val 1666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121920" y="1685925"/>
            <a:ext cx="4154855" cy="2562300"/>
          </a:xfrm>
          <a:prstGeom prst="roundRect">
            <a:avLst>
              <a:gd name="adj" fmla="val 16667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MODEL EVALUATION</a:t>
            </a:r>
            <a:endParaRPr dirty="0"/>
          </a:p>
        </p:txBody>
      </p:sp>
      <p:sp>
        <p:nvSpPr>
          <p:cNvPr id="355" name="Google Shape;355;p17"/>
          <p:cNvSpPr/>
          <p:nvPr/>
        </p:nvSpPr>
        <p:spPr>
          <a:xfrm>
            <a:off x="4192030" y="2528955"/>
            <a:ext cx="784800" cy="78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Vs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MODEL EVALUATION</a:t>
            </a:r>
            <a:endParaRPr dirty="0"/>
          </a:p>
        </p:txBody>
      </p:sp>
      <p:pic>
        <p:nvPicPr>
          <p:cNvPr id="1544" name="Google Shape;1544;p33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3164" r="6375" b="8441"/>
          <a:stretch/>
        </p:blipFill>
        <p:spPr>
          <a:xfrm>
            <a:off x="2932475" y="1250550"/>
            <a:ext cx="4726249" cy="261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p33"/>
          <p:cNvGrpSpPr/>
          <p:nvPr/>
        </p:nvGrpSpPr>
        <p:grpSpPr>
          <a:xfrm>
            <a:off x="457197" y="1090380"/>
            <a:ext cx="2381210" cy="331800"/>
            <a:chOff x="457200" y="959300"/>
            <a:chExt cx="2518200" cy="331800"/>
          </a:xfrm>
        </p:grpSpPr>
        <p:sp>
          <p:nvSpPr>
            <p:cNvPr id="1548" name="Google Shape;1548;p33"/>
            <p:cNvSpPr txBox="1"/>
            <p:nvPr/>
          </p:nvSpPr>
          <p:spPr>
            <a:xfrm>
              <a:off x="9144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Accuracy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50" name="Google Shape;1550;p33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51" name="Google Shape;1551;p33"/>
          <p:cNvGrpSpPr/>
          <p:nvPr/>
        </p:nvGrpSpPr>
        <p:grpSpPr>
          <a:xfrm>
            <a:off x="457191" y="2145645"/>
            <a:ext cx="2381210" cy="331800"/>
            <a:chOff x="457200" y="1964800"/>
            <a:chExt cx="2518200" cy="331800"/>
          </a:xfrm>
        </p:grpSpPr>
        <p:sp>
          <p:nvSpPr>
            <p:cNvPr id="1553" name="Google Shape;1553;p33"/>
            <p:cNvSpPr txBox="1"/>
            <p:nvPr/>
          </p:nvSpPr>
          <p:spPr>
            <a:xfrm>
              <a:off x="914400" y="19648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Precision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55" name="Google Shape;1555;p33"/>
            <p:cNvSpPr txBox="1"/>
            <p:nvPr/>
          </p:nvSpPr>
          <p:spPr>
            <a:xfrm>
              <a:off x="4572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56" name="Google Shape;1556;p33"/>
          <p:cNvGrpSpPr/>
          <p:nvPr/>
        </p:nvGrpSpPr>
        <p:grpSpPr>
          <a:xfrm>
            <a:off x="457197" y="3200910"/>
            <a:ext cx="2381210" cy="331800"/>
            <a:chOff x="457200" y="959300"/>
            <a:chExt cx="2518200" cy="331800"/>
          </a:xfrm>
        </p:grpSpPr>
        <p:sp>
          <p:nvSpPr>
            <p:cNvPr id="1558" name="Google Shape;1558;p33"/>
            <p:cNvSpPr txBox="1"/>
            <p:nvPr/>
          </p:nvSpPr>
          <p:spPr>
            <a:xfrm>
              <a:off x="9144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 smtClean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Recall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60" name="Google Shape;1560;p33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561" name="Google Shape;1561;p33"/>
          <p:cNvSpPr/>
          <p:nvPr/>
        </p:nvSpPr>
        <p:spPr>
          <a:xfrm>
            <a:off x="377190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97%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562" name="Google Shape;1562;p33"/>
          <p:cNvSpPr/>
          <p:nvPr/>
        </p:nvSpPr>
        <p:spPr>
          <a:xfrm>
            <a:off x="512445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97%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563" name="Google Shape;1563;p33"/>
          <p:cNvSpPr/>
          <p:nvPr/>
        </p:nvSpPr>
        <p:spPr>
          <a:xfrm>
            <a:off x="647700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97%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564" name="Google Shape;1564;p33"/>
          <p:cNvGrpSpPr/>
          <p:nvPr/>
        </p:nvGrpSpPr>
        <p:grpSpPr>
          <a:xfrm>
            <a:off x="7383091" y="728858"/>
            <a:ext cx="1678246" cy="3165373"/>
            <a:chOff x="3161760" y="1088175"/>
            <a:chExt cx="1931905" cy="3643804"/>
          </a:xfrm>
        </p:grpSpPr>
        <p:sp>
          <p:nvSpPr>
            <p:cNvPr id="1565" name="Google Shape;1565;p33"/>
            <p:cNvSpPr/>
            <p:nvPr/>
          </p:nvSpPr>
          <p:spPr>
            <a:xfrm>
              <a:off x="3482626" y="4612138"/>
              <a:ext cx="1422734" cy="119841"/>
            </a:xfrm>
            <a:custGeom>
              <a:avLst/>
              <a:gdLst/>
              <a:ahLst/>
              <a:cxnLst/>
              <a:rect l="l" t="t" r="r" b="b"/>
              <a:pathLst>
                <a:path w="51797" h="4363" extrusionOk="0">
                  <a:moveTo>
                    <a:pt x="25891" y="1"/>
                  </a:moveTo>
                  <a:lnTo>
                    <a:pt x="23247" y="16"/>
                  </a:lnTo>
                  <a:lnTo>
                    <a:pt x="20677" y="45"/>
                  </a:lnTo>
                  <a:lnTo>
                    <a:pt x="18197" y="105"/>
                  </a:lnTo>
                  <a:lnTo>
                    <a:pt x="15822" y="180"/>
                  </a:lnTo>
                  <a:lnTo>
                    <a:pt x="13551" y="270"/>
                  </a:lnTo>
                  <a:lnTo>
                    <a:pt x="11415" y="374"/>
                  </a:lnTo>
                  <a:lnTo>
                    <a:pt x="9428" y="509"/>
                  </a:lnTo>
                  <a:lnTo>
                    <a:pt x="7590" y="643"/>
                  </a:lnTo>
                  <a:lnTo>
                    <a:pt x="5917" y="792"/>
                  </a:lnTo>
                  <a:lnTo>
                    <a:pt x="4423" y="972"/>
                  </a:lnTo>
                  <a:lnTo>
                    <a:pt x="3751" y="1061"/>
                  </a:lnTo>
                  <a:lnTo>
                    <a:pt x="3123" y="1151"/>
                  </a:lnTo>
                  <a:lnTo>
                    <a:pt x="2555" y="1241"/>
                  </a:lnTo>
                  <a:lnTo>
                    <a:pt x="2033" y="1330"/>
                  </a:lnTo>
                  <a:lnTo>
                    <a:pt x="1569" y="1435"/>
                  </a:lnTo>
                  <a:lnTo>
                    <a:pt x="1166" y="1539"/>
                  </a:lnTo>
                  <a:lnTo>
                    <a:pt x="808" y="1644"/>
                  </a:lnTo>
                  <a:lnTo>
                    <a:pt x="524" y="1749"/>
                  </a:lnTo>
                  <a:lnTo>
                    <a:pt x="300" y="1853"/>
                  </a:lnTo>
                  <a:lnTo>
                    <a:pt x="210" y="1913"/>
                  </a:lnTo>
                  <a:lnTo>
                    <a:pt x="135" y="1958"/>
                  </a:lnTo>
                  <a:lnTo>
                    <a:pt x="75" y="2018"/>
                  </a:lnTo>
                  <a:lnTo>
                    <a:pt x="31" y="2077"/>
                  </a:lnTo>
                  <a:lnTo>
                    <a:pt x="1" y="2122"/>
                  </a:lnTo>
                  <a:lnTo>
                    <a:pt x="1" y="2182"/>
                  </a:lnTo>
                  <a:lnTo>
                    <a:pt x="1" y="2242"/>
                  </a:lnTo>
                  <a:lnTo>
                    <a:pt x="31" y="2301"/>
                  </a:lnTo>
                  <a:lnTo>
                    <a:pt x="75" y="2346"/>
                  </a:lnTo>
                  <a:lnTo>
                    <a:pt x="135" y="2406"/>
                  </a:lnTo>
                  <a:lnTo>
                    <a:pt x="210" y="2466"/>
                  </a:lnTo>
                  <a:lnTo>
                    <a:pt x="300" y="2511"/>
                  </a:lnTo>
                  <a:lnTo>
                    <a:pt x="524" y="2630"/>
                  </a:lnTo>
                  <a:lnTo>
                    <a:pt x="808" y="2735"/>
                  </a:lnTo>
                  <a:lnTo>
                    <a:pt x="1166" y="2839"/>
                  </a:lnTo>
                  <a:lnTo>
                    <a:pt x="1569" y="2929"/>
                  </a:lnTo>
                  <a:lnTo>
                    <a:pt x="2033" y="3033"/>
                  </a:lnTo>
                  <a:lnTo>
                    <a:pt x="2555" y="3123"/>
                  </a:lnTo>
                  <a:lnTo>
                    <a:pt x="3123" y="3228"/>
                  </a:lnTo>
                  <a:lnTo>
                    <a:pt x="3751" y="3317"/>
                  </a:lnTo>
                  <a:lnTo>
                    <a:pt x="4423" y="3407"/>
                  </a:lnTo>
                  <a:lnTo>
                    <a:pt x="5917" y="3571"/>
                  </a:lnTo>
                  <a:lnTo>
                    <a:pt x="7590" y="3721"/>
                  </a:lnTo>
                  <a:lnTo>
                    <a:pt x="9428" y="3870"/>
                  </a:lnTo>
                  <a:lnTo>
                    <a:pt x="11415" y="3990"/>
                  </a:lnTo>
                  <a:lnTo>
                    <a:pt x="13551" y="4094"/>
                  </a:lnTo>
                  <a:lnTo>
                    <a:pt x="15822" y="4184"/>
                  </a:lnTo>
                  <a:lnTo>
                    <a:pt x="18197" y="4258"/>
                  </a:lnTo>
                  <a:lnTo>
                    <a:pt x="20677" y="4318"/>
                  </a:lnTo>
                  <a:lnTo>
                    <a:pt x="23247" y="4348"/>
                  </a:lnTo>
                  <a:lnTo>
                    <a:pt x="25891" y="4363"/>
                  </a:lnTo>
                  <a:lnTo>
                    <a:pt x="28550" y="4348"/>
                  </a:lnTo>
                  <a:lnTo>
                    <a:pt x="31120" y="4318"/>
                  </a:lnTo>
                  <a:lnTo>
                    <a:pt x="33600" y="4258"/>
                  </a:lnTo>
                  <a:lnTo>
                    <a:pt x="35975" y="4184"/>
                  </a:lnTo>
                  <a:lnTo>
                    <a:pt x="38246" y="4094"/>
                  </a:lnTo>
                  <a:lnTo>
                    <a:pt x="40383" y="3990"/>
                  </a:lnTo>
                  <a:lnTo>
                    <a:pt x="42370" y="3870"/>
                  </a:lnTo>
                  <a:lnTo>
                    <a:pt x="44207" y="3721"/>
                  </a:lnTo>
                  <a:lnTo>
                    <a:pt x="45880" y="3571"/>
                  </a:lnTo>
                  <a:lnTo>
                    <a:pt x="47374" y="3407"/>
                  </a:lnTo>
                  <a:lnTo>
                    <a:pt x="48047" y="3317"/>
                  </a:lnTo>
                  <a:lnTo>
                    <a:pt x="48674" y="3228"/>
                  </a:lnTo>
                  <a:lnTo>
                    <a:pt x="49242" y="3123"/>
                  </a:lnTo>
                  <a:lnTo>
                    <a:pt x="49765" y="3033"/>
                  </a:lnTo>
                  <a:lnTo>
                    <a:pt x="50228" y="2929"/>
                  </a:lnTo>
                  <a:lnTo>
                    <a:pt x="50631" y="2839"/>
                  </a:lnTo>
                  <a:lnTo>
                    <a:pt x="50975" y="2735"/>
                  </a:lnTo>
                  <a:lnTo>
                    <a:pt x="51274" y="2630"/>
                  </a:lnTo>
                  <a:lnTo>
                    <a:pt x="51498" y="2511"/>
                  </a:lnTo>
                  <a:lnTo>
                    <a:pt x="51587" y="2466"/>
                  </a:lnTo>
                  <a:lnTo>
                    <a:pt x="51662" y="2406"/>
                  </a:lnTo>
                  <a:lnTo>
                    <a:pt x="51722" y="2346"/>
                  </a:lnTo>
                  <a:lnTo>
                    <a:pt x="51767" y="2301"/>
                  </a:lnTo>
                  <a:lnTo>
                    <a:pt x="51781" y="2242"/>
                  </a:lnTo>
                  <a:lnTo>
                    <a:pt x="51796" y="2182"/>
                  </a:lnTo>
                  <a:lnTo>
                    <a:pt x="51781" y="2122"/>
                  </a:lnTo>
                  <a:lnTo>
                    <a:pt x="51767" y="2077"/>
                  </a:lnTo>
                  <a:lnTo>
                    <a:pt x="51722" y="2018"/>
                  </a:lnTo>
                  <a:lnTo>
                    <a:pt x="51662" y="1958"/>
                  </a:lnTo>
                  <a:lnTo>
                    <a:pt x="51587" y="1913"/>
                  </a:lnTo>
                  <a:lnTo>
                    <a:pt x="51498" y="1853"/>
                  </a:lnTo>
                  <a:lnTo>
                    <a:pt x="51274" y="1749"/>
                  </a:lnTo>
                  <a:lnTo>
                    <a:pt x="50975" y="1644"/>
                  </a:lnTo>
                  <a:lnTo>
                    <a:pt x="50631" y="1539"/>
                  </a:lnTo>
                  <a:lnTo>
                    <a:pt x="50228" y="1435"/>
                  </a:lnTo>
                  <a:lnTo>
                    <a:pt x="49765" y="1330"/>
                  </a:lnTo>
                  <a:lnTo>
                    <a:pt x="49242" y="1241"/>
                  </a:lnTo>
                  <a:lnTo>
                    <a:pt x="48674" y="1151"/>
                  </a:lnTo>
                  <a:lnTo>
                    <a:pt x="48047" y="1061"/>
                  </a:lnTo>
                  <a:lnTo>
                    <a:pt x="47374" y="972"/>
                  </a:lnTo>
                  <a:lnTo>
                    <a:pt x="45880" y="792"/>
                  </a:lnTo>
                  <a:lnTo>
                    <a:pt x="44207" y="643"/>
                  </a:lnTo>
                  <a:lnTo>
                    <a:pt x="42370" y="509"/>
                  </a:lnTo>
                  <a:lnTo>
                    <a:pt x="40383" y="374"/>
                  </a:lnTo>
                  <a:lnTo>
                    <a:pt x="38246" y="270"/>
                  </a:lnTo>
                  <a:lnTo>
                    <a:pt x="35975" y="180"/>
                  </a:lnTo>
                  <a:lnTo>
                    <a:pt x="33600" y="105"/>
                  </a:lnTo>
                  <a:lnTo>
                    <a:pt x="31120" y="45"/>
                  </a:lnTo>
                  <a:lnTo>
                    <a:pt x="28550" y="16"/>
                  </a:lnTo>
                  <a:lnTo>
                    <a:pt x="25891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3"/>
            <p:cNvSpPr/>
            <p:nvPr/>
          </p:nvSpPr>
          <p:spPr>
            <a:xfrm>
              <a:off x="3811319" y="2050000"/>
              <a:ext cx="695972" cy="569594"/>
            </a:xfrm>
            <a:custGeom>
              <a:avLst/>
              <a:gdLst/>
              <a:ahLst/>
              <a:cxnLst/>
              <a:rect l="l" t="t" r="r" b="b"/>
              <a:pathLst>
                <a:path w="25338" h="20737" extrusionOk="0">
                  <a:moveTo>
                    <a:pt x="2525" y="0"/>
                  </a:moveTo>
                  <a:lnTo>
                    <a:pt x="2256" y="15"/>
                  </a:lnTo>
                  <a:lnTo>
                    <a:pt x="2017" y="45"/>
                  </a:lnTo>
                  <a:lnTo>
                    <a:pt x="1778" y="105"/>
                  </a:lnTo>
                  <a:lnTo>
                    <a:pt x="1539" y="194"/>
                  </a:lnTo>
                  <a:lnTo>
                    <a:pt x="1315" y="299"/>
                  </a:lnTo>
                  <a:lnTo>
                    <a:pt x="1121" y="434"/>
                  </a:lnTo>
                  <a:lnTo>
                    <a:pt x="927" y="568"/>
                  </a:lnTo>
                  <a:lnTo>
                    <a:pt x="747" y="732"/>
                  </a:lnTo>
                  <a:lnTo>
                    <a:pt x="583" y="912"/>
                  </a:lnTo>
                  <a:lnTo>
                    <a:pt x="434" y="1106"/>
                  </a:lnTo>
                  <a:lnTo>
                    <a:pt x="314" y="1315"/>
                  </a:lnTo>
                  <a:lnTo>
                    <a:pt x="210" y="1539"/>
                  </a:lnTo>
                  <a:lnTo>
                    <a:pt x="120" y="1763"/>
                  </a:lnTo>
                  <a:lnTo>
                    <a:pt x="60" y="2002"/>
                  </a:lnTo>
                  <a:lnTo>
                    <a:pt x="15" y="2256"/>
                  </a:lnTo>
                  <a:lnTo>
                    <a:pt x="0" y="2510"/>
                  </a:lnTo>
                  <a:lnTo>
                    <a:pt x="0" y="18226"/>
                  </a:lnTo>
                  <a:lnTo>
                    <a:pt x="15" y="18480"/>
                  </a:lnTo>
                  <a:lnTo>
                    <a:pt x="60" y="18734"/>
                  </a:lnTo>
                  <a:lnTo>
                    <a:pt x="120" y="18973"/>
                  </a:lnTo>
                  <a:lnTo>
                    <a:pt x="210" y="19198"/>
                  </a:lnTo>
                  <a:lnTo>
                    <a:pt x="314" y="19422"/>
                  </a:lnTo>
                  <a:lnTo>
                    <a:pt x="434" y="19631"/>
                  </a:lnTo>
                  <a:lnTo>
                    <a:pt x="583" y="19825"/>
                  </a:lnTo>
                  <a:lnTo>
                    <a:pt x="747" y="20004"/>
                  </a:lnTo>
                  <a:lnTo>
                    <a:pt x="927" y="20154"/>
                  </a:lnTo>
                  <a:lnTo>
                    <a:pt x="1121" y="20303"/>
                  </a:lnTo>
                  <a:lnTo>
                    <a:pt x="1315" y="20438"/>
                  </a:lnTo>
                  <a:lnTo>
                    <a:pt x="1539" y="20542"/>
                  </a:lnTo>
                  <a:lnTo>
                    <a:pt x="1778" y="20617"/>
                  </a:lnTo>
                  <a:lnTo>
                    <a:pt x="2017" y="20677"/>
                  </a:lnTo>
                  <a:lnTo>
                    <a:pt x="2256" y="20721"/>
                  </a:lnTo>
                  <a:lnTo>
                    <a:pt x="2525" y="20736"/>
                  </a:lnTo>
                  <a:lnTo>
                    <a:pt x="22828" y="20736"/>
                  </a:lnTo>
                  <a:lnTo>
                    <a:pt x="23082" y="20721"/>
                  </a:lnTo>
                  <a:lnTo>
                    <a:pt x="23336" y="20677"/>
                  </a:lnTo>
                  <a:lnTo>
                    <a:pt x="23575" y="20617"/>
                  </a:lnTo>
                  <a:lnTo>
                    <a:pt x="23799" y="20542"/>
                  </a:lnTo>
                  <a:lnTo>
                    <a:pt x="24023" y="20438"/>
                  </a:lnTo>
                  <a:lnTo>
                    <a:pt x="24232" y="20303"/>
                  </a:lnTo>
                  <a:lnTo>
                    <a:pt x="24427" y="20154"/>
                  </a:lnTo>
                  <a:lnTo>
                    <a:pt x="24606" y="20004"/>
                  </a:lnTo>
                  <a:lnTo>
                    <a:pt x="24755" y="19825"/>
                  </a:lnTo>
                  <a:lnTo>
                    <a:pt x="24905" y="19631"/>
                  </a:lnTo>
                  <a:lnTo>
                    <a:pt x="25039" y="19422"/>
                  </a:lnTo>
                  <a:lnTo>
                    <a:pt x="25144" y="19198"/>
                  </a:lnTo>
                  <a:lnTo>
                    <a:pt x="25218" y="18973"/>
                  </a:lnTo>
                  <a:lnTo>
                    <a:pt x="25278" y="18734"/>
                  </a:lnTo>
                  <a:lnTo>
                    <a:pt x="25323" y="18480"/>
                  </a:lnTo>
                  <a:lnTo>
                    <a:pt x="25338" y="18226"/>
                  </a:lnTo>
                  <a:lnTo>
                    <a:pt x="25338" y="2510"/>
                  </a:lnTo>
                  <a:lnTo>
                    <a:pt x="25323" y="2256"/>
                  </a:lnTo>
                  <a:lnTo>
                    <a:pt x="25278" y="2002"/>
                  </a:lnTo>
                  <a:lnTo>
                    <a:pt x="25218" y="1763"/>
                  </a:lnTo>
                  <a:lnTo>
                    <a:pt x="25144" y="1539"/>
                  </a:lnTo>
                  <a:lnTo>
                    <a:pt x="25039" y="1315"/>
                  </a:lnTo>
                  <a:lnTo>
                    <a:pt x="24905" y="1106"/>
                  </a:lnTo>
                  <a:lnTo>
                    <a:pt x="24755" y="912"/>
                  </a:lnTo>
                  <a:lnTo>
                    <a:pt x="24606" y="732"/>
                  </a:lnTo>
                  <a:lnTo>
                    <a:pt x="24427" y="568"/>
                  </a:lnTo>
                  <a:lnTo>
                    <a:pt x="24232" y="434"/>
                  </a:lnTo>
                  <a:lnTo>
                    <a:pt x="24023" y="299"/>
                  </a:lnTo>
                  <a:lnTo>
                    <a:pt x="23799" y="194"/>
                  </a:lnTo>
                  <a:lnTo>
                    <a:pt x="23575" y="105"/>
                  </a:lnTo>
                  <a:lnTo>
                    <a:pt x="23336" y="45"/>
                  </a:lnTo>
                  <a:lnTo>
                    <a:pt x="23082" y="15"/>
                  </a:lnTo>
                  <a:lnTo>
                    <a:pt x="22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3"/>
            <p:cNvSpPr/>
            <p:nvPr/>
          </p:nvSpPr>
          <p:spPr>
            <a:xfrm>
              <a:off x="3686154" y="2309340"/>
              <a:ext cx="73091" cy="73064"/>
            </a:xfrm>
            <a:custGeom>
              <a:avLst/>
              <a:gdLst/>
              <a:ahLst/>
              <a:cxnLst/>
              <a:rect l="l" t="t" r="r" b="b"/>
              <a:pathLst>
                <a:path w="2661" h="2660" extrusionOk="0">
                  <a:moveTo>
                    <a:pt x="359" y="0"/>
                  </a:moveTo>
                  <a:lnTo>
                    <a:pt x="300" y="15"/>
                  </a:lnTo>
                  <a:lnTo>
                    <a:pt x="225" y="30"/>
                  </a:lnTo>
                  <a:lnTo>
                    <a:pt x="165" y="75"/>
                  </a:lnTo>
                  <a:lnTo>
                    <a:pt x="105" y="120"/>
                  </a:lnTo>
                  <a:lnTo>
                    <a:pt x="61" y="164"/>
                  </a:lnTo>
                  <a:lnTo>
                    <a:pt x="31" y="224"/>
                  </a:lnTo>
                  <a:lnTo>
                    <a:pt x="16" y="299"/>
                  </a:lnTo>
                  <a:lnTo>
                    <a:pt x="1" y="374"/>
                  </a:lnTo>
                  <a:lnTo>
                    <a:pt x="1" y="2301"/>
                  </a:lnTo>
                  <a:lnTo>
                    <a:pt x="16" y="2375"/>
                  </a:lnTo>
                  <a:lnTo>
                    <a:pt x="31" y="2435"/>
                  </a:lnTo>
                  <a:lnTo>
                    <a:pt x="61" y="2510"/>
                  </a:lnTo>
                  <a:lnTo>
                    <a:pt x="105" y="2555"/>
                  </a:lnTo>
                  <a:lnTo>
                    <a:pt x="165" y="2600"/>
                  </a:lnTo>
                  <a:lnTo>
                    <a:pt x="225" y="2629"/>
                  </a:lnTo>
                  <a:lnTo>
                    <a:pt x="300" y="2659"/>
                  </a:lnTo>
                  <a:lnTo>
                    <a:pt x="2615" y="2659"/>
                  </a:lnTo>
                  <a:lnTo>
                    <a:pt x="2645" y="2644"/>
                  </a:lnTo>
                  <a:lnTo>
                    <a:pt x="2660" y="2629"/>
                  </a:lnTo>
                  <a:lnTo>
                    <a:pt x="2660" y="2600"/>
                  </a:lnTo>
                  <a:lnTo>
                    <a:pt x="2660" y="75"/>
                  </a:lnTo>
                  <a:lnTo>
                    <a:pt x="2660" y="45"/>
                  </a:lnTo>
                  <a:lnTo>
                    <a:pt x="2645" y="30"/>
                  </a:lnTo>
                  <a:lnTo>
                    <a:pt x="2615" y="1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3"/>
            <p:cNvSpPr/>
            <p:nvPr/>
          </p:nvSpPr>
          <p:spPr>
            <a:xfrm>
              <a:off x="4559374" y="2309340"/>
              <a:ext cx="73064" cy="73064"/>
            </a:xfrm>
            <a:custGeom>
              <a:avLst/>
              <a:gdLst/>
              <a:ahLst/>
              <a:cxnLst/>
              <a:rect l="l" t="t" r="r" b="b"/>
              <a:pathLst>
                <a:path w="2660" h="2660" extrusionOk="0">
                  <a:moveTo>
                    <a:pt x="75" y="0"/>
                  </a:moveTo>
                  <a:lnTo>
                    <a:pt x="45" y="15"/>
                  </a:lnTo>
                  <a:lnTo>
                    <a:pt x="30" y="30"/>
                  </a:lnTo>
                  <a:lnTo>
                    <a:pt x="15" y="45"/>
                  </a:lnTo>
                  <a:lnTo>
                    <a:pt x="0" y="75"/>
                  </a:lnTo>
                  <a:lnTo>
                    <a:pt x="0" y="2600"/>
                  </a:lnTo>
                  <a:lnTo>
                    <a:pt x="15" y="2629"/>
                  </a:lnTo>
                  <a:lnTo>
                    <a:pt x="30" y="2644"/>
                  </a:lnTo>
                  <a:lnTo>
                    <a:pt x="45" y="2659"/>
                  </a:lnTo>
                  <a:lnTo>
                    <a:pt x="2376" y="2659"/>
                  </a:lnTo>
                  <a:lnTo>
                    <a:pt x="2435" y="2629"/>
                  </a:lnTo>
                  <a:lnTo>
                    <a:pt x="2495" y="2600"/>
                  </a:lnTo>
                  <a:lnTo>
                    <a:pt x="2555" y="2555"/>
                  </a:lnTo>
                  <a:lnTo>
                    <a:pt x="2600" y="2510"/>
                  </a:lnTo>
                  <a:lnTo>
                    <a:pt x="2630" y="2435"/>
                  </a:lnTo>
                  <a:lnTo>
                    <a:pt x="2645" y="2375"/>
                  </a:lnTo>
                  <a:lnTo>
                    <a:pt x="2660" y="2301"/>
                  </a:lnTo>
                  <a:lnTo>
                    <a:pt x="2660" y="374"/>
                  </a:lnTo>
                  <a:lnTo>
                    <a:pt x="2645" y="299"/>
                  </a:lnTo>
                  <a:lnTo>
                    <a:pt x="2630" y="224"/>
                  </a:lnTo>
                  <a:lnTo>
                    <a:pt x="2600" y="164"/>
                  </a:lnTo>
                  <a:lnTo>
                    <a:pt x="2555" y="120"/>
                  </a:lnTo>
                  <a:lnTo>
                    <a:pt x="2495" y="75"/>
                  </a:lnTo>
                  <a:lnTo>
                    <a:pt x="2435" y="30"/>
                  </a:lnTo>
                  <a:lnTo>
                    <a:pt x="2376" y="15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3"/>
            <p:cNvSpPr/>
            <p:nvPr/>
          </p:nvSpPr>
          <p:spPr>
            <a:xfrm>
              <a:off x="4507242" y="2213728"/>
              <a:ext cx="104679" cy="261408"/>
            </a:xfrm>
            <a:custGeom>
              <a:avLst/>
              <a:gdLst/>
              <a:ahLst/>
              <a:cxnLst/>
              <a:rect l="l" t="t" r="r" b="b"/>
              <a:pathLst>
                <a:path w="3811" h="9517" extrusionOk="0">
                  <a:moveTo>
                    <a:pt x="1" y="0"/>
                  </a:moveTo>
                  <a:lnTo>
                    <a:pt x="1" y="9517"/>
                  </a:lnTo>
                  <a:lnTo>
                    <a:pt x="2765" y="9517"/>
                  </a:lnTo>
                  <a:lnTo>
                    <a:pt x="2869" y="9502"/>
                  </a:lnTo>
                  <a:lnTo>
                    <a:pt x="2974" y="9487"/>
                  </a:lnTo>
                  <a:lnTo>
                    <a:pt x="3079" y="9472"/>
                  </a:lnTo>
                  <a:lnTo>
                    <a:pt x="3168" y="9427"/>
                  </a:lnTo>
                  <a:lnTo>
                    <a:pt x="3258" y="9382"/>
                  </a:lnTo>
                  <a:lnTo>
                    <a:pt x="3347" y="9337"/>
                  </a:lnTo>
                  <a:lnTo>
                    <a:pt x="3422" y="9278"/>
                  </a:lnTo>
                  <a:lnTo>
                    <a:pt x="3497" y="9218"/>
                  </a:lnTo>
                  <a:lnTo>
                    <a:pt x="3572" y="9143"/>
                  </a:lnTo>
                  <a:lnTo>
                    <a:pt x="3631" y="9053"/>
                  </a:lnTo>
                  <a:lnTo>
                    <a:pt x="3676" y="8979"/>
                  </a:lnTo>
                  <a:lnTo>
                    <a:pt x="3721" y="8889"/>
                  </a:lnTo>
                  <a:lnTo>
                    <a:pt x="3751" y="8785"/>
                  </a:lnTo>
                  <a:lnTo>
                    <a:pt x="3781" y="8695"/>
                  </a:lnTo>
                  <a:lnTo>
                    <a:pt x="3796" y="8590"/>
                  </a:lnTo>
                  <a:lnTo>
                    <a:pt x="3811" y="8486"/>
                  </a:lnTo>
                  <a:lnTo>
                    <a:pt x="3811" y="1046"/>
                  </a:lnTo>
                  <a:lnTo>
                    <a:pt x="3796" y="926"/>
                  </a:lnTo>
                  <a:lnTo>
                    <a:pt x="3781" y="837"/>
                  </a:lnTo>
                  <a:lnTo>
                    <a:pt x="3751" y="732"/>
                  </a:lnTo>
                  <a:lnTo>
                    <a:pt x="3721" y="643"/>
                  </a:lnTo>
                  <a:lnTo>
                    <a:pt x="3676" y="553"/>
                  </a:lnTo>
                  <a:lnTo>
                    <a:pt x="3631" y="463"/>
                  </a:lnTo>
                  <a:lnTo>
                    <a:pt x="3572" y="389"/>
                  </a:lnTo>
                  <a:lnTo>
                    <a:pt x="3497" y="314"/>
                  </a:lnTo>
                  <a:lnTo>
                    <a:pt x="3422" y="239"/>
                  </a:lnTo>
                  <a:lnTo>
                    <a:pt x="3347" y="179"/>
                  </a:lnTo>
                  <a:lnTo>
                    <a:pt x="3258" y="135"/>
                  </a:lnTo>
                  <a:lnTo>
                    <a:pt x="3168" y="90"/>
                  </a:lnTo>
                  <a:lnTo>
                    <a:pt x="3079" y="45"/>
                  </a:lnTo>
                  <a:lnTo>
                    <a:pt x="2974" y="30"/>
                  </a:lnTo>
                  <a:lnTo>
                    <a:pt x="2869" y="15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3707083" y="2213728"/>
              <a:ext cx="104267" cy="261408"/>
            </a:xfrm>
            <a:custGeom>
              <a:avLst/>
              <a:gdLst/>
              <a:ahLst/>
              <a:cxnLst/>
              <a:rect l="l" t="t" r="r" b="b"/>
              <a:pathLst>
                <a:path w="3796" h="9517" extrusionOk="0">
                  <a:moveTo>
                    <a:pt x="3795" y="0"/>
                  </a:moveTo>
                  <a:lnTo>
                    <a:pt x="3556" y="15"/>
                  </a:lnTo>
                  <a:lnTo>
                    <a:pt x="3302" y="45"/>
                  </a:lnTo>
                  <a:lnTo>
                    <a:pt x="3063" y="75"/>
                  </a:lnTo>
                  <a:lnTo>
                    <a:pt x="2824" y="135"/>
                  </a:lnTo>
                  <a:lnTo>
                    <a:pt x="2585" y="209"/>
                  </a:lnTo>
                  <a:lnTo>
                    <a:pt x="2346" y="299"/>
                  </a:lnTo>
                  <a:lnTo>
                    <a:pt x="2122" y="403"/>
                  </a:lnTo>
                  <a:lnTo>
                    <a:pt x="1898" y="523"/>
                  </a:lnTo>
                  <a:lnTo>
                    <a:pt x="1689" y="643"/>
                  </a:lnTo>
                  <a:lnTo>
                    <a:pt x="1480" y="792"/>
                  </a:lnTo>
                  <a:lnTo>
                    <a:pt x="1286" y="956"/>
                  </a:lnTo>
                  <a:lnTo>
                    <a:pt x="1106" y="1121"/>
                  </a:lnTo>
                  <a:lnTo>
                    <a:pt x="867" y="1390"/>
                  </a:lnTo>
                  <a:lnTo>
                    <a:pt x="643" y="1688"/>
                  </a:lnTo>
                  <a:lnTo>
                    <a:pt x="464" y="2002"/>
                  </a:lnTo>
                  <a:lnTo>
                    <a:pt x="374" y="2166"/>
                  </a:lnTo>
                  <a:lnTo>
                    <a:pt x="300" y="2331"/>
                  </a:lnTo>
                  <a:lnTo>
                    <a:pt x="225" y="2495"/>
                  </a:lnTo>
                  <a:lnTo>
                    <a:pt x="165" y="2674"/>
                  </a:lnTo>
                  <a:lnTo>
                    <a:pt x="120" y="2854"/>
                  </a:lnTo>
                  <a:lnTo>
                    <a:pt x="75" y="3048"/>
                  </a:lnTo>
                  <a:lnTo>
                    <a:pt x="46" y="3227"/>
                  </a:lnTo>
                  <a:lnTo>
                    <a:pt x="16" y="3421"/>
                  </a:lnTo>
                  <a:lnTo>
                    <a:pt x="1" y="3615"/>
                  </a:lnTo>
                  <a:lnTo>
                    <a:pt x="1" y="3810"/>
                  </a:lnTo>
                  <a:lnTo>
                    <a:pt x="1" y="5707"/>
                  </a:lnTo>
                  <a:lnTo>
                    <a:pt x="16" y="6036"/>
                  </a:lnTo>
                  <a:lnTo>
                    <a:pt x="46" y="6349"/>
                  </a:lnTo>
                  <a:lnTo>
                    <a:pt x="120" y="6663"/>
                  </a:lnTo>
                  <a:lnTo>
                    <a:pt x="210" y="6962"/>
                  </a:lnTo>
                  <a:lnTo>
                    <a:pt x="329" y="7261"/>
                  </a:lnTo>
                  <a:lnTo>
                    <a:pt x="464" y="7530"/>
                  </a:lnTo>
                  <a:lnTo>
                    <a:pt x="628" y="7799"/>
                  </a:lnTo>
                  <a:lnTo>
                    <a:pt x="807" y="8053"/>
                  </a:lnTo>
                  <a:lnTo>
                    <a:pt x="1002" y="8277"/>
                  </a:lnTo>
                  <a:lnTo>
                    <a:pt x="1211" y="8501"/>
                  </a:lnTo>
                  <a:lnTo>
                    <a:pt x="1450" y="8695"/>
                  </a:lnTo>
                  <a:lnTo>
                    <a:pt x="1704" y="8874"/>
                  </a:lnTo>
                  <a:lnTo>
                    <a:pt x="1958" y="9039"/>
                  </a:lnTo>
                  <a:lnTo>
                    <a:pt x="2242" y="9173"/>
                  </a:lnTo>
                  <a:lnTo>
                    <a:pt x="2526" y="9293"/>
                  </a:lnTo>
                  <a:lnTo>
                    <a:pt x="2824" y="9382"/>
                  </a:lnTo>
                  <a:lnTo>
                    <a:pt x="3063" y="9442"/>
                  </a:lnTo>
                  <a:lnTo>
                    <a:pt x="3302" y="9487"/>
                  </a:lnTo>
                  <a:lnTo>
                    <a:pt x="3556" y="9502"/>
                  </a:lnTo>
                  <a:lnTo>
                    <a:pt x="3795" y="9517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3920472" y="2182938"/>
              <a:ext cx="125169" cy="157197"/>
            </a:xfrm>
            <a:custGeom>
              <a:avLst/>
              <a:gdLst/>
              <a:ahLst/>
              <a:cxnLst/>
              <a:rect l="l" t="t" r="r" b="b"/>
              <a:pathLst>
                <a:path w="4557" h="5723" extrusionOk="0">
                  <a:moveTo>
                    <a:pt x="2271" y="1"/>
                  </a:moveTo>
                  <a:lnTo>
                    <a:pt x="2047" y="16"/>
                  </a:lnTo>
                  <a:lnTo>
                    <a:pt x="1823" y="60"/>
                  </a:lnTo>
                  <a:lnTo>
                    <a:pt x="1599" y="105"/>
                  </a:lnTo>
                  <a:lnTo>
                    <a:pt x="1390" y="180"/>
                  </a:lnTo>
                  <a:lnTo>
                    <a:pt x="1196" y="285"/>
                  </a:lnTo>
                  <a:lnTo>
                    <a:pt x="1001" y="404"/>
                  </a:lnTo>
                  <a:lnTo>
                    <a:pt x="837" y="524"/>
                  </a:lnTo>
                  <a:lnTo>
                    <a:pt x="673" y="673"/>
                  </a:lnTo>
                  <a:lnTo>
                    <a:pt x="523" y="837"/>
                  </a:lnTo>
                  <a:lnTo>
                    <a:pt x="389" y="1017"/>
                  </a:lnTo>
                  <a:lnTo>
                    <a:pt x="284" y="1196"/>
                  </a:lnTo>
                  <a:lnTo>
                    <a:pt x="180" y="1405"/>
                  </a:lnTo>
                  <a:lnTo>
                    <a:pt x="105" y="1614"/>
                  </a:lnTo>
                  <a:lnTo>
                    <a:pt x="45" y="1823"/>
                  </a:lnTo>
                  <a:lnTo>
                    <a:pt x="15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15" y="3691"/>
                  </a:lnTo>
                  <a:lnTo>
                    <a:pt x="45" y="3915"/>
                  </a:lnTo>
                  <a:lnTo>
                    <a:pt x="105" y="4124"/>
                  </a:lnTo>
                  <a:lnTo>
                    <a:pt x="180" y="4333"/>
                  </a:lnTo>
                  <a:lnTo>
                    <a:pt x="284" y="4542"/>
                  </a:lnTo>
                  <a:lnTo>
                    <a:pt x="389" y="4722"/>
                  </a:lnTo>
                  <a:lnTo>
                    <a:pt x="523" y="4901"/>
                  </a:lnTo>
                  <a:lnTo>
                    <a:pt x="673" y="5065"/>
                  </a:lnTo>
                  <a:lnTo>
                    <a:pt x="837" y="5215"/>
                  </a:lnTo>
                  <a:lnTo>
                    <a:pt x="1001" y="5334"/>
                  </a:lnTo>
                  <a:lnTo>
                    <a:pt x="1196" y="5454"/>
                  </a:lnTo>
                  <a:lnTo>
                    <a:pt x="1390" y="5543"/>
                  </a:lnTo>
                  <a:lnTo>
                    <a:pt x="1599" y="5618"/>
                  </a:lnTo>
                  <a:lnTo>
                    <a:pt x="1823" y="5678"/>
                  </a:lnTo>
                  <a:lnTo>
                    <a:pt x="2047" y="5723"/>
                  </a:lnTo>
                  <a:lnTo>
                    <a:pt x="2510" y="5723"/>
                  </a:lnTo>
                  <a:lnTo>
                    <a:pt x="2734" y="5678"/>
                  </a:lnTo>
                  <a:lnTo>
                    <a:pt x="2958" y="5618"/>
                  </a:lnTo>
                  <a:lnTo>
                    <a:pt x="3168" y="5543"/>
                  </a:lnTo>
                  <a:lnTo>
                    <a:pt x="3362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85" y="5065"/>
                  </a:lnTo>
                  <a:lnTo>
                    <a:pt x="4034" y="4901"/>
                  </a:lnTo>
                  <a:lnTo>
                    <a:pt x="4169" y="4722"/>
                  </a:lnTo>
                  <a:lnTo>
                    <a:pt x="4273" y="4542"/>
                  </a:lnTo>
                  <a:lnTo>
                    <a:pt x="4378" y="4333"/>
                  </a:lnTo>
                  <a:lnTo>
                    <a:pt x="4452" y="4124"/>
                  </a:lnTo>
                  <a:lnTo>
                    <a:pt x="4512" y="3915"/>
                  </a:lnTo>
                  <a:lnTo>
                    <a:pt x="4542" y="3691"/>
                  </a:lnTo>
                  <a:lnTo>
                    <a:pt x="4557" y="3452"/>
                  </a:lnTo>
                  <a:lnTo>
                    <a:pt x="4557" y="2286"/>
                  </a:lnTo>
                  <a:lnTo>
                    <a:pt x="4542" y="2047"/>
                  </a:lnTo>
                  <a:lnTo>
                    <a:pt x="4512" y="1823"/>
                  </a:lnTo>
                  <a:lnTo>
                    <a:pt x="4452" y="1614"/>
                  </a:lnTo>
                  <a:lnTo>
                    <a:pt x="4378" y="1405"/>
                  </a:lnTo>
                  <a:lnTo>
                    <a:pt x="4273" y="1196"/>
                  </a:lnTo>
                  <a:lnTo>
                    <a:pt x="4169" y="1017"/>
                  </a:lnTo>
                  <a:lnTo>
                    <a:pt x="4034" y="837"/>
                  </a:lnTo>
                  <a:lnTo>
                    <a:pt x="3885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62" y="285"/>
                  </a:lnTo>
                  <a:lnTo>
                    <a:pt x="3168" y="180"/>
                  </a:lnTo>
                  <a:lnTo>
                    <a:pt x="2958" y="105"/>
                  </a:lnTo>
                  <a:lnTo>
                    <a:pt x="2734" y="60"/>
                  </a:lnTo>
                  <a:lnTo>
                    <a:pt x="2510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3936073" y="2198539"/>
              <a:ext cx="93994" cy="126405"/>
            </a:xfrm>
            <a:custGeom>
              <a:avLst/>
              <a:gdLst/>
              <a:ahLst/>
              <a:cxnLst/>
              <a:rect l="l" t="t" r="r" b="b"/>
              <a:pathLst>
                <a:path w="3422" h="4602" extrusionOk="0">
                  <a:moveTo>
                    <a:pt x="1703" y="0"/>
                  </a:moveTo>
                  <a:lnTo>
                    <a:pt x="1539" y="15"/>
                  </a:lnTo>
                  <a:lnTo>
                    <a:pt x="1360" y="30"/>
                  </a:lnTo>
                  <a:lnTo>
                    <a:pt x="1195" y="75"/>
                  </a:lnTo>
                  <a:lnTo>
                    <a:pt x="1046" y="135"/>
                  </a:lnTo>
                  <a:lnTo>
                    <a:pt x="896" y="210"/>
                  </a:lnTo>
                  <a:lnTo>
                    <a:pt x="747" y="299"/>
                  </a:lnTo>
                  <a:lnTo>
                    <a:pt x="613" y="389"/>
                  </a:lnTo>
                  <a:lnTo>
                    <a:pt x="493" y="508"/>
                  </a:lnTo>
                  <a:lnTo>
                    <a:pt x="388" y="628"/>
                  </a:lnTo>
                  <a:lnTo>
                    <a:pt x="284" y="762"/>
                  </a:lnTo>
                  <a:lnTo>
                    <a:pt x="194" y="897"/>
                  </a:lnTo>
                  <a:lnTo>
                    <a:pt x="135" y="1046"/>
                  </a:lnTo>
                  <a:lnTo>
                    <a:pt x="75" y="1210"/>
                  </a:lnTo>
                  <a:lnTo>
                    <a:pt x="30" y="1375"/>
                  </a:lnTo>
                  <a:lnTo>
                    <a:pt x="0" y="1539"/>
                  </a:lnTo>
                  <a:lnTo>
                    <a:pt x="0" y="1718"/>
                  </a:lnTo>
                  <a:lnTo>
                    <a:pt x="0" y="2884"/>
                  </a:lnTo>
                  <a:lnTo>
                    <a:pt x="0" y="3063"/>
                  </a:lnTo>
                  <a:lnTo>
                    <a:pt x="30" y="3227"/>
                  </a:lnTo>
                  <a:lnTo>
                    <a:pt x="75" y="3392"/>
                  </a:lnTo>
                  <a:lnTo>
                    <a:pt x="135" y="3556"/>
                  </a:lnTo>
                  <a:lnTo>
                    <a:pt x="194" y="3705"/>
                  </a:lnTo>
                  <a:lnTo>
                    <a:pt x="284" y="3840"/>
                  </a:lnTo>
                  <a:lnTo>
                    <a:pt x="388" y="3974"/>
                  </a:lnTo>
                  <a:lnTo>
                    <a:pt x="493" y="4094"/>
                  </a:lnTo>
                  <a:lnTo>
                    <a:pt x="613" y="4213"/>
                  </a:lnTo>
                  <a:lnTo>
                    <a:pt x="747" y="4303"/>
                  </a:lnTo>
                  <a:lnTo>
                    <a:pt x="896" y="4393"/>
                  </a:lnTo>
                  <a:lnTo>
                    <a:pt x="1046" y="4467"/>
                  </a:lnTo>
                  <a:lnTo>
                    <a:pt x="1195" y="4527"/>
                  </a:lnTo>
                  <a:lnTo>
                    <a:pt x="1360" y="4572"/>
                  </a:lnTo>
                  <a:lnTo>
                    <a:pt x="1539" y="4587"/>
                  </a:lnTo>
                  <a:lnTo>
                    <a:pt x="1703" y="4602"/>
                  </a:lnTo>
                  <a:lnTo>
                    <a:pt x="1882" y="4587"/>
                  </a:lnTo>
                  <a:lnTo>
                    <a:pt x="2047" y="4572"/>
                  </a:lnTo>
                  <a:lnTo>
                    <a:pt x="2211" y="4527"/>
                  </a:lnTo>
                  <a:lnTo>
                    <a:pt x="2375" y="4467"/>
                  </a:lnTo>
                  <a:lnTo>
                    <a:pt x="2525" y="4393"/>
                  </a:lnTo>
                  <a:lnTo>
                    <a:pt x="2674" y="4303"/>
                  </a:lnTo>
                  <a:lnTo>
                    <a:pt x="2794" y="4213"/>
                  </a:lnTo>
                  <a:lnTo>
                    <a:pt x="2928" y="4094"/>
                  </a:lnTo>
                  <a:lnTo>
                    <a:pt x="3033" y="3974"/>
                  </a:lnTo>
                  <a:lnTo>
                    <a:pt x="3137" y="3840"/>
                  </a:lnTo>
                  <a:lnTo>
                    <a:pt x="3212" y="3705"/>
                  </a:lnTo>
                  <a:lnTo>
                    <a:pt x="3287" y="3556"/>
                  </a:lnTo>
                  <a:lnTo>
                    <a:pt x="3347" y="3392"/>
                  </a:lnTo>
                  <a:lnTo>
                    <a:pt x="3391" y="3227"/>
                  </a:lnTo>
                  <a:lnTo>
                    <a:pt x="3421" y="3063"/>
                  </a:lnTo>
                  <a:lnTo>
                    <a:pt x="3421" y="2884"/>
                  </a:lnTo>
                  <a:lnTo>
                    <a:pt x="3421" y="1718"/>
                  </a:lnTo>
                  <a:lnTo>
                    <a:pt x="3421" y="1539"/>
                  </a:lnTo>
                  <a:lnTo>
                    <a:pt x="3391" y="1375"/>
                  </a:lnTo>
                  <a:lnTo>
                    <a:pt x="3347" y="1210"/>
                  </a:lnTo>
                  <a:lnTo>
                    <a:pt x="3287" y="1046"/>
                  </a:lnTo>
                  <a:lnTo>
                    <a:pt x="3212" y="897"/>
                  </a:lnTo>
                  <a:lnTo>
                    <a:pt x="3137" y="762"/>
                  </a:lnTo>
                  <a:lnTo>
                    <a:pt x="3033" y="628"/>
                  </a:lnTo>
                  <a:lnTo>
                    <a:pt x="2928" y="508"/>
                  </a:lnTo>
                  <a:lnTo>
                    <a:pt x="2794" y="389"/>
                  </a:lnTo>
                  <a:lnTo>
                    <a:pt x="2674" y="299"/>
                  </a:lnTo>
                  <a:lnTo>
                    <a:pt x="2525" y="210"/>
                  </a:lnTo>
                  <a:lnTo>
                    <a:pt x="2375" y="135"/>
                  </a:lnTo>
                  <a:lnTo>
                    <a:pt x="2211" y="75"/>
                  </a:lnTo>
                  <a:lnTo>
                    <a:pt x="2047" y="30"/>
                  </a:lnTo>
                  <a:lnTo>
                    <a:pt x="1882" y="15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3951235" y="2213728"/>
              <a:ext cx="63642" cy="95642"/>
            </a:xfrm>
            <a:custGeom>
              <a:avLst/>
              <a:gdLst/>
              <a:ahLst/>
              <a:cxnLst/>
              <a:rect l="l" t="t" r="r" b="b"/>
              <a:pathLst>
                <a:path w="2317" h="3482" extrusionOk="0">
                  <a:moveTo>
                    <a:pt x="1151" y="0"/>
                  </a:moveTo>
                  <a:lnTo>
                    <a:pt x="1032" y="15"/>
                  </a:lnTo>
                  <a:lnTo>
                    <a:pt x="927" y="30"/>
                  </a:lnTo>
                  <a:lnTo>
                    <a:pt x="808" y="60"/>
                  </a:lnTo>
                  <a:lnTo>
                    <a:pt x="703" y="90"/>
                  </a:lnTo>
                  <a:lnTo>
                    <a:pt x="613" y="150"/>
                  </a:lnTo>
                  <a:lnTo>
                    <a:pt x="509" y="209"/>
                  </a:lnTo>
                  <a:lnTo>
                    <a:pt x="419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195" y="523"/>
                  </a:lnTo>
                  <a:lnTo>
                    <a:pt x="135" y="613"/>
                  </a:lnTo>
                  <a:lnTo>
                    <a:pt x="90" y="717"/>
                  </a:lnTo>
                  <a:lnTo>
                    <a:pt x="46" y="822"/>
                  </a:lnTo>
                  <a:lnTo>
                    <a:pt x="31" y="926"/>
                  </a:lnTo>
                  <a:lnTo>
                    <a:pt x="1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6" y="2629"/>
                  </a:lnTo>
                  <a:lnTo>
                    <a:pt x="90" y="2779"/>
                  </a:lnTo>
                  <a:lnTo>
                    <a:pt x="150" y="2898"/>
                  </a:lnTo>
                  <a:lnTo>
                    <a:pt x="240" y="3033"/>
                  </a:lnTo>
                  <a:lnTo>
                    <a:pt x="329" y="3137"/>
                  </a:lnTo>
                  <a:lnTo>
                    <a:pt x="449" y="3242"/>
                  </a:lnTo>
                  <a:lnTo>
                    <a:pt x="569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71" y="3481"/>
                  </a:lnTo>
                  <a:lnTo>
                    <a:pt x="1390" y="3466"/>
                  </a:lnTo>
                  <a:lnTo>
                    <a:pt x="1495" y="3436"/>
                  </a:lnTo>
                  <a:lnTo>
                    <a:pt x="1599" y="3391"/>
                  </a:lnTo>
                  <a:lnTo>
                    <a:pt x="1704" y="3347"/>
                  </a:lnTo>
                  <a:lnTo>
                    <a:pt x="1809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8" y="3063"/>
                  </a:lnTo>
                  <a:lnTo>
                    <a:pt x="2107" y="2973"/>
                  </a:lnTo>
                  <a:lnTo>
                    <a:pt x="2167" y="2883"/>
                  </a:lnTo>
                  <a:lnTo>
                    <a:pt x="2227" y="2779"/>
                  </a:lnTo>
                  <a:lnTo>
                    <a:pt x="2257" y="2674"/>
                  </a:lnTo>
                  <a:lnTo>
                    <a:pt x="2287" y="2570"/>
                  </a:lnTo>
                  <a:lnTo>
                    <a:pt x="2302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2" y="986"/>
                  </a:lnTo>
                  <a:lnTo>
                    <a:pt x="2257" y="822"/>
                  </a:lnTo>
                  <a:lnTo>
                    <a:pt x="2212" y="672"/>
                  </a:lnTo>
                  <a:lnTo>
                    <a:pt x="2122" y="538"/>
                  </a:lnTo>
                  <a:lnTo>
                    <a:pt x="2048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9" y="209"/>
                  </a:lnTo>
                  <a:lnTo>
                    <a:pt x="1704" y="150"/>
                  </a:lnTo>
                  <a:lnTo>
                    <a:pt x="1599" y="90"/>
                  </a:lnTo>
                  <a:lnTo>
                    <a:pt x="1495" y="60"/>
                  </a:lnTo>
                  <a:lnTo>
                    <a:pt x="1390" y="30"/>
                  </a:lnTo>
                  <a:lnTo>
                    <a:pt x="1271" y="15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3955355" y="2228478"/>
              <a:ext cx="59522" cy="80892"/>
            </a:xfrm>
            <a:custGeom>
              <a:avLst/>
              <a:gdLst/>
              <a:ahLst/>
              <a:cxnLst/>
              <a:rect l="l" t="t" r="r" b="b"/>
              <a:pathLst>
                <a:path w="2167" h="2945" extrusionOk="0">
                  <a:moveTo>
                    <a:pt x="1972" y="1"/>
                  </a:moveTo>
                  <a:lnTo>
                    <a:pt x="0" y="2361"/>
                  </a:lnTo>
                  <a:lnTo>
                    <a:pt x="90" y="2496"/>
                  </a:lnTo>
                  <a:lnTo>
                    <a:pt x="179" y="2600"/>
                  </a:lnTo>
                  <a:lnTo>
                    <a:pt x="299" y="2705"/>
                  </a:lnTo>
                  <a:lnTo>
                    <a:pt x="419" y="2795"/>
                  </a:lnTo>
                  <a:lnTo>
                    <a:pt x="553" y="2854"/>
                  </a:lnTo>
                  <a:lnTo>
                    <a:pt x="702" y="2914"/>
                  </a:lnTo>
                  <a:lnTo>
                    <a:pt x="852" y="2944"/>
                  </a:lnTo>
                  <a:lnTo>
                    <a:pt x="1121" y="2944"/>
                  </a:lnTo>
                  <a:lnTo>
                    <a:pt x="1240" y="2929"/>
                  </a:lnTo>
                  <a:lnTo>
                    <a:pt x="1345" y="2899"/>
                  </a:lnTo>
                  <a:lnTo>
                    <a:pt x="1449" y="2854"/>
                  </a:lnTo>
                  <a:lnTo>
                    <a:pt x="1554" y="2810"/>
                  </a:lnTo>
                  <a:lnTo>
                    <a:pt x="1659" y="2750"/>
                  </a:lnTo>
                  <a:lnTo>
                    <a:pt x="1748" y="2690"/>
                  </a:lnTo>
                  <a:lnTo>
                    <a:pt x="1823" y="2615"/>
                  </a:lnTo>
                  <a:lnTo>
                    <a:pt x="1898" y="2526"/>
                  </a:lnTo>
                  <a:lnTo>
                    <a:pt x="1957" y="2436"/>
                  </a:lnTo>
                  <a:lnTo>
                    <a:pt x="2017" y="2346"/>
                  </a:lnTo>
                  <a:lnTo>
                    <a:pt x="2077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66" y="1794"/>
                  </a:lnTo>
                  <a:lnTo>
                    <a:pt x="2166" y="628"/>
                  </a:lnTo>
                  <a:lnTo>
                    <a:pt x="2152" y="449"/>
                  </a:lnTo>
                  <a:lnTo>
                    <a:pt x="2107" y="285"/>
                  </a:lnTo>
                  <a:lnTo>
                    <a:pt x="2062" y="135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4275836" y="2182938"/>
              <a:ext cx="124757" cy="157197"/>
            </a:xfrm>
            <a:custGeom>
              <a:avLst/>
              <a:gdLst/>
              <a:ahLst/>
              <a:cxnLst/>
              <a:rect l="l" t="t" r="r" b="b"/>
              <a:pathLst>
                <a:path w="4542" h="5723" extrusionOk="0">
                  <a:moveTo>
                    <a:pt x="2271" y="1"/>
                  </a:moveTo>
                  <a:lnTo>
                    <a:pt x="2032" y="16"/>
                  </a:lnTo>
                  <a:lnTo>
                    <a:pt x="1808" y="60"/>
                  </a:lnTo>
                  <a:lnTo>
                    <a:pt x="1599" y="105"/>
                  </a:lnTo>
                  <a:lnTo>
                    <a:pt x="1389" y="180"/>
                  </a:lnTo>
                  <a:lnTo>
                    <a:pt x="1180" y="285"/>
                  </a:lnTo>
                  <a:lnTo>
                    <a:pt x="1001" y="404"/>
                  </a:lnTo>
                  <a:lnTo>
                    <a:pt x="822" y="524"/>
                  </a:lnTo>
                  <a:lnTo>
                    <a:pt x="657" y="673"/>
                  </a:lnTo>
                  <a:lnTo>
                    <a:pt x="508" y="837"/>
                  </a:lnTo>
                  <a:lnTo>
                    <a:pt x="388" y="1017"/>
                  </a:lnTo>
                  <a:lnTo>
                    <a:pt x="269" y="1196"/>
                  </a:lnTo>
                  <a:lnTo>
                    <a:pt x="164" y="1405"/>
                  </a:lnTo>
                  <a:lnTo>
                    <a:pt x="90" y="1614"/>
                  </a:lnTo>
                  <a:lnTo>
                    <a:pt x="45" y="1823"/>
                  </a:lnTo>
                  <a:lnTo>
                    <a:pt x="0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0" y="3691"/>
                  </a:lnTo>
                  <a:lnTo>
                    <a:pt x="45" y="3915"/>
                  </a:lnTo>
                  <a:lnTo>
                    <a:pt x="90" y="4124"/>
                  </a:lnTo>
                  <a:lnTo>
                    <a:pt x="164" y="4333"/>
                  </a:lnTo>
                  <a:lnTo>
                    <a:pt x="269" y="4542"/>
                  </a:lnTo>
                  <a:lnTo>
                    <a:pt x="388" y="4722"/>
                  </a:lnTo>
                  <a:lnTo>
                    <a:pt x="508" y="4901"/>
                  </a:lnTo>
                  <a:lnTo>
                    <a:pt x="657" y="5065"/>
                  </a:lnTo>
                  <a:lnTo>
                    <a:pt x="822" y="5215"/>
                  </a:lnTo>
                  <a:lnTo>
                    <a:pt x="1001" y="5334"/>
                  </a:lnTo>
                  <a:lnTo>
                    <a:pt x="1180" y="5454"/>
                  </a:lnTo>
                  <a:lnTo>
                    <a:pt x="1389" y="5543"/>
                  </a:lnTo>
                  <a:lnTo>
                    <a:pt x="1599" y="5618"/>
                  </a:lnTo>
                  <a:lnTo>
                    <a:pt x="1808" y="5678"/>
                  </a:lnTo>
                  <a:lnTo>
                    <a:pt x="2032" y="5723"/>
                  </a:lnTo>
                  <a:lnTo>
                    <a:pt x="2495" y="5723"/>
                  </a:lnTo>
                  <a:lnTo>
                    <a:pt x="2719" y="5678"/>
                  </a:lnTo>
                  <a:lnTo>
                    <a:pt x="2943" y="5618"/>
                  </a:lnTo>
                  <a:lnTo>
                    <a:pt x="3152" y="5543"/>
                  </a:lnTo>
                  <a:lnTo>
                    <a:pt x="3347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69" y="5065"/>
                  </a:lnTo>
                  <a:lnTo>
                    <a:pt x="4019" y="4901"/>
                  </a:lnTo>
                  <a:lnTo>
                    <a:pt x="4153" y="4722"/>
                  </a:lnTo>
                  <a:lnTo>
                    <a:pt x="4273" y="4542"/>
                  </a:lnTo>
                  <a:lnTo>
                    <a:pt x="4362" y="4333"/>
                  </a:lnTo>
                  <a:lnTo>
                    <a:pt x="4437" y="4124"/>
                  </a:lnTo>
                  <a:lnTo>
                    <a:pt x="4497" y="3915"/>
                  </a:lnTo>
                  <a:lnTo>
                    <a:pt x="4527" y="3691"/>
                  </a:lnTo>
                  <a:lnTo>
                    <a:pt x="4542" y="3452"/>
                  </a:lnTo>
                  <a:lnTo>
                    <a:pt x="4542" y="2286"/>
                  </a:lnTo>
                  <a:lnTo>
                    <a:pt x="4527" y="2047"/>
                  </a:lnTo>
                  <a:lnTo>
                    <a:pt x="4497" y="1823"/>
                  </a:lnTo>
                  <a:lnTo>
                    <a:pt x="4437" y="1614"/>
                  </a:lnTo>
                  <a:lnTo>
                    <a:pt x="4362" y="1405"/>
                  </a:lnTo>
                  <a:lnTo>
                    <a:pt x="4273" y="1196"/>
                  </a:lnTo>
                  <a:lnTo>
                    <a:pt x="4153" y="1017"/>
                  </a:lnTo>
                  <a:lnTo>
                    <a:pt x="4019" y="837"/>
                  </a:lnTo>
                  <a:lnTo>
                    <a:pt x="3869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47" y="285"/>
                  </a:lnTo>
                  <a:lnTo>
                    <a:pt x="3152" y="180"/>
                  </a:lnTo>
                  <a:lnTo>
                    <a:pt x="2943" y="105"/>
                  </a:lnTo>
                  <a:lnTo>
                    <a:pt x="2719" y="60"/>
                  </a:lnTo>
                  <a:lnTo>
                    <a:pt x="2495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4290997" y="2198539"/>
              <a:ext cx="94406" cy="126405"/>
            </a:xfrm>
            <a:custGeom>
              <a:avLst/>
              <a:gdLst/>
              <a:ahLst/>
              <a:cxnLst/>
              <a:rect l="l" t="t" r="r" b="b"/>
              <a:pathLst>
                <a:path w="3437" h="4602" extrusionOk="0">
                  <a:moveTo>
                    <a:pt x="1719" y="0"/>
                  </a:moveTo>
                  <a:lnTo>
                    <a:pt x="1540" y="15"/>
                  </a:lnTo>
                  <a:lnTo>
                    <a:pt x="1375" y="30"/>
                  </a:lnTo>
                  <a:lnTo>
                    <a:pt x="1211" y="75"/>
                  </a:lnTo>
                  <a:lnTo>
                    <a:pt x="1047" y="135"/>
                  </a:lnTo>
                  <a:lnTo>
                    <a:pt x="897" y="210"/>
                  </a:lnTo>
                  <a:lnTo>
                    <a:pt x="763" y="299"/>
                  </a:lnTo>
                  <a:lnTo>
                    <a:pt x="628" y="389"/>
                  </a:lnTo>
                  <a:lnTo>
                    <a:pt x="509" y="508"/>
                  </a:lnTo>
                  <a:lnTo>
                    <a:pt x="389" y="628"/>
                  </a:lnTo>
                  <a:lnTo>
                    <a:pt x="300" y="762"/>
                  </a:lnTo>
                  <a:lnTo>
                    <a:pt x="210" y="897"/>
                  </a:lnTo>
                  <a:lnTo>
                    <a:pt x="135" y="1046"/>
                  </a:lnTo>
                  <a:lnTo>
                    <a:pt x="76" y="1210"/>
                  </a:lnTo>
                  <a:lnTo>
                    <a:pt x="31" y="1375"/>
                  </a:lnTo>
                  <a:lnTo>
                    <a:pt x="16" y="1539"/>
                  </a:lnTo>
                  <a:lnTo>
                    <a:pt x="1" y="1718"/>
                  </a:lnTo>
                  <a:lnTo>
                    <a:pt x="1" y="2884"/>
                  </a:lnTo>
                  <a:lnTo>
                    <a:pt x="16" y="3063"/>
                  </a:lnTo>
                  <a:lnTo>
                    <a:pt x="31" y="3227"/>
                  </a:lnTo>
                  <a:lnTo>
                    <a:pt x="76" y="3392"/>
                  </a:lnTo>
                  <a:lnTo>
                    <a:pt x="135" y="3556"/>
                  </a:lnTo>
                  <a:lnTo>
                    <a:pt x="210" y="3705"/>
                  </a:lnTo>
                  <a:lnTo>
                    <a:pt x="300" y="3840"/>
                  </a:lnTo>
                  <a:lnTo>
                    <a:pt x="389" y="3974"/>
                  </a:lnTo>
                  <a:lnTo>
                    <a:pt x="509" y="4094"/>
                  </a:lnTo>
                  <a:lnTo>
                    <a:pt x="628" y="4213"/>
                  </a:lnTo>
                  <a:lnTo>
                    <a:pt x="763" y="4303"/>
                  </a:lnTo>
                  <a:lnTo>
                    <a:pt x="897" y="4393"/>
                  </a:lnTo>
                  <a:lnTo>
                    <a:pt x="1047" y="4467"/>
                  </a:lnTo>
                  <a:lnTo>
                    <a:pt x="1211" y="4527"/>
                  </a:lnTo>
                  <a:lnTo>
                    <a:pt x="1375" y="4572"/>
                  </a:lnTo>
                  <a:lnTo>
                    <a:pt x="1540" y="4587"/>
                  </a:lnTo>
                  <a:lnTo>
                    <a:pt x="1719" y="4602"/>
                  </a:lnTo>
                  <a:lnTo>
                    <a:pt x="1883" y="4587"/>
                  </a:lnTo>
                  <a:lnTo>
                    <a:pt x="2062" y="4572"/>
                  </a:lnTo>
                  <a:lnTo>
                    <a:pt x="2227" y="4527"/>
                  </a:lnTo>
                  <a:lnTo>
                    <a:pt x="2376" y="4467"/>
                  </a:lnTo>
                  <a:lnTo>
                    <a:pt x="2526" y="4393"/>
                  </a:lnTo>
                  <a:lnTo>
                    <a:pt x="2675" y="4303"/>
                  </a:lnTo>
                  <a:lnTo>
                    <a:pt x="2809" y="4213"/>
                  </a:lnTo>
                  <a:lnTo>
                    <a:pt x="2929" y="4094"/>
                  </a:lnTo>
                  <a:lnTo>
                    <a:pt x="3034" y="3974"/>
                  </a:lnTo>
                  <a:lnTo>
                    <a:pt x="3138" y="3840"/>
                  </a:lnTo>
                  <a:lnTo>
                    <a:pt x="3228" y="3705"/>
                  </a:lnTo>
                  <a:lnTo>
                    <a:pt x="3302" y="3556"/>
                  </a:lnTo>
                  <a:lnTo>
                    <a:pt x="3347" y="3392"/>
                  </a:lnTo>
                  <a:lnTo>
                    <a:pt x="3392" y="3227"/>
                  </a:lnTo>
                  <a:lnTo>
                    <a:pt x="3422" y="3063"/>
                  </a:lnTo>
                  <a:lnTo>
                    <a:pt x="3437" y="2884"/>
                  </a:lnTo>
                  <a:lnTo>
                    <a:pt x="3437" y="1718"/>
                  </a:lnTo>
                  <a:lnTo>
                    <a:pt x="3422" y="1539"/>
                  </a:lnTo>
                  <a:lnTo>
                    <a:pt x="3392" y="1375"/>
                  </a:lnTo>
                  <a:lnTo>
                    <a:pt x="3347" y="1210"/>
                  </a:lnTo>
                  <a:lnTo>
                    <a:pt x="3302" y="1046"/>
                  </a:lnTo>
                  <a:lnTo>
                    <a:pt x="3228" y="897"/>
                  </a:lnTo>
                  <a:lnTo>
                    <a:pt x="3138" y="762"/>
                  </a:lnTo>
                  <a:lnTo>
                    <a:pt x="3034" y="628"/>
                  </a:lnTo>
                  <a:lnTo>
                    <a:pt x="2929" y="508"/>
                  </a:lnTo>
                  <a:lnTo>
                    <a:pt x="2809" y="389"/>
                  </a:lnTo>
                  <a:lnTo>
                    <a:pt x="2675" y="299"/>
                  </a:lnTo>
                  <a:lnTo>
                    <a:pt x="2526" y="210"/>
                  </a:lnTo>
                  <a:lnTo>
                    <a:pt x="2376" y="135"/>
                  </a:lnTo>
                  <a:lnTo>
                    <a:pt x="2227" y="75"/>
                  </a:lnTo>
                  <a:lnTo>
                    <a:pt x="2062" y="30"/>
                  </a:lnTo>
                  <a:lnTo>
                    <a:pt x="1883" y="15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3"/>
            <p:cNvSpPr/>
            <p:nvPr/>
          </p:nvSpPr>
          <p:spPr>
            <a:xfrm>
              <a:off x="4306186" y="2213728"/>
              <a:ext cx="63642" cy="95642"/>
            </a:xfrm>
            <a:custGeom>
              <a:avLst/>
              <a:gdLst/>
              <a:ahLst/>
              <a:cxnLst/>
              <a:rect l="l" t="t" r="r" b="b"/>
              <a:pathLst>
                <a:path w="2317" h="3482" extrusionOk="0">
                  <a:moveTo>
                    <a:pt x="1166" y="0"/>
                  </a:moveTo>
                  <a:lnTo>
                    <a:pt x="1046" y="15"/>
                  </a:lnTo>
                  <a:lnTo>
                    <a:pt x="927" y="30"/>
                  </a:lnTo>
                  <a:lnTo>
                    <a:pt x="822" y="60"/>
                  </a:lnTo>
                  <a:lnTo>
                    <a:pt x="718" y="90"/>
                  </a:lnTo>
                  <a:lnTo>
                    <a:pt x="613" y="150"/>
                  </a:lnTo>
                  <a:lnTo>
                    <a:pt x="523" y="209"/>
                  </a:lnTo>
                  <a:lnTo>
                    <a:pt x="434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210" y="523"/>
                  </a:lnTo>
                  <a:lnTo>
                    <a:pt x="150" y="613"/>
                  </a:lnTo>
                  <a:lnTo>
                    <a:pt x="90" y="717"/>
                  </a:lnTo>
                  <a:lnTo>
                    <a:pt x="60" y="822"/>
                  </a:lnTo>
                  <a:lnTo>
                    <a:pt x="30" y="926"/>
                  </a:lnTo>
                  <a:lnTo>
                    <a:pt x="16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5" y="2629"/>
                  </a:lnTo>
                  <a:lnTo>
                    <a:pt x="90" y="2779"/>
                  </a:lnTo>
                  <a:lnTo>
                    <a:pt x="165" y="2898"/>
                  </a:lnTo>
                  <a:lnTo>
                    <a:pt x="240" y="3033"/>
                  </a:lnTo>
                  <a:lnTo>
                    <a:pt x="344" y="3137"/>
                  </a:lnTo>
                  <a:lnTo>
                    <a:pt x="449" y="3242"/>
                  </a:lnTo>
                  <a:lnTo>
                    <a:pt x="568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85" y="3481"/>
                  </a:lnTo>
                  <a:lnTo>
                    <a:pt x="1390" y="3466"/>
                  </a:lnTo>
                  <a:lnTo>
                    <a:pt x="1509" y="3436"/>
                  </a:lnTo>
                  <a:lnTo>
                    <a:pt x="1614" y="3391"/>
                  </a:lnTo>
                  <a:lnTo>
                    <a:pt x="1719" y="3347"/>
                  </a:lnTo>
                  <a:lnTo>
                    <a:pt x="1808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7" y="3063"/>
                  </a:lnTo>
                  <a:lnTo>
                    <a:pt x="2122" y="2973"/>
                  </a:lnTo>
                  <a:lnTo>
                    <a:pt x="2182" y="2883"/>
                  </a:lnTo>
                  <a:lnTo>
                    <a:pt x="2227" y="2779"/>
                  </a:lnTo>
                  <a:lnTo>
                    <a:pt x="2271" y="2674"/>
                  </a:lnTo>
                  <a:lnTo>
                    <a:pt x="2301" y="2570"/>
                  </a:lnTo>
                  <a:lnTo>
                    <a:pt x="2316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1" y="986"/>
                  </a:lnTo>
                  <a:lnTo>
                    <a:pt x="2271" y="822"/>
                  </a:lnTo>
                  <a:lnTo>
                    <a:pt x="2212" y="672"/>
                  </a:lnTo>
                  <a:lnTo>
                    <a:pt x="2137" y="538"/>
                  </a:lnTo>
                  <a:lnTo>
                    <a:pt x="2062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8" y="209"/>
                  </a:lnTo>
                  <a:lnTo>
                    <a:pt x="1719" y="150"/>
                  </a:lnTo>
                  <a:lnTo>
                    <a:pt x="1614" y="90"/>
                  </a:lnTo>
                  <a:lnTo>
                    <a:pt x="1509" y="60"/>
                  </a:lnTo>
                  <a:lnTo>
                    <a:pt x="1390" y="30"/>
                  </a:lnTo>
                  <a:lnTo>
                    <a:pt x="1285" y="1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4310691" y="2228478"/>
              <a:ext cx="59138" cy="80892"/>
            </a:xfrm>
            <a:custGeom>
              <a:avLst/>
              <a:gdLst/>
              <a:ahLst/>
              <a:cxnLst/>
              <a:rect l="l" t="t" r="r" b="b"/>
              <a:pathLst>
                <a:path w="2153" h="2945" extrusionOk="0">
                  <a:moveTo>
                    <a:pt x="1973" y="1"/>
                  </a:moveTo>
                  <a:lnTo>
                    <a:pt x="1" y="2361"/>
                  </a:lnTo>
                  <a:lnTo>
                    <a:pt x="76" y="2496"/>
                  </a:lnTo>
                  <a:lnTo>
                    <a:pt x="180" y="2600"/>
                  </a:lnTo>
                  <a:lnTo>
                    <a:pt x="285" y="2705"/>
                  </a:lnTo>
                  <a:lnTo>
                    <a:pt x="404" y="2795"/>
                  </a:lnTo>
                  <a:lnTo>
                    <a:pt x="539" y="2854"/>
                  </a:lnTo>
                  <a:lnTo>
                    <a:pt x="688" y="2914"/>
                  </a:lnTo>
                  <a:lnTo>
                    <a:pt x="838" y="2944"/>
                  </a:lnTo>
                  <a:lnTo>
                    <a:pt x="1121" y="2944"/>
                  </a:lnTo>
                  <a:lnTo>
                    <a:pt x="1226" y="2929"/>
                  </a:lnTo>
                  <a:lnTo>
                    <a:pt x="1345" y="2899"/>
                  </a:lnTo>
                  <a:lnTo>
                    <a:pt x="1450" y="2854"/>
                  </a:lnTo>
                  <a:lnTo>
                    <a:pt x="1555" y="2810"/>
                  </a:lnTo>
                  <a:lnTo>
                    <a:pt x="1644" y="2750"/>
                  </a:lnTo>
                  <a:lnTo>
                    <a:pt x="1734" y="2690"/>
                  </a:lnTo>
                  <a:lnTo>
                    <a:pt x="1809" y="2615"/>
                  </a:lnTo>
                  <a:lnTo>
                    <a:pt x="1883" y="2526"/>
                  </a:lnTo>
                  <a:lnTo>
                    <a:pt x="1958" y="2436"/>
                  </a:lnTo>
                  <a:lnTo>
                    <a:pt x="2018" y="2346"/>
                  </a:lnTo>
                  <a:lnTo>
                    <a:pt x="2063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52" y="1794"/>
                  </a:lnTo>
                  <a:lnTo>
                    <a:pt x="2152" y="628"/>
                  </a:lnTo>
                  <a:lnTo>
                    <a:pt x="2137" y="449"/>
                  </a:lnTo>
                  <a:lnTo>
                    <a:pt x="2107" y="285"/>
                  </a:lnTo>
                  <a:lnTo>
                    <a:pt x="2048" y="135"/>
                  </a:lnTo>
                  <a:lnTo>
                    <a:pt x="1973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3"/>
            <p:cNvSpPr/>
            <p:nvPr/>
          </p:nvSpPr>
          <p:spPr>
            <a:xfrm>
              <a:off x="4146578" y="1879707"/>
              <a:ext cx="25462" cy="170326"/>
            </a:xfrm>
            <a:custGeom>
              <a:avLst/>
              <a:gdLst/>
              <a:ahLst/>
              <a:cxnLst/>
              <a:rect l="l" t="t" r="r" b="b"/>
              <a:pathLst>
                <a:path w="927" h="6201" extrusionOk="0">
                  <a:moveTo>
                    <a:pt x="0" y="0"/>
                  </a:moveTo>
                  <a:lnTo>
                    <a:pt x="0" y="6200"/>
                  </a:lnTo>
                  <a:lnTo>
                    <a:pt x="926" y="620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3"/>
            <p:cNvSpPr/>
            <p:nvPr/>
          </p:nvSpPr>
          <p:spPr>
            <a:xfrm>
              <a:off x="4054647" y="2619547"/>
              <a:ext cx="208890" cy="56638"/>
            </a:xfrm>
            <a:custGeom>
              <a:avLst/>
              <a:gdLst/>
              <a:ahLst/>
              <a:cxnLst/>
              <a:rect l="l" t="t" r="r" b="b"/>
              <a:pathLst>
                <a:path w="7605" h="2062" extrusionOk="0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5"/>
                  </a:lnTo>
                  <a:lnTo>
                    <a:pt x="16" y="224"/>
                  </a:lnTo>
                  <a:lnTo>
                    <a:pt x="1" y="284"/>
                  </a:lnTo>
                  <a:lnTo>
                    <a:pt x="1" y="1778"/>
                  </a:lnTo>
                  <a:lnTo>
                    <a:pt x="16" y="1838"/>
                  </a:lnTo>
                  <a:lnTo>
                    <a:pt x="30" y="1883"/>
                  </a:lnTo>
                  <a:lnTo>
                    <a:pt x="60" y="1928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284" y="2062"/>
                  </a:lnTo>
                  <a:lnTo>
                    <a:pt x="7321" y="2062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8"/>
                  </a:lnTo>
                  <a:lnTo>
                    <a:pt x="7575" y="1883"/>
                  </a:lnTo>
                  <a:lnTo>
                    <a:pt x="7605" y="1838"/>
                  </a:lnTo>
                  <a:lnTo>
                    <a:pt x="7605" y="1778"/>
                  </a:lnTo>
                  <a:lnTo>
                    <a:pt x="7605" y="284"/>
                  </a:lnTo>
                  <a:lnTo>
                    <a:pt x="7605" y="224"/>
                  </a:lnTo>
                  <a:lnTo>
                    <a:pt x="7575" y="165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3"/>
            <p:cNvSpPr/>
            <p:nvPr/>
          </p:nvSpPr>
          <p:spPr>
            <a:xfrm>
              <a:off x="4054647" y="2675359"/>
              <a:ext cx="208890" cy="56226"/>
            </a:xfrm>
            <a:custGeom>
              <a:avLst/>
              <a:gdLst/>
              <a:ahLst/>
              <a:cxnLst/>
              <a:rect l="l" t="t" r="r" b="b"/>
              <a:pathLst>
                <a:path w="7605" h="2047" extrusionOk="0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4"/>
                  </a:lnTo>
                  <a:lnTo>
                    <a:pt x="16" y="224"/>
                  </a:lnTo>
                  <a:lnTo>
                    <a:pt x="1" y="269"/>
                  </a:lnTo>
                  <a:lnTo>
                    <a:pt x="1" y="1778"/>
                  </a:lnTo>
                  <a:lnTo>
                    <a:pt x="16" y="1823"/>
                  </a:lnTo>
                  <a:lnTo>
                    <a:pt x="30" y="1882"/>
                  </a:lnTo>
                  <a:lnTo>
                    <a:pt x="60" y="1927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7"/>
                  </a:lnTo>
                  <a:lnTo>
                    <a:pt x="7575" y="1882"/>
                  </a:lnTo>
                  <a:lnTo>
                    <a:pt x="7605" y="1823"/>
                  </a:lnTo>
                  <a:lnTo>
                    <a:pt x="7605" y="1778"/>
                  </a:lnTo>
                  <a:lnTo>
                    <a:pt x="7605" y="269"/>
                  </a:lnTo>
                  <a:lnTo>
                    <a:pt x="7605" y="224"/>
                  </a:lnTo>
                  <a:lnTo>
                    <a:pt x="7575" y="164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3"/>
            <p:cNvSpPr/>
            <p:nvPr/>
          </p:nvSpPr>
          <p:spPr>
            <a:xfrm>
              <a:off x="3714472" y="2722959"/>
              <a:ext cx="889672" cy="854789"/>
            </a:xfrm>
            <a:custGeom>
              <a:avLst/>
              <a:gdLst/>
              <a:ahLst/>
              <a:cxnLst/>
              <a:rect l="l" t="t" r="r" b="b"/>
              <a:pathLst>
                <a:path w="32390" h="31120" extrusionOk="0">
                  <a:moveTo>
                    <a:pt x="3437" y="0"/>
                  </a:moveTo>
                  <a:lnTo>
                    <a:pt x="3258" y="15"/>
                  </a:lnTo>
                  <a:lnTo>
                    <a:pt x="3078" y="30"/>
                  </a:lnTo>
                  <a:lnTo>
                    <a:pt x="2899" y="75"/>
                  </a:lnTo>
                  <a:lnTo>
                    <a:pt x="2720" y="105"/>
                  </a:lnTo>
                  <a:lnTo>
                    <a:pt x="2540" y="164"/>
                  </a:lnTo>
                  <a:lnTo>
                    <a:pt x="2212" y="284"/>
                  </a:lnTo>
                  <a:lnTo>
                    <a:pt x="1898" y="433"/>
                  </a:lnTo>
                  <a:lnTo>
                    <a:pt x="1599" y="613"/>
                  </a:lnTo>
                  <a:lnTo>
                    <a:pt x="1315" y="822"/>
                  </a:lnTo>
                  <a:lnTo>
                    <a:pt x="1061" y="1061"/>
                  </a:lnTo>
                  <a:lnTo>
                    <a:pt x="822" y="1315"/>
                  </a:lnTo>
                  <a:lnTo>
                    <a:pt x="613" y="1599"/>
                  </a:lnTo>
                  <a:lnTo>
                    <a:pt x="434" y="1897"/>
                  </a:lnTo>
                  <a:lnTo>
                    <a:pt x="285" y="2211"/>
                  </a:lnTo>
                  <a:lnTo>
                    <a:pt x="165" y="2540"/>
                  </a:lnTo>
                  <a:lnTo>
                    <a:pt x="105" y="2719"/>
                  </a:lnTo>
                  <a:lnTo>
                    <a:pt x="75" y="2898"/>
                  </a:lnTo>
                  <a:lnTo>
                    <a:pt x="31" y="3078"/>
                  </a:lnTo>
                  <a:lnTo>
                    <a:pt x="16" y="3257"/>
                  </a:lnTo>
                  <a:lnTo>
                    <a:pt x="1" y="3436"/>
                  </a:lnTo>
                  <a:lnTo>
                    <a:pt x="1" y="3630"/>
                  </a:lnTo>
                  <a:lnTo>
                    <a:pt x="1" y="27489"/>
                  </a:lnTo>
                  <a:lnTo>
                    <a:pt x="1" y="27683"/>
                  </a:lnTo>
                  <a:lnTo>
                    <a:pt x="16" y="27862"/>
                  </a:lnTo>
                  <a:lnTo>
                    <a:pt x="31" y="28042"/>
                  </a:lnTo>
                  <a:lnTo>
                    <a:pt x="75" y="28221"/>
                  </a:lnTo>
                  <a:lnTo>
                    <a:pt x="105" y="28400"/>
                  </a:lnTo>
                  <a:lnTo>
                    <a:pt x="165" y="28564"/>
                  </a:lnTo>
                  <a:lnTo>
                    <a:pt x="285" y="28908"/>
                  </a:lnTo>
                  <a:lnTo>
                    <a:pt x="434" y="29222"/>
                  </a:lnTo>
                  <a:lnTo>
                    <a:pt x="613" y="29521"/>
                  </a:lnTo>
                  <a:lnTo>
                    <a:pt x="822" y="29804"/>
                  </a:lnTo>
                  <a:lnTo>
                    <a:pt x="1061" y="30058"/>
                  </a:lnTo>
                  <a:lnTo>
                    <a:pt x="1315" y="30297"/>
                  </a:lnTo>
                  <a:lnTo>
                    <a:pt x="1599" y="30507"/>
                  </a:lnTo>
                  <a:lnTo>
                    <a:pt x="1898" y="30686"/>
                  </a:lnTo>
                  <a:lnTo>
                    <a:pt x="2212" y="30835"/>
                  </a:lnTo>
                  <a:lnTo>
                    <a:pt x="2540" y="30955"/>
                  </a:lnTo>
                  <a:lnTo>
                    <a:pt x="2720" y="31000"/>
                  </a:lnTo>
                  <a:lnTo>
                    <a:pt x="2899" y="31044"/>
                  </a:lnTo>
                  <a:lnTo>
                    <a:pt x="3078" y="31074"/>
                  </a:lnTo>
                  <a:lnTo>
                    <a:pt x="3258" y="31104"/>
                  </a:lnTo>
                  <a:lnTo>
                    <a:pt x="3437" y="31119"/>
                  </a:lnTo>
                  <a:lnTo>
                    <a:pt x="28939" y="31119"/>
                  </a:lnTo>
                  <a:lnTo>
                    <a:pt x="29118" y="31104"/>
                  </a:lnTo>
                  <a:lnTo>
                    <a:pt x="29312" y="31074"/>
                  </a:lnTo>
                  <a:lnTo>
                    <a:pt x="29491" y="31044"/>
                  </a:lnTo>
                  <a:lnTo>
                    <a:pt x="29656" y="31000"/>
                  </a:lnTo>
                  <a:lnTo>
                    <a:pt x="29835" y="30955"/>
                  </a:lnTo>
                  <a:lnTo>
                    <a:pt x="30164" y="30835"/>
                  </a:lnTo>
                  <a:lnTo>
                    <a:pt x="30477" y="30686"/>
                  </a:lnTo>
                  <a:lnTo>
                    <a:pt x="30776" y="30507"/>
                  </a:lnTo>
                  <a:lnTo>
                    <a:pt x="31060" y="30297"/>
                  </a:lnTo>
                  <a:lnTo>
                    <a:pt x="31314" y="30058"/>
                  </a:lnTo>
                  <a:lnTo>
                    <a:pt x="31553" y="29804"/>
                  </a:lnTo>
                  <a:lnTo>
                    <a:pt x="31762" y="29521"/>
                  </a:lnTo>
                  <a:lnTo>
                    <a:pt x="31942" y="29222"/>
                  </a:lnTo>
                  <a:lnTo>
                    <a:pt x="32106" y="28908"/>
                  </a:lnTo>
                  <a:lnTo>
                    <a:pt x="32225" y="28564"/>
                  </a:lnTo>
                  <a:lnTo>
                    <a:pt x="32270" y="28400"/>
                  </a:lnTo>
                  <a:lnTo>
                    <a:pt x="32315" y="28221"/>
                  </a:lnTo>
                  <a:lnTo>
                    <a:pt x="32345" y="28042"/>
                  </a:lnTo>
                  <a:lnTo>
                    <a:pt x="32360" y="27862"/>
                  </a:lnTo>
                  <a:lnTo>
                    <a:pt x="32375" y="27683"/>
                  </a:lnTo>
                  <a:lnTo>
                    <a:pt x="32390" y="27489"/>
                  </a:lnTo>
                  <a:lnTo>
                    <a:pt x="32390" y="3630"/>
                  </a:lnTo>
                  <a:lnTo>
                    <a:pt x="32375" y="3436"/>
                  </a:lnTo>
                  <a:lnTo>
                    <a:pt x="32360" y="3257"/>
                  </a:lnTo>
                  <a:lnTo>
                    <a:pt x="32345" y="3078"/>
                  </a:lnTo>
                  <a:lnTo>
                    <a:pt x="32315" y="2898"/>
                  </a:lnTo>
                  <a:lnTo>
                    <a:pt x="32270" y="2719"/>
                  </a:lnTo>
                  <a:lnTo>
                    <a:pt x="32225" y="2540"/>
                  </a:lnTo>
                  <a:lnTo>
                    <a:pt x="32106" y="2211"/>
                  </a:lnTo>
                  <a:lnTo>
                    <a:pt x="31942" y="1897"/>
                  </a:lnTo>
                  <a:lnTo>
                    <a:pt x="31762" y="1599"/>
                  </a:lnTo>
                  <a:lnTo>
                    <a:pt x="31553" y="1315"/>
                  </a:lnTo>
                  <a:lnTo>
                    <a:pt x="31314" y="1061"/>
                  </a:lnTo>
                  <a:lnTo>
                    <a:pt x="31060" y="822"/>
                  </a:lnTo>
                  <a:lnTo>
                    <a:pt x="30776" y="613"/>
                  </a:lnTo>
                  <a:lnTo>
                    <a:pt x="30477" y="433"/>
                  </a:lnTo>
                  <a:lnTo>
                    <a:pt x="30164" y="284"/>
                  </a:lnTo>
                  <a:lnTo>
                    <a:pt x="29835" y="164"/>
                  </a:lnTo>
                  <a:lnTo>
                    <a:pt x="29656" y="105"/>
                  </a:lnTo>
                  <a:lnTo>
                    <a:pt x="29491" y="75"/>
                  </a:lnTo>
                  <a:lnTo>
                    <a:pt x="29312" y="30"/>
                  </a:lnTo>
                  <a:lnTo>
                    <a:pt x="29118" y="15"/>
                  </a:lnTo>
                  <a:lnTo>
                    <a:pt x="28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3"/>
            <p:cNvSpPr/>
            <p:nvPr/>
          </p:nvSpPr>
          <p:spPr>
            <a:xfrm>
              <a:off x="4517515" y="2778332"/>
              <a:ext cx="33263" cy="33291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18"/>
                  </a:lnTo>
                  <a:lnTo>
                    <a:pt x="45" y="838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2"/>
                  </a:lnTo>
                  <a:lnTo>
                    <a:pt x="1106" y="942"/>
                  </a:lnTo>
                  <a:lnTo>
                    <a:pt x="1166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3"/>
            <p:cNvSpPr/>
            <p:nvPr/>
          </p:nvSpPr>
          <p:spPr>
            <a:xfrm>
              <a:off x="4517515" y="348617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33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3"/>
            <p:cNvSpPr/>
            <p:nvPr/>
          </p:nvSpPr>
          <p:spPr>
            <a:xfrm>
              <a:off x="3768224" y="2778332"/>
              <a:ext cx="33263" cy="33291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18"/>
                  </a:lnTo>
                  <a:lnTo>
                    <a:pt x="46" y="838"/>
                  </a:lnTo>
                  <a:lnTo>
                    <a:pt x="90" y="942"/>
                  </a:lnTo>
                  <a:lnTo>
                    <a:pt x="165" y="1032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2"/>
                  </a:lnTo>
                  <a:lnTo>
                    <a:pt x="1106" y="942"/>
                  </a:lnTo>
                  <a:lnTo>
                    <a:pt x="1151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3"/>
            <p:cNvSpPr/>
            <p:nvPr/>
          </p:nvSpPr>
          <p:spPr>
            <a:xfrm>
              <a:off x="3768224" y="348617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33"/>
                  </a:lnTo>
                  <a:lnTo>
                    <a:pt x="46" y="837"/>
                  </a:lnTo>
                  <a:lnTo>
                    <a:pt x="90" y="942"/>
                  </a:lnTo>
                  <a:lnTo>
                    <a:pt x="165" y="1031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51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3"/>
            <p:cNvSpPr/>
            <p:nvPr/>
          </p:nvSpPr>
          <p:spPr>
            <a:xfrm>
              <a:off x="3832249" y="2972850"/>
              <a:ext cx="675041" cy="359083"/>
            </a:xfrm>
            <a:custGeom>
              <a:avLst/>
              <a:gdLst/>
              <a:ahLst/>
              <a:cxnLst/>
              <a:rect l="l" t="t" r="r" b="b"/>
              <a:pathLst>
                <a:path w="24576" h="13073" extrusionOk="0">
                  <a:moveTo>
                    <a:pt x="2032" y="0"/>
                  </a:moveTo>
                  <a:lnTo>
                    <a:pt x="1823" y="15"/>
                  </a:lnTo>
                  <a:lnTo>
                    <a:pt x="1629" y="45"/>
                  </a:lnTo>
                  <a:lnTo>
                    <a:pt x="1420" y="90"/>
                  </a:lnTo>
                  <a:lnTo>
                    <a:pt x="1240" y="165"/>
                  </a:lnTo>
                  <a:lnTo>
                    <a:pt x="1061" y="239"/>
                  </a:lnTo>
                  <a:lnTo>
                    <a:pt x="897" y="344"/>
                  </a:lnTo>
                  <a:lnTo>
                    <a:pt x="732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50" y="1240"/>
                  </a:lnTo>
                  <a:lnTo>
                    <a:pt x="90" y="1434"/>
                  </a:lnTo>
                  <a:lnTo>
                    <a:pt x="45" y="1629"/>
                  </a:lnTo>
                  <a:lnTo>
                    <a:pt x="0" y="1823"/>
                  </a:lnTo>
                  <a:lnTo>
                    <a:pt x="0" y="2032"/>
                  </a:lnTo>
                  <a:lnTo>
                    <a:pt x="0" y="11041"/>
                  </a:lnTo>
                  <a:lnTo>
                    <a:pt x="0" y="11250"/>
                  </a:lnTo>
                  <a:lnTo>
                    <a:pt x="45" y="11444"/>
                  </a:lnTo>
                  <a:lnTo>
                    <a:pt x="90" y="11638"/>
                  </a:lnTo>
                  <a:lnTo>
                    <a:pt x="150" y="11832"/>
                  </a:lnTo>
                  <a:lnTo>
                    <a:pt x="239" y="12012"/>
                  </a:lnTo>
                  <a:lnTo>
                    <a:pt x="344" y="12176"/>
                  </a:lnTo>
                  <a:lnTo>
                    <a:pt x="463" y="12325"/>
                  </a:lnTo>
                  <a:lnTo>
                    <a:pt x="598" y="12475"/>
                  </a:lnTo>
                  <a:lnTo>
                    <a:pt x="732" y="12609"/>
                  </a:lnTo>
                  <a:lnTo>
                    <a:pt x="897" y="12729"/>
                  </a:lnTo>
                  <a:lnTo>
                    <a:pt x="1061" y="12833"/>
                  </a:lnTo>
                  <a:lnTo>
                    <a:pt x="1240" y="12908"/>
                  </a:lnTo>
                  <a:lnTo>
                    <a:pt x="1420" y="12983"/>
                  </a:lnTo>
                  <a:lnTo>
                    <a:pt x="1629" y="13028"/>
                  </a:lnTo>
                  <a:lnTo>
                    <a:pt x="1823" y="13057"/>
                  </a:lnTo>
                  <a:lnTo>
                    <a:pt x="2032" y="13072"/>
                  </a:lnTo>
                  <a:lnTo>
                    <a:pt x="22544" y="13072"/>
                  </a:lnTo>
                  <a:lnTo>
                    <a:pt x="22753" y="13057"/>
                  </a:lnTo>
                  <a:lnTo>
                    <a:pt x="22948" y="13028"/>
                  </a:lnTo>
                  <a:lnTo>
                    <a:pt x="23142" y="12983"/>
                  </a:lnTo>
                  <a:lnTo>
                    <a:pt x="23336" y="12908"/>
                  </a:lnTo>
                  <a:lnTo>
                    <a:pt x="23515" y="12833"/>
                  </a:lnTo>
                  <a:lnTo>
                    <a:pt x="23680" y="12729"/>
                  </a:lnTo>
                  <a:lnTo>
                    <a:pt x="23829" y="12609"/>
                  </a:lnTo>
                  <a:lnTo>
                    <a:pt x="23978" y="12475"/>
                  </a:lnTo>
                  <a:lnTo>
                    <a:pt x="24113" y="12325"/>
                  </a:lnTo>
                  <a:lnTo>
                    <a:pt x="24232" y="12176"/>
                  </a:lnTo>
                  <a:lnTo>
                    <a:pt x="24322" y="12012"/>
                  </a:lnTo>
                  <a:lnTo>
                    <a:pt x="24412" y="11832"/>
                  </a:lnTo>
                  <a:lnTo>
                    <a:pt x="24486" y="11638"/>
                  </a:lnTo>
                  <a:lnTo>
                    <a:pt x="24531" y="11444"/>
                  </a:lnTo>
                  <a:lnTo>
                    <a:pt x="24561" y="11250"/>
                  </a:lnTo>
                  <a:lnTo>
                    <a:pt x="24576" y="11041"/>
                  </a:lnTo>
                  <a:lnTo>
                    <a:pt x="24576" y="2032"/>
                  </a:lnTo>
                  <a:lnTo>
                    <a:pt x="24561" y="1823"/>
                  </a:lnTo>
                  <a:lnTo>
                    <a:pt x="24531" y="1629"/>
                  </a:lnTo>
                  <a:lnTo>
                    <a:pt x="24486" y="1434"/>
                  </a:lnTo>
                  <a:lnTo>
                    <a:pt x="24412" y="1240"/>
                  </a:lnTo>
                  <a:lnTo>
                    <a:pt x="24322" y="1061"/>
                  </a:lnTo>
                  <a:lnTo>
                    <a:pt x="24232" y="897"/>
                  </a:lnTo>
                  <a:lnTo>
                    <a:pt x="24113" y="747"/>
                  </a:lnTo>
                  <a:lnTo>
                    <a:pt x="23978" y="598"/>
                  </a:lnTo>
                  <a:lnTo>
                    <a:pt x="23829" y="463"/>
                  </a:lnTo>
                  <a:lnTo>
                    <a:pt x="23680" y="344"/>
                  </a:lnTo>
                  <a:lnTo>
                    <a:pt x="23515" y="239"/>
                  </a:lnTo>
                  <a:lnTo>
                    <a:pt x="23336" y="165"/>
                  </a:lnTo>
                  <a:lnTo>
                    <a:pt x="23142" y="90"/>
                  </a:lnTo>
                  <a:lnTo>
                    <a:pt x="22948" y="45"/>
                  </a:lnTo>
                  <a:lnTo>
                    <a:pt x="22753" y="15"/>
                  </a:lnTo>
                  <a:lnTo>
                    <a:pt x="225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3"/>
            <p:cNvSpPr/>
            <p:nvPr/>
          </p:nvSpPr>
          <p:spPr>
            <a:xfrm>
              <a:off x="3889270" y="2999932"/>
              <a:ext cx="560996" cy="79216"/>
            </a:xfrm>
            <a:custGeom>
              <a:avLst/>
              <a:gdLst/>
              <a:ahLst/>
              <a:cxnLst/>
              <a:rect l="l" t="t" r="r" b="b"/>
              <a:pathLst>
                <a:path w="20424" h="2884" extrusionOk="0">
                  <a:moveTo>
                    <a:pt x="255" y="0"/>
                  </a:moveTo>
                  <a:lnTo>
                    <a:pt x="195" y="15"/>
                  </a:lnTo>
                  <a:lnTo>
                    <a:pt x="135" y="45"/>
                  </a:lnTo>
                  <a:lnTo>
                    <a:pt x="91" y="90"/>
                  </a:lnTo>
                  <a:lnTo>
                    <a:pt x="46" y="135"/>
                  </a:lnTo>
                  <a:lnTo>
                    <a:pt x="31" y="194"/>
                  </a:lnTo>
                  <a:lnTo>
                    <a:pt x="1" y="254"/>
                  </a:lnTo>
                  <a:lnTo>
                    <a:pt x="1" y="314"/>
                  </a:lnTo>
                  <a:lnTo>
                    <a:pt x="1" y="2570"/>
                  </a:lnTo>
                  <a:lnTo>
                    <a:pt x="1" y="2630"/>
                  </a:lnTo>
                  <a:lnTo>
                    <a:pt x="31" y="2689"/>
                  </a:lnTo>
                  <a:lnTo>
                    <a:pt x="46" y="2749"/>
                  </a:lnTo>
                  <a:lnTo>
                    <a:pt x="91" y="2794"/>
                  </a:lnTo>
                  <a:lnTo>
                    <a:pt x="135" y="2839"/>
                  </a:lnTo>
                  <a:lnTo>
                    <a:pt x="195" y="2869"/>
                  </a:lnTo>
                  <a:lnTo>
                    <a:pt x="255" y="2884"/>
                  </a:lnTo>
                  <a:lnTo>
                    <a:pt x="20169" y="2884"/>
                  </a:lnTo>
                  <a:lnTo>
                    <a:pt x="20229" y="2869"/>
                  </a:lnTo>
                  <a:lnTo>
                    <a:pt x="20289" y="2839"/>
                  </a:lnTo>
                  <a:lnTo>
                    <a:pt x="20334" y="2794"/>
                  </a:lnTo>
                  <a:lnTo>
                    <a:pt x="20364" y="2749"/>
                  </a:lnTo>
                  <a:lnTo>
                    <a:pt x="20394" y="2689"/>
                  </a:lnTo>
                  <a:lnTo>
                    <a:pt x="20408" y="2630"/>
                  </a:lnTo>
                  <a:lnTo>
                    <a:pt x="20423" y="2570"/>
                  </a:lnTo>
                  <a:lnTo>
                    <a:pt x="20423" y="314"/>
                  </a:lnTo>
                  <a:lnTo>
                    <a:pt x="20408" y="254"/>
                  </a:lnTo>
                  <a:lnTo>
                    <a:pt x="20394" y="194"/>
                  </a:lnTo>
                  <a:lnTo>
                    <a:pt x="20364" y="135"/>
                  </a:lnTo>
                  <a:lnTo>
                    <a:pt x="20334" y="90"/>
                  </a:lnTo>
                  <a:lnTo>
                    <a:pt x="20289" y="45"/>
                  </a:lnTo>
                  <a:lnTo>
                    <a:pt x="20229" y="15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3"/>
            <p:cNvSpPr/>
            <p:nvPr/>
          </p:nvSpPr>
          <p:spPr>
            <a:xfrm>
              <a:off x="3910199" y="3026602"/>
              <a:ext cx="519960" cy="25874"/>
            </a:xfrm>
            <a:custGeom>
              <a:avLst/>
              <a:gdLst/>
              <a:ahLst/>
              <a:cxnLst/>
              <a:rect l="l" t="t" r="r" b="b"/>
              <a:pathLst>
                <a:path w="18930" h="942" extrusionOk="0">
                  <a:moveTo>
                    <a:pt x="2361" y="0"/>
                  </a:moveTo>
                  <a:lnTo>
                    <a:pt x="2257" y="15"/>
                  </a:lnTo>
                  <a:lnTo>
                    <a:pt x="2152" y="30"/>
                  </a:lnTo>
                  <a:lnTo>
                    <a:pt x="2063" y="60"/>
                  </a:lnTo>
                  <a:lnTo>
                    <a:pt x="1973" y="105"/>
                  </a:lnTo>
                  <a:lnTo>
                    <a:pt x="1883" y="150"/>
                  </a:lnTo>
                  <a:lnTo>
                    <a:pt x="1794" y="209"/>
                  </a:lnTo>
                  <a:lnTo>
                    <a:pt x="1734" y="284"/>
                  </a:lnTo>
                  <a:lnTo>
                    <a:pt x="1659" y="374"/>
                  </a:lnTo>
                  <a:lnTo>
                    <a:pt x="1584" y="463"/>
                  </a:lnTo>
                  <a:lnTo>
                    <a:pt x="1495" y="523"/>
                  </a:lnTo>
                  <a:lnTo>
                    <a:pt x="1390" y="568"/>
                  </a:lnTo>
                  <a:lnTo>
                    <a:pt x="1271" y="583"/>
                  </a:lnTo>
                  <a:lnTo>
                    <a:pt x="1151" y="568"/>
                  </a:lnTo>
                  <a:lnTo>
                    <a:pt x="1047" y="523"/>
                  </a:lnTo>
                  <a:lnTo>
                    <a:pt x="942" y="463"/>
                  </a:lnTo>
                  <a:lnTo>
                    <a:pt x="867" y="374"/>
                  </a:lnTo>
                  <a:lnTo>
                    <a:pt x="837" y="344"/>
                  </a:lnTo>
                  <a:lnTo>
                    <a:pt x="808" y="314"/>
                  </a:lnTo>
                  <a:lnTo>
                    <a:pt x="763" y="299"/>
                  </a:lnTo>
                  <a:lnTo>
                    <a:pt x="180" y="299"/>
                  </a:lnTo>
                  <a:lnTo>
                    <a:pt x="105" y="314"/>
                  </a:lnTo>
                  <a:lnTo>
                    <a:pt x="46" y="344"/>
                  </a:lnTo>
                  <a:lnTo>
                    <a:pt x="16" y="404"/>
                  </a:lnTo>
                  <a:lnTo>
                    <a:pt x="1" y="478"/>
                  </a:lnTo>
                  <a:lnTo>
                    <a:pt x="16" y="538"/>
                  </a:lnTo>
                  <a:lnTo>
                    <a:pt x="46" y="598"/>
                  </a:lnTo>
                  <a:lnTo>
                    <a:pt x="105" y="643"/>
                  </a:lnTo>
                  <a:lnTo>
                    <a:pt x="180" y="658"/>
                  </a:lnTo>
                  <a:lnTo>
                    <a:pt x="628" y="658"/>
                  </a:lnTo>
                  <a:lnTo>
                    <a:pt x="703" y="717"/>
                  </a:lnTo>
                  <a:lnTo>
                    <a:pt x="763" y="777"/>
                  </a:lnTo>
                  <a:lnTo>
                    <a:pt x="837" y="822"/>
                  </a:lnTo>
                  <a:lnTo>
                    <a:pt x="912" y="867"/>
                  </a:lnTo>
                  <a:lnTo>
                    <a:pt x="1002" y="897"/>
                  </a:lnTo>
                  <a:lnTo>
                    <a:pt x="1091" y="927"/>
                  </a:lnTo>
                  <a:lnTo>
                    <a:pt x="1181" y="942"/>
                  </a:lnTo>
                  <a:lnTo>
                    <a:pt x="1271" y="942"/>
                  </a:lnTo>
                  <a:lnTo>
                    <a:pt x="1375" y="927"/>
                  </a:lnTo>
                  <a:lnTo>
                    <a:pt x="1465" y="912"/>
                  </a:lnTo>
                  <a:lnTo>
                    <a:pt x="1570" y="882"/>
                  </a:lnTo>
                  <a:lnTo>
                    <a:pt x="1659" y="837"/>
                  </a:lnTo>
                  <a:lnTo>
                    <a:pt x="1749" y="792"/>
                  </a:lnTo>
                  <a:lnTo>
                    <a:pt x="1823" y="732"/>
                  </a:lnTo>
                  <a:lnTo>
                    <a:pt x="1898" y="658"/>
                  </a:lnTo>
                  <a:lnTo>
                    <a:pt x="1958" y="568"/>
                  </a:lnTo>
                  <a:lnTo>
                    <a:pt x="2033" y="478"/>
                  </a:lnTo>
                  <a:lnTo>
                    <a:pt x="2137" y="419"/>
                  </a:lnTo>
                  <a:lnTo>
                    <a:pt x="2242" y="374"/>
                  </a:lnTo>
                  <a:lnTo>
                    <a:pt x="2361" y="359"/>
                  </a:lnTo>
                  <a:lnTo>
                    <a:pt x="2481" y="374"/>
                  </a:lnTo>
                  <a:lnTo>
                    <a:pt x="2585" y="419"/>
                  </a:lnTo>
                  <a:lnTo>
                    <a:pt x="2675" y="478"/>
                  </a:lnTo>
                  <a:lnTo>
                    <a:pt x="2765" y="568"/>
                  </a:lnTo>
                  <a:lnTo>
                    <a:pt x="2824" y="658"/>
                  </a:lnTo>
                  <a:lnTo>
                    <a:pt x="2899" y="732"/>
                  </a:lnTo>
                  <a:lnTo>
                    <a:pt x="2974" y="792"/>
                  </a:lnTo>
                  <a:lnTo>
                    <a:pt x="3063" y="837"/>
                  </a:lnTo>
                  <a:lnTo>
                    <a:pt x="3153" y="882"/>
                  </a:lnTo>
                  <a:lnTo>
                    <a:pt x="3243" y="912"/>
                  </a:lnTo>
                  <a:lnTo>
                    <a:pt x="3347" y="927"/>
                  </a:lnTo>
                  <a:lnTo>
                    <a:pt x="3452" y="942"/>
                  </a:lnTo>
                  <a:lnTo>
                    <a:pt x="3556" y="927"/>
                  </a:lnTo>
                  <a:lnTo>
                    <a:pt x="3661" y="912"/>
                  </a:lnTo>
                  <a:lnTo>
                    <a:pt x="3751" y="882"/>
                  </a:lnTo>
                  <a:lnTo>
                    <a:pt x="3840" y="837"/>
                  </a:lnTo>
                  <a:lnTo>
                    <a:pt x="3930" y="792"/>
                  </a:lnTo>
                  <a:lnTo>
                    <a:pt x="4005" y="732"/>
                  </a:lnTo>
                  <a:lnTo>
                    <a:pt x="4079" y="658"/>
                  </a:lnTo>
                  <a:lnTo>
                    <a:pt x="4154" y="568"/>
                  </a:lnTo>
                  <a:lnTo>
                    <a:pt x="4229" y="478"/>
                  </a:lnTo>
                  <a:lnTo>
                    <a:pt x="4318" y="419"/>
                  </a:lnTo>
                  <a:lnTo>
                    <a:pt x="4423" y="374"/>
                  </a:lnTo>
                  <a:lnTo>
                    <a:pt x="4543" y="359"/>
                  </a:lnTo>
                  <a:lnTo>
                    <a:pt x="4662" y="374"/>
                  </a:lnTo>
                  <a:lnTo>
                    <a:pt x="4767" y="419"/>
                  </a:lnTo>
                  <a:lnTo>
                    <a:pt x="4871" y="478"/>
                  </a:lnTo>
                  <a:lnTo>
                    <a:pt x="4946" y="568"/>
                  </a:lnTo>
                  <a:lnTo>
                    <a:pt x="5006" y="658"/>
                  </a:lnTo>
                  <a:lnTo>
                    <a:pt x="5080" y="732"/>
                  </a:lnTo>
                  <a:lnTo>
                    <a:pt x="5155" y="792"/>
                  </a:lnTo>
                  <a:lnTo>
                    <a:pt x="5245" y="837"/>
                  </a:lnTo>
                  <a:lnTo>
                    <a:pt x="5334" y="882"/>
                  </a:lnTo>
                  <a:lnTo>
                    <a:pt x="5439" y="912"/>
                  </a:lnTo>
                  <a:lnTo>
                    <a:pt x="5529" y="927"/>
                  </a:lnTo>
                  <a:lnTo>
                    <a:pt x="5633" y="942"/>
                  </a:lnTo>
                  <a:lnTo>
                    <a:pt x="5738" y="927"/>
                  </a:lnTo>
                  <a:lnTo>
                    <a:pt x="5842" y="912"/>
                  </a:lnTo>
                  <a:lnTo>
                    <a:pt x="5932" y="882"/>
                  </a:lnTo>
                  <a:lnTo>
                    <a:pt x="6036" y="837"/>
                  </a:lnTo>
                  <a:lnTo>
                    <a:pt x="6111" y="792"/>
                  </a:lnTo>
                  <a:lnTo>
                    <a:pt x="6201" y="732"/>
                  </a:lnTo>
                  <a:lnTo>
                    <a:pt x="6261" y="658"/>
                  </a:lnTo>
                  <a:lnTo>
                    <a:pt x="6335" y="568"/>
                  </a:lnTo>
                  <a:lnTo>
                    <a:pt x="6410" y="478"/>
                  </a:lnTo>
                  <a:lnTo>
                    <a:pt x="6500" y="419"/>
                  </a:lnTo>
                  <a:lnTo>
                    <a:pt x="6619" y="389"/>
                  </a:lnTo>
                  <a:lnTo>
                    <a:pt x="6724" y="374"/>
                  </a:lnTo>
                  <a:lnTo>
                    <a:pt x="6843" y="389"/>
                  </a:lnTo>
                  <a:lnTo>
                    <a:pt x="6948" y="419"/>
                  </a:lnTo>
                  <a:lnTo>
                    <a:pt x="7052" y="478"/>
                  </a:lnTo>
                  <a:lnTo>
                    <a:pt x="7127" y="568"/>
                  </a:lnTo>
                  <a:lnTo>
                    <a:pt x="7187" y="658"/>
                  </a:lnTo>
                  <a:lnTo>
                    <a:pt x="7262" y="732"/>
                  </a:lnTo>
                  <a:lnTo>
                    <a:pt x="7336" y="792"/>
                  </a:lnTo>
                  <a:lnTo>
                    <a:pt x="7426" y="837"/>
                  </a:lnTo>
                  <a:lnTo>
                    <a:pt x="7515" y="882"/>
                  </a:lnTo>
                  <a:lnTo>
                    <a:pt x="7620" y="912"/>
                  </a:lnTo>
                  <a:lnTo>
                    <a:pt x="7725" y="927"/>
                  </a:lnTo>
                  <a:lnTo>
                    <a:pt x="7814" y="942"/>
                  </a:lnTo>
                  <a:lnTo>
                    <a:pt x="7829" y="942"/>
                  </a:lnTo>
                  <a:lnTo>
                    <a:pt x="7919" y="927"/>
                  </a:lnTo>
                  <a:lnTo>
                    <a:pt x="8023" y="912"/>
                  </a:lnTo>
                  <a:lnTo>
                    <a:pt x="8128" y="882"/>
                  </a:lnTo>
                  <a:lnTo>
                    <a:pt x="8218" y="837"/>
                  </a:lnTo>
                  <a:lnTo>
                    <a:pt x="8307" y="792"/>
                  </a:lnTo>
                  <a:lnTo>
                    <a:pt x="8382" y="732"/>
                  </a:lnTo>
                  <a:lnTo>
                    <a:pt x="8457" y="658"/>
                  </a:lnTo>
                  <a:lnTo>
                    <a:pt x="8516" y="568"/>
                  </a:lnTo>
                  <a:lnTo>
                    <a:pt x="8591" y="478"/>
                  </a:lnTo>
                  <a:lnTo>
                    <a:pt x="8696" y="419"/>
                  </a:lnTo>
                  <a:lnTo>
                    <a:pt x="8800" y="389"/>
                  </a:lnTo>
                  <a:lnTo>
                    <a:pt x="8920" y="374"/>
                  </a:lnTo>
                  <a:lnTo>
                    <a:pt x="9024" y="389"/>
                  </a:lnTo>
                  <a:lnTo>
                    <a:pt x="9144" y="419"/>
                  </a:lnTo>
                  <a:lnTo>
                    <a:pt x="9234" y="478"/>
                  </a:lnTo>
                  <a:lnTo>
                    <a:pt x="9308" y="568"/>
                  </a:lnTo>
                  <a:lnTo>
                    <a:pt x="9383" y="658"/>
                  </a:lnTo>
                  <a:lnTo>
                    <a:pt x="9443" y="732"/>
                  </a:lnTo>
                  <a:lnTo>
                    <a:pt x="9532" y="792"/>
                  </a:lnTo>
                  <a:lnTo>
                    <a:pt x="9607" y="837"/>
                  </a:lnTo>
                  <a:lnTo>
                    <a:pt x="9712" y="882"/>
                  </a:lnTo>
                  <a:lnTo>
                    <a:pt x="9801" y="912"/>
                  </a:lnTo>
                  <a:lnTo>
                    <a:pt x="9906" y="927"/>
                  </a:lnTo>
                  <a:lnTo>
                    <a:pt x="10010" y="942"/>
                  </a:lnTo>
                  <a:lnTo>
                    <a:pt x="10115" y="927"/>
                  </a:lnTo>
                  <a:lnTo>
                    <a:pt x="10205" y="912"/>
                  </a:lnTo>
                  <a:lnTo>
                    <a:pt x="10309" y="882"/>
                  </a:lnTo>
                  <a:lnTo>
                    <a:pt x="10399" y="837"/>
                  </a:lnTo>
                  <a:lnTo>
                    <a:pt x="10488" y="792"/>
                  </a:lnTo>
                  <a:lnTo>
                    <a:pt x="10563" y="732"/>
                  </a:lnTo>
                  <a:lnTo>
                    <a:pt x="10638" y="658"/>
                  </a:lnTo>
                  <a:lnTo>
                    <a:pt x="10698" y="568"/>
                  </a:lnTo>
                  <a:lnTo>
                    <a:pt x="10787" y="478"/>
                  </a:lnTo>
                  <a:lnTo>
                    <a:pt x="10877" y="419"/>
                  </a:lnTo>
                  <a:lnTo>
                    <a:pt x="10981" y="389"/>
                  </a:lnTo>
                  <a:lnTo>
                    <a:pt x="11101" y="374"/>
                  </a:lnTo>
                  <a:lnTo>
                    <a:pt x="11221" y="389"/>
                  </a:lnTo>
                  <a:lnTo>
                    <a:pt x="11325" y="419"/>
                  </a:lnTo>
                  <a:lnTo>
                    <a:pt x="11415" y="478"/>
                  </a:lnTo>
                  <a:lnTo>
                    <a:pt x="11504" y="568"/>
                  </a:lnTo>
                  <a:lnTo>
                    <a:pt x="11564" y="658"/>
                  </a:lnTo>
                  <a:lnTo>
                    <a:pt x="11639" y="732"/>
                  </a:lnTo>
                  <a:lnTo>
                    <a:pt x="11714" y="792"/>
                  </a:lnTo>
                  <a:lnTo>
                    <a:pt x="11803" y="837"/>
                  </a:lnTo>
                  <a:lnTo>
                    <a:pt x="11893" y="882"/>
                  </a:lnTo>
                  <a:lnTo>
                    <a:pt x="11982" y="912"/>
                  </a:lnTo>
                  <a:lnTo>
                    <a:pt x="12087" y="927"/>
                  </a:lnTo>
                  <a:lnTo>
                    <a:pt x="12192" y="942"/>
                  </a:lnTo>
                  <a:lnTo>
                    <a:pt x="12296" y="927"/>
                  </a:lnTo>
                  <a:lnTo>
                    <a:pt x="12401" y="912"/>
                  </a:lnTo>
                  <a:lnTo>
                    <a:pt x="12490" y="882"/>
                  </a:lnTo>
                  <a:lnTo>
                    <a:pt x="12580" y="837"/>
                  </a:lnTo>
                  <a:lnTo>
                    <a:pt x="12670" y="792"/>
                  </a:lnTo>
                  <a:lnTo>
                    <a:pt x="12744" y="732"/>
                  </a:lnTo>
                  <a:lnTo>
                    <a:pt x="12819" y="658"/>
                  </a:lnTo>
                  <a:lnTo>
                    <a:pt x="12894" y="568"/>
                  </a:lnTo>
                  <a:lnTo>
                    <a:pt x="12968" y="478"/>
                  </a:lnTo>
                  <a:lnTo>
                    <a:pt x="13058" y="419"/>
                  </a:lnTo>
                  <a:lnTo>
                    <a:pt x="13163" y="389"/>
                  </a:lnTo>
                  <a:lnTo>
                    <a:pt x="13282" y="374"/>
                  </a:lnTo>
                  <a:lnTo>
                    <a:pt x="13402" y="389"/>
                  </a:lnTo>
                  <a:lnTo>
                    <a:pt x="13506" y="419"/>
                  </a:lnTo>
                  <a:lnTo>
                    <a:pt x="13596" y="478"/>
                  </a:lnTo>
                  <a:lnTo>
                    <a:pt x="13686" y="568"/>
                  </a:lnTo>
                  <a:lnTo>
                    <a:pt x="13745" y="658"/>
                  </a:lnTo>
                  <a:lnTo>
                    <a:pt x="13820" y="732"/>
                  </a:lnTo>
                  <a:lnTo>
                    <a:pt x="13895" y="792"/>
                  </a:lnTo>
                  <a:lnTo>
                    <a:pt x="13984" y="837"/>
                  </a:lnTo>
                  <a:lnTo>
                    <a:pt x="14074" y="882"/>
                  </a:lnTo>
                  <a:lnTo>
                    <a:pt x="14179" y="912"/>
                  </a:lnTo>
                  <a:lnTo>
                    <a:pt x="14268" y="927"/>
                  </a:lnTo>
                  <a:lnTo>
                    <a:pt x="14373" y="942"/>
                  </a:lnTo>
                  <a:lnTo>
                    <a:pt x="14477" y="927"/>
                  </a:lnTo>
                  <a:lnTo>
                    <a:pt x="14582" y="912"/>
                  </a:lnTo>
                  <a:lnTo>
                    <a:pt x="14672" y="882"/>
                  </a:lnTo>
                  <a:lnTo>
                    <a:pt x="14776" y="837"/>
                  </a:lnTo>
                  <a:lnTo>
                    <a:pt x="14851" y="792"/>
                  </a:lnTo>
                  <a:lnTo>
                    <a:pt x="14940" y="732"/>
                  </a:lnTo>
                  <a:lnTo>
                    <a:pt x="15015" y="658"/>
                  </a:lnTo>
                  <a:lnTo>
                    <a:pt x="15075" y="568"/>
                  </a:lnTo>
                  <a:lnTo>
                    <a:pt x="15150" y="478"/>
                  </a:lnTo>
                  <a:lnTo>
                    <a:pt x="15239" y="419"/>
                  </a:lnTo>
                  <a:lnTo>
                    <a:pt x="15359" y="389"/>
                  </a:lnTo>
                  <a:lnTo>
                    <a:pt x="15463" y="374"/>
                  </a:lnTo>
                  <a:lnTo>
                    <a:pt x="15583" y="389"/>
                  </a:lnTo>
                  <a:lnTo>
                    <a:pt x="15687" y="419"/>
                  </a:lnTo>
                  <a:lnTo>
                    <a:pt x="15792" y="478"/>
                  </a:lnTo>
                  <a:lnTo>
                    <a:pt x="15867" y="568"/>
                  </a:lnTo>
                  <a:lnTo>
                    <a:pt x="15926" y="658"/>
                  </a:lnTo>
                  <a:lnTo>
                    <a:pt x="16001" y="732"/>
                  </a:lnTo>
                  <a:lnTo>
                    <a:pt x="16076" y="792"/>
                  </a:lnTo>
                  <a:lnTo>
                    <a:pt x="16166" y="837"/>
                  </a:lnTo>
                  <a:lnTo>
                    <a:pt x="16255" y="882"/>
                  </a:lnTo>
                  <a:lnTo>
                    <a:pt x="16360" y="912"/>
                  </a:lnTo>
                  <a:lnTo>
                    <a:pt x="16464" y="942"/>
                  </a:lnTo>
                  <a:lnTo>
                    <a:pt x="16659" y="942"/>
                  </a:lnTo>
                  <a:lnTo>
                    <a:pt x="16763" y="912"/>
                  </a:lnTo>
                  <a:lnTo>
                    <a:pt x="16868" y="882"/>
                  </a:lnTo>
                  <a:lnTo>
                    <a:pt x="16957" y="837"/>
                  </a:lnTo>
                  <a:lnTo>
                    <a:pt x="17047" y="792"/>
                  </a:lnTo>
                  <a:lnTo>
                    <a:pt x="17122" y="732"/>
                  </a:lnTo>
                  <a:lnTo>
                    <a:pt x="17196" y="658"/>
                  </a:lnTo>
                  <a:lnTo>
                    <a:pt x="17256" y="568"/>
                  </a:lnTo>
                  <a:lnTo>
                    <a:pt x="17331" y="478"/>
                  </a:lnTo>
                  <a:lnTo>
                    <a:pt x="17435" y="419"/>
                  </a:lnTo>
                  <a:lnTo>
                    <a:pt x="17540" y="374"/>
                  </a:lnTo>
                  <a:lnTo>
                    <a:pt x="17659" y="359"/>
                  </a:lnTo>
                  <a:lnTo>
                    <a:pt x="17779" y="374"/>
                  </a:lnTo>
                  <a:lnTo>
                    <a:pt x="17884" y="419"/>
                  </a:lnTo>
                  <a:lnTo>
                    <a:pt x="17973" y="478"/>
                  </a:lnTo>
                  <a:lnTo>
                    <a:pt x="18048" y="568"/>
                  </a:lnTo>
                  <a:lnTo>
                    <a:pt x="18078" y="598"/>
                  </a:lnTo>
                  <a:lnTo>
                    <a:pt x="18123" y="628"/>
                  </a:lnTo>
                  <a:lnTo>
                    <a:pt x="18152" y="643"/>
                  </a:lnTo>
                  <a:lnTo>
                    <a:pt x="18197" y="643"/>
                  </a:lnTo>
                  <a:lnTo>
                    <a:pt x="18750" y="658"/>
                  </a:lnTo>
                  <a:lnTo>
                    <a:pt x="18825" y="643"/>
                  </a:lnTo>
                  <a:lnTo>
                    <a:pt x="18870" y="598"/>
                  </a:lnTo>
                  <a:lnTo>
                    <a:pt x="18914" y="538"/>
                  </a:lnTo>
                  <a:lnTo>
                    <a:pt x="18929" y="478"/>
                  </a:lnTo>
                  <a:lnTo>
                    <a:pt x="18914" y="404"/>
                  </a:lnTo>
                  <a:lnTo>
                    <a:pt x="18870" y="344"/>
                  </a:lnTo>
                  <a:lnTo>
                    <a:pt x="18825" y="314"/>
                  </a:lnTo>
                  <a:lnTo>
                    <a:pt x="18750" y="299"/>
                  </a:lnTo>
                  <a:lnTo>
                    <a:pt x="18287" y="284"/>
                  </a:lnTo>
                  <a:lnTo>
                    <a:pt x="18227" y="224"/>
                  </a:lnTo>
                  <a:lnTo>
                    <a:pt x="18152" y="165"/>
                  </a:lnTo>
                  <a:lnTo>
                    <a:pt x="18078" y="120"/>
                  </a:lnTo>
                  <a:lnTo>
                    <a:pt x="18003" y="75"/>
                  </a:lnTo>
                  <a:lnTo>
                    <a:pt x="17928" y="45"/>
                  </a:lnTo>
                  <a:lnTo>
                    <a:pt x="17839" y="15"/>
                  </a:lnTo>
                  <a:lnTo>
                    <a:pt x="17749" y="0"/>
                  </a:lnTo>
                  <a:lnTo>
                    <a:pt x="17659" y="0"/>
                  </a:lnTo>
                  <a:lnTo>
                    <a:pt x="17555" y="15"/>
                  </a:lnTo>
                  <a:lnTo>
                    <a:pt x="17450" y="30"/>
                  </a:lnTo>
                  <a:lnTo>
                    <a:pt x="17361" y="60"/>
                  </a:lnTo>
                  <a:lnTo>
                    <a:pt x="17256" y="105"/>
                  </a:lnTo>
                  <a:lnTo>
                    <a:pt x="17181" y="150"/>
                  </a:lnTo>
                  <a:lnTo>
                    <a:pt x="17092" y="209"/>
                  </a:lnTo>
                  <a:lnTo>
                    <a:pt x="17017" y="284"/>
                  </a:lnTo>
                  <a:lnTo>
                    <a:pt x="16957" y="374"/>
                  </a:lnTo>
                  <a:lnTo>
                    <a:pt x="16883" y="463"/>
                  </a:lnTo>
                  <a:lnTo>
                    <a:pt x="16778" y="523"/>
                  </a:lnTo>
                  <a:lnTo>
                    <a:pt x="16673" y="568"/>
                  </a:lnTo>
                  <a:lnTo>
                    <a:pt x="16569" y="568"/>
                  </a:lnTo>
                  <a:lnTo>
                    <a:pt x="16449" y="553"/>
                  </a:lnTo>
                  <a:lnTo>
                    <a:pt x="16345" y="523"/>
                  </a:lnTo>
                  <a:lnTo>
                    <a:pt x="16240" y="463"/>
                  </a:lnTo>
                  <a:lnTo>
                    <a:pt x="16166" y="374"/>
                  </a:lnTo>
                  <a:lnTo>
                    <a:pt x="16106" y="284"/>
                  </a:lnTo>
                  <a:lnTo>
                    <a:pt x="16031" y="209"/>
                  </a:lnTo>
                  <a:lnTo>
                    <a:pt x="15941" y="150"/>
                  </a:lnTo>
                  <a:lnTo>
                    <a:pt x="15867" y="105"/>
                  </a:lnTo>
                  <a:lnTo>
                    <a:pt x="15777" y="60"/>
                  </a:lnTo>
                  <a:lnTo>
                    <a:pt x="15673" y="30"/>
                  </a:lnTo>
                  <a:lnTo>
                    <a:pt x="15568" y="15"/>
                  </a:lnTo>
                  <a:lnTo>
                    <a:pt x="15463" y="0"/>
                  </a:lnTo>
                  <a:lnTo>
                    <a:pt x="15359" y="15"/>
                  </a:lnTo>
                  <a:lnTo>
                    <a:pt x="15269" y="30"/>
                  </a:lnTo>
                  <a:lnTo>
                    <a:pt x="15165" y="60"/>
                  </a:lnTo>
                  <a:lnTo>
                    <a:pt x="15075" y="105"/>
                  </a:lnTo>
                  <a:lnTo>
                    <a:pt x="14985" y="150"/>
                  </a:lnTo>
                  <a:lnTo>
                    <a:pt x="14911" y="209"/>
                  </a:lnTo>
                  <a:lnTo>
                    <a:pt x="14836" y="284"/>
                  </a:lnTo>
                  <a:lnTo>
                    <a:pt x="14776" y="374"/>
                  </a:lnTo>
                  <a:lnTo>
                    <a:pt x="14701" y="463"/>
                  </a:lnTo>
                  <a:lnTo>
                    <a:pt x="14597" y="523"/>
                  </a:lnTo>
                  <a:lnTo>
                    <a:pt x="14492" y="553"/>
                  </a:lnTo>
                  <a:lnTo>
                    <a:pt x="14373" y="568"/>
                  </a:lnTo>
                  <a:lnTo>
                    <a:pt x="14268" y="553"/>
                  </a:lnTo>
                  <a:lnTo>
                    <a:pt x="14149" y="523"/>
                  </a:lnTo>
                  <a:lnTo>
                    <a:pt x="14059" y="463"/>
                  </a:lnTo>
                  <a:lnTo>
                    <a:pt x="13984" y="374"/>
                  </a:lnTo>
                  <a:lnTo>
                    <a:pt x="13910" y="284"/>
                  </a:lnTo>
                  <a:lnTo>
                    <a:pt x="13850" y="209"/>
                  </a:lnTo>
                  <a:lnTo>
                    <a:pt x="13760" y="150"/>
                  </a:lnTo>
                  <a:lnTo>
                    <a:pt x="13671" y="105"/>
                  </a:lnTo>
                  <a:lnTo>
                    <a:pt x="13581" y="60"/>
                  </a:lnTo>
                  <a:lnTo>
                    <a:pt x="13491" y="30"/>
                  </a:lnTo>
                  <a:lnTo>
                    <a:pt x="13387" y="15"/>
                  </a:lnTo>
                  <a:lnTo>
                    <a:pt x="13282" y="0"/>
                  </a:lnTo>
                  <a:lnTo>
                    <a:pt x="13178" y="15"/>
                  </a:lnTo>
                  <a:lnTo>
                    <a:pt x="13073" y="30"/>
                  </a:lnTo>
                  <a:lnTo>
                    <a:pt x="12983" y="60"/>
                  </a:lnTo>
                  <a:lnTo>
                    <a:pt x="12894" y="105"/>
                  </a:lnTo>
                  <a:lnTo>
                    <a:pt x="12804" y="150"/>
                  </a:lnTo>
                  <a:lnTo>
                    <a:pt x="12729" y="209"/>
                  </a:lnTo>
                  <a:lnTo>
                    <a:pt x="12655" y="284"/>
                  </a:lnTo>
                  <a:lnTo>
                    <a:pt x="12595" y="374"/>
                  </a:lnTo>
                  <a:lnTo>
                    <a:pt x="12505" y="463"/>
                  </a:lnTo>
                  <a:lnTo>
                    <a:pt x="12416" y="523"/>
                  </a:lnTo>
                  <a:lnTo>
                    <a:pt x="12311" y="553"/>
                  </a:lnTo>
                  <a:lnTo>
                    <a:pt x="12192" y="568"/>
                  </a:lnTo>
                  <a:lnTo>
                    <a:pt x="12072" y="553"/>
                  </a:lnTo>
                  <a:lnTo>
                    <a:pt x="11967" y="523"/>
                  </a:lnTo>
                  <a:lnTo>
                    <a:pt x="11878" y="463"/>
                  </a:lnTo>
                  <a:lnTo>
                    <a:pt x="11788" y="374"/>
                  </a:lnTo>
                  <a:lnTo>
                    <a:pt x="11728" y="284"/>
                  </a:lnTo>
                  <a:lnTo>
                    <a:pt x="11654" y="209"/>
                  </a:lnTo>
                  <a:lnTo>
                    <a:pt x="11579" y="150"/>
                  </a:lnTo>
                  <a:lnTo>
                    <a:pt x="11489" y="105"/>
                  </a:lnTo>
                  <a:lnTo>
                    <a:pt x="11400" y="60"/>
                  </a:lnTo>
                  <a:lnTo>
                    <a:pt x="11310" y="30"/>
                  </a:lnTo>
                  <a:lnTo>
                    <a:pt x="11206" y="15"/>
                  </a:lnTo>
                  <a:lnTo>
                    <a:pt x="11101" y="0"/>
                  </a:lnTo>
                  <a:lnTo>
                    <a:pt x="10996" y="15"/>
                  </a:lnTo>
                  <a:lnTo>
                    <a:pt x="10892" y="30"/>
                  </a:lnTo>
                  <a:lnTo>
                    <a:pt x="10802" y="60"/>
                  </a:lnTo>
                  <a:lnTo>
                    <a:pt x="10713" y="105"/>
                  </a:lnTo>
                  <a:lnTo>
                    <a:pt x="10623" y="150"/>
                  </a:lnTo>
                  <a:lnTo>
                    <a:pt x="10533" y="209"/>
                  </a:lnTo>
                  <a:lnTo>
                    <a:pt x="10474" y="284"/>
                  </a:lnTo>
                  <a:lnTo>
                    <a:pt x="10399" y="374"/>
                  </a:lnTo>
                  <a:lnTo>
                    <a:pt x="10324" y="463"/>
                  </a:lnTo>
                  <a:lnTo>
                    <a:pt x="10234" y="523"/>
                  </a:lnTo>
                  <a:lnTo>
                    <a:pt x="10115" y="553"/>
                  </a:lnTo>
                  <a:lnTo>
                    <a:pt x="10010" y="568"/>
                  </a:lnTo>
                  <a:lnTo>
                    <a:pt x="9891" y="553"/>
                  </a:lnTo>
                  <a:lnTo>
                    <a:pt x="9786" y="523"/>
                  </a:lnTo>
                  <a:lnTo>
                    <a:pt x="9682" y="463"/>
                  </a:lnTo>
                  <a:lnTo>
                    <a:pt x="9607" y="374"/>
                  </a:lnTo>
                  <a:lnTo>
                    <a:pt x="9547" y="284"/>
                  </a:lnTo>
                  <a:lnTo>
                    <a:pt x="9473" y="209"/>
                  </a:lnTo>
                  <a:lnTo>
                    <a:pt x="9398" y="150"/>
                  </a:lnTo>
                  <a:lnTo>
                    <a:pt x="9308" y="105"/>
                  </a:lnTo>
                  <a:lnTo>
                    <a:pt x="9219" y="60"/>
                  </a:lnTo>
                  <a:lnTo>
                    <a:pt x="9114" y="30"/>
                  </a:lnTo>
                  <a:lnTo>
                    <a:pt x="9024" y="15"/>
                  </a:lnTo>
                  <a:lnTo>
                    <a:pt x="8920" y="0"/>
                  </a:lnTo>
                  <a:lnTo>
                    <a:pt x="8815" y="15"/>
                  </a:lnTo>
                  <a:lnTo>
                    <a:pt x="8711" y="30"/>
                  </a:lnTo>
                  <a:lnTo>
                    <a:pt x="8606" y="60"/>
                  </a:lnTo>
                  <a:lnTo>
                    <a:pt x="8516" y="105"/>
                  </a:lnTo>
                  <a:lnTo>
                    <a:pt x="8442" y="150"/>
                  </a:lnTo>
                  <a:lnTo>
                    <a:pt x="8352" y="209"/>
                  </a:lnTo>
                  <a:lnTo>
                    <a:pt x="8277" y="284"/>
                  </a:lnTo>
                  <a:lnTo>
                    <a:pt x="8218" y="374"/>
                  </a:lnTo>
                  <a:lnTo>
                    <a:pt x="8143" y="463"/>
                  </a:lnTo>
                  <a:lnTo>
                    <a:pt x="8053" y="523"/>
                  </a:lnTo>
                  <a:lnTo>
                    <a:pt x="7934" y="568"/>
                  </a:lnTo>
                  <a:lnTo>
                    <a:pt x="7829" y="583"/>
                  </a:lnTo>
                  <a:lnTo>
                    <a:pt x="7710" y="568"/>
                  </a:lnTo>
                  <a:lnTo>
                    <a:pt x="7590" y="523"/>
                  </a:lnTo>
                  <a:lnTo>
                    <a:pt x="7501" y="463"/>
                  </a:lnTo>
                  <a:lnTo>
                    <a:pt x="7426" y="374"/>
                  </a:lnTo>
                  <a:lnTo>
                    <a:pt x="7366" y="284"/>
                  </a:lnTo>
                  <a:lnTo>
                    <a:pt x="7291" y="209"/>
                  </a:lnTo>
                  <a:lnTo>
                    <a:pt x="7202" y="150"/>
                  </a:lnTo>
                  <a:lnTo>
                    <a:pt x="7127" y="105"/>
                  </a:lnTo>
                  <a:lnTo>
                    <a:pt x="7022" y="60"/>
                  </a:lnTo>
                  <a:lnTo>
                    <a:pt x="6933" y="30"/>
                  </a:lnTo>
                  <a:lnTo>
                    <a:pt x="6828" y="15"/>
                  </a:lnTo>
                  <a:lnTo>
                    <a:pt x="6724" y="0"/>
                  </a:lnTo>
                  <a:lnTo>
                    <a:pt x="6619" y="15"/>
                  </a:lnTo>
                  <a:lnTo>
                    <a:pt x="6529" y="30"/>
                  </a:lnTo>
                  <a:lnTo>
                    <a:pt x="6425" y="60"/>
                  </a:lnTo>
                  <a:lnTo>
                    <a:pt x="6335" y="105"/>
                  </a:lnTo>
                  <a:lnTo>
                    <a:pt x="6246" y="150"/>
                  </a:lnTo>
                  <a:lnTo>
                    <a:pt x="6171" y="209"/>
                  </a:lnTo>
                  <a:lnTo>
                    <a:pt x="6096" y="284"/>
                  </a:lnTo>
                  <a:lnTo>
                    <a:pt x="6036" y="374"/>
                  </a:lnTo>
                  <a:lnTo>
                    <a:pt x="5962" y="463"/>
                  </a:lnTo>
                  <a:lnTo>
                    <a:pt x="5857" y="523"/>
                  </a:lnTo>
                  <a:lnTo>
                    <a:pt x="5753" y="553"/>
                  </a:lnTo>
                  <a:lnTo>
                    <a:pt x="5633" y="568"/>
                  </a:lnTo>
                  <a:lnTo>
                    <a:pt x="5529" y="553"/>
                  </a:lnTo>
                  <a:lnTo>
                    <a:pt x="5409" y="523"/>
                  </a:lnTo>
                  <a:lnTo>
                    <a:pt x="5319" y="463"/>
                  </a:lnTo>
                  <a:lnTo>
                    <a:pt x="5245" y="374"/>
                  </a:lnTo>
                  <a:lnTo>
                    <a:pt x="5170" y="284"/>
                  </a:lnTo>
                  <a:lnTo>
                    <a:pt x="5110" y="209"/>
                  </a:lnTo>
                  <a:lnTo>
                    <a:pt x="5021" y="150"/>
                  </a:lnTo>
                  <a:lnTo>
                    <a:pt x="4931" y="105"/>
                  </a:lnTo>
                  <a:lnTo>
                    <a:pt x="4841" y="60"/>
                  </a:lnTo>
                  <a:lnTo>
                    <a:pt x="4752" y="30"/>
                  </a:lnTo>
                  <a:lnTo>
                    <a:pt x="4647" y="15"/>
                  </a:lnTo>
                  <a:lnTo>
                    <a:pt x="4543" y="0"/>
                  </a:lnTo>
                  <a:lnTo>
                    <a:pt x="4438" y="15"/>
                  </a:lnTo>
                  <a:lnTo>
                    <a:pt x="4333" y="30"/>
                  </a:lnTo>
                  <a:lnTo>
                    <a:pt x="4244" y="60"/>
                  </a:lnTo>
                  <a:lnTo>
                    <a:pt x="4154" y="105"/>
                  </a:lnTo>
                  <a:lnTo>
                    <a:pt x="4064" y="150"/>
                  </a:lnTo>
                  <a:lnTo>
                    <a:pt x="3990" y="209"/>
                  </a:lnTo>
                  <a:lnTo>
                    <a:pt x="3915" y="284"/>
                  </a:lnTo>
                  <a:lnTo>
                    <a:pt x="3855" y="374"/>
                  </a:lnTo>
                  <a:lnTo>
                    <a:pt x="3766" y="463"/>
                  </a:lnTo>
                  <a:lnTo>
                    <a:pt x="3676" y="523"/>
                  </a:lnTo>
                  <a:lnTo>
                    <a:pt x="3571" y="553"/>
                  </a:lnTo>
                  <a:lnTo>
                    <a:pt x="3452" y="568"/>
                  </a:lnTo>
                  <a:lnTo>
                    <a:pt x="3332" y="553"/>
                  </a:lnTo>
                  <a:lnTo>
                    <a:pt x="3228" y="523"/>
                  </a:lnTo>
                  <a:lnTo>
                    <a:pt x="3138" y="463"/>
                  </a:lnTo>
                  <a:lnTo>
                    <a:pt x="3049" y="374"/>
                  </a:lnTo>
                  <a:lnTo>
                    <a:pt x="2989" y="284"/>
                  </a:lnTo>
                  <a:lnTo>
                    <a:pt x="2914" y="209"/>
                  </a:lnTo>
                  <a:lnTo>
                    <a:pt x="2839" y="150"/>
                  </a:lnTo>
                  <a:lnTo>
                    <a:pt x="2750" y="105"/>
                  </a:lnTo>
                  <a:lnTo>
                    <a:pt x="2660" y="60"/>
                  </a:lnTo>
                  <a:lnTo>
                    <a:pt x="2570" y="30"/>
                  </a:lnTo>
                  <a:lnTo>
                    <a:pt x="2466" y="15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3"/>
            <p:cNvSpPr/>
            <p:nvPr/>
          </p:nvSpPr>
          <p:spPr>
            <a:xfrm>
              <a:off x="3893390" y="3245730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209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209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3"/>
            <p:cNvSpPr/>
            <p:nvPr/>
          </p:nvSpPr>
          <p:spPr>
            <a:xfrm>
              <a:off x="3893390" y="3181294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1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5"/>
                  </a:lnTo>
                  <a:lnTo>
                    <a:pt x="90" y="195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45" y="628"/>
                  </a:lnTo>
                  <a:lnTo>
                    <a:pt x="90" y="703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7"/>
                  </a:lnTo>
                  <a:lnTo>
                    <a:pt x="16419" y="897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3"/>
                  </a:lnTo>
                  <a:lnTo>
                    <a:pt x="16748" y="628"/>
                  </a:lnTo>
                  <a:lnTo>
                    <a:pt x="16778" y="538"/>
                  </a:lnTo>
                  <a:lnTo>
                    <a:pt x="16778" y="449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5"/>
                  </a:lnTo>
                  <a:lnTo>
                    <a:pt x="16658" y="135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3"/>
            <p:cNvSpPr/>
            <p:nvPr/>
          </p:nvSpPr>
          <p:spPr>
            <a:xfrm>
              <a:off x="3893390" y="3116885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194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4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3"/>
            <p:cNvSpPr/>
            <p:nvPr/>
          </p:nvSpPr>
          <p:spPr>
            <a:xfrm>
              <a:off x="4425199" y="3245730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209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209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3"/>
            <p:cNvSpPr/>
            <p:nvPr/>
          </p:nvSpPr>
          <p:spPr>
            <a:xfrm>
              <a:off x="4425199" y="3181294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1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5"/>
                  </a:lnTo>
                  <a:lnTo>
                    <a:pt x="75" y="195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30" y="628"/>
                  </a:lnTo>
                  <a:lnTo>
                    <a:pt x="75" y="703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7"/>
                  </a:lnTo>
                  <a:lnTo>
                    <a:pt x="553" y="897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3"/>
                  </a:lnTo>
                  <a:lnTo>
                    <a:pt x="867" y="628"/>
                  </a:lnTo>
                  <a:lnTo>
                    <a:pt x="896" y="538"/>
                  </a:lnTo>
                  <a:lnTo>
                    <a:pt x="911" y="449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5"/>
                  </a:lnTo>
                  <a:lnTo>
                    <a:pt x="777" y="135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3"/>
            <p:cNvSpPr/>
            <p:nvPr/>
          </p:nvSpPr>
          <p:spPr>
            <a:xfrm>
              <a:off x="4425199" y="3116885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194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4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3"/>
            <p:cNvSpPr/>
            <p:nvPr/>
          </p:nvSpPr>
          <p:spPr>
            <a:xfrm>
              <a:off x="3851119" y="2546514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60" y="374"/>
                  </a:lnTo>
                  <a:lnTo>
                    <a:pt x="15" y="493"/>
                  </a:lnTo>
                  <a:lnTo>
                    <a:pt x="1" y="613"/>
                  </a:lnTo>
                  <a:lnTo>
                    <a:pt x="15" y="732"/>
                  </a:lnTo>
                  <a:lnTo>
                    <a:pt x="60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21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21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3"/>
            <p:cNvSpPr/>
            <p:nvPr/>
          </p:nvSpPr>
          <p:spPr>
            <a:xfrm>
              <a:off x="3851119" y="208650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60" y="359"/>
                  </a:lnTo>
                  <a:lnTo>
                    <a:pt x="15" y="479"/>
                  </a:lnTo>
                  <a:lnTo>
                    <a:pt x="1" y="598"/>
                  </a:lnTo>
                  <a:lnTo>
                    <a:pt x="15" y="718"/>
                  </a:lnTo>
                  <a:lnTo>
                    <a:pt x="60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21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21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3"/>
            <p:cNvSpPr/>
            <p:nvPr/>
          </p:nvSpPr>
          <p:spPr>
            <a:xfrm>
              <a:off x="4435445" y="2546514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45" y="374"/>
                  </a:lnTo>
                  <a:lnTo>
                    <a:pt x="16" y="493"/>
                  </a:lnTo>
                  <a:lnTo>
                    <a:pt x="1" y="613"/>
                  </a:lnTo>
                  <a:lnTo>
                    <a:pt x="16" y="732"/>
                  </a:lnTo>
                  <a:lnTo>
                    <a:pt x="45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06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06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3"/>
            <p:cNvSpPr/>
            <p:nvPr/>
          </p:nvSpPr>
          <p:spPr>
            <a:xfrm>
              <a:off x="4435445" y="208650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45" y="359"/>
                  </a:lnTo>
                  <a:lnTo>
                    <a:pt x="16" y="479"/>
                  </a:lnTo>
                  <a:lnTo>
                    <a:pt x="1" y="598"/>
                  </a:lnTo>
                  <a:lnTo>
                    <a:pt x="16" y="718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06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3"/>
            <p:cNvSpPr/>
            <p:nvPr/>
          </p:nvSpPr>
          <p:spPr>
            <a:xfrm>
              <a:off x="3784649" y="2213728"/>
              <a:ext cx="26698" cy="261408"/>
            </a:xfrm>
            <a:custGeom>
              <a:avLst/>
              <a:gdLst/>
              <a:ahLst/>
              <a:cxnLst/>
              <a:rect l="l" t="t" r="r" b="b"/>
              <a:pathLst>
                <a:path w="972" h="9517" extrusionOk="0">
                  <a:moveTo>
                    <a:pt x="971" y="0"/>
                  </a:moveTo>
                  <a:lnTo>
                    <a:pt x="732" y="15"/>
                  </a:lnTo>
                  <a:lnTo>
                    <a:pt x="478" y="45"/>
                  </a:lnTo>
                  <a:lnTo>
                    <a:pt x="239" y="75"/>
                  </a:lnTo>
                  <a:lnTo>
                    <a:pt x="0" y="135"/>
                  </a:lnTo>
                  <a:lnTo>
                    <a:pt x="0" y="9382"/>
                  </a:lnTo>
                  <a:lnTo>
                    <a:pt x="239" y="9442"/>
                  </a:lnTo>
                  <a:lnTo>
                    <a:pt x="478" y="9487"/>
                  </a:lnTo>
                  <a:lnTo>
                    <a:pt x="732" y="9502"/>
                  </a:lnTo>
                  <a:lnTo>
                    <a:pt x="971" y="9517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3"/>
            <p:cNvSpPr/>
            <p:nvPr/>
          </p:nvSpPr>
          <p:spPr>
            <a:xfrm>
              <a:off x="4507242" y="2213728"/>
              <a:ext cx="26726" cy="261408"/>
            </a:xfrm>
            <a:custGeom>
              <a:avLst/>
              <a:gdLst/>
              <a:ahLst/>
              <a:cxnLst/>
              <a:rect l="l" t="t" r="r" b="b"/>
              <a:pathLst>
                <a:path w="973" h="9517" extrusionOk="0">
                  <a:moveTo>
                    <a:pt x="1" y="0"/>
                  </a:moveTo>
                  <a:lnTo>
                    <a:pt x="1" y="9517"/>
                  </a:lnTo>
                  <a:lnTo>
                    <a:pt x="255" y="9502"/>
                  </a:lnTo>
                  <a:lnTo>
                    <a:pt x="494" y="9487"/>
                  </a:lnTo>
                  <a:lnTo>
                    <a:pt x="733" y="9442"/>
                  </a:lnTo>
                  <a:lnTo>
                    <a:pt x="972" y="9382"/>
                  </a:lnTo>
                  <a:lnTo>
                    <a:pt x="972" y="135"/>
                  </a:lnTo>
                  <a:lnTo>
                    <a:pt x="733" y="75"/>
                  </a:lnTo>
                  <a:lnTo>
                    <a:pt x="494" y="45"/>
                  </a:lnTo>
                  <a:lnTo>
                    <a:pt x="255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3"/>
            <p:cNvSpPr/>
            <p:nvPr/>
          </p:nvSpPr>
          <p:spPr>
            <a:xfrm>
              <a:off x="4104718" y="1800521"/>
              <a:ext cx="112864" cy="112452"/>
            </a:xfrm>
            <a:custGeom>
              <a:avLst/>
              <a:gdLst/>
              <a:ahLst/>
              <a:cxnLst/>
              <a:rect l="l" t="t" r="r" b="b"/>
              <a:pathLst>
                <a:path w="4109" h="4094" extrusionOk="0">
                  <a:moveTo>
                    <a:pt x="1838" y="0"/>
                  </a:moveTo>
                  <a:lnTo>
                    <a:pt x="1644" y="30"/>
                  </a:lnTo>
                  <a:lnTo>
                    <a:pt x="1449" y="90"/>
                  </a:lnTo>
                  <a:lnTo>
                    <a:pt x="1255" y="149"/>
                  </a:lnTo>
                  <a:lnTo>
                    <a:pt x="1076" y="239"/>
                  </a:lnTo>
                  <a:lnTo>
                    <a:pt x="912" y="344"/>
                  </a:lnTo>
                  <a:lnTo>
                    <a:pt x="747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59" y="896"/>
                  </a:lnTo>
                  <a:lnTo>
                    <a:pt x="254" y="1061"/>
                  </a:lnTo>
                  <a:lnTo>
                    <a:pt x="165" y="1240"/>
                  </a:lnTo>
                  <a:lnTo>
                    <a:pt x="90" y="1434"/>
                  </a:lnTo>
                  <a:lnTo>
                    <a:pt x="45" y="1628"/>
                  </a:lnTo>
                  <a:lnTo>
                    <a:pt x="15" y="1838"/>
                  </a:lnTo>
                  <a:lnTo>
                    <a:pt x="0" y="2047"/>
                  </a:lnTo>
                  <a:lnTo>
                    <a:pt x="15" y="2256"/>
                  </a:lnTo>
                  <a:lnTo>
                    <a:pt x="45" y="2465"/>
                  </a:lnTo>
                  <a:lnTo>
                    <a:pt x="90" y="2659"/>
                  </a:lnTo>
                  <a:lnTo>
                    <a:pt x="165" y="2839"/>
                  </a:lnTo>
                  <a:lnTo>
                    <a:pt x="254" y="3018"/>
                  </a:lnTo>
                  <a:lnTo>
                    <a:pt x="359" y="3197"/>
                  </a:lnTo>
                  <a:lnTo>
                    <a:pt x="463" y="3346"/>
                  </a:lnTo>
                  <a:lnTo>
                    <a:pt x="598" y="3496"/>
                  </a:lnTo>
                  <a:lnTo>
                    <a:pt x="747" y="3630"/>
                  </a:lnTo>
                  <a:lnTo>
                    <a:pt x="912" y="3750"/>
                  </a:lnTo>
                  <a:lnTo>
                    <a:pt x="1076" y="3854"/>
                  </a:lnTo>
                  <a:lnTo>
                    <a:pt x="1255" y="3929"/>
                  </a:lnTo>
                  <a:lnTo>
                    <a:pt x="1449" y="4004"/>
                  </a:lnTo>
                  <a:lnTo>
                    <a:pt x="1644" y="4049"/>
                  </a:lnTo>
                  <a:lnTo>
                    <a:pt x="1838" y="4079"/>
                  </a:lnTo>
                  <a:lnTo>
                    <a:pt x="2047" y="4093"/>
                  </a:lnTo>
                  <a:lnTo>
                    <a:pt x="2256" y="4079"/>
                  </a:lnTo>
                  <a:lnTo>
                    <a:pt x="2465" y="4049"/>
                  </a:lnTo>
                  <a:lnTo>
                    <a:pt x="2659" y="4004"/>
                  </a:lnTo>
                  <a:lnTo>
                    <a:pt x="2854" y="3929"/>
                  </a:lnTo>
                  <a:lnTo>
                    <a:pt x="3033" y="3854"/>
                  </a:lnTo>
                  <a:lnTo>
                    <a:pt x="3197" y="3750"/>
                  </a:lnTo>
                  <a:lnTo>
                    <a:pt x="3362" y="3630"/>
                  </a:lnTo>
                  <a:lnTo>
                    <a:pt x="3496" y="3496"/>
                  </a:lnTo>
                  <a:lnTo>
                    <a:pt x="3631" y="3346"/>
                  </a:lnTo>
                  <a:lnTo>
                    <a:pt x="3750" y="3197"/>
                  </a:lnTo>
                  <a:lnTo>
                    <a:pt x="3855" y="3018"/>
                  </a:lnTo>
                  <a:lnTo>
                    <a:pt x="3944" y="2839"/>
                  </a:lnTo>
                  <a:lnTo>
                    <a:pt x="4004" y="2659"/>
                  </a:lnTo>
                  <a:lnTo>
                    <a:pt x="4064" y="2465"/>
                  </a:lnTo>
                  <a:lnTo>
                    <a:pt x="4094" y="2256"/>
                  </a:lnTo>
                  <a:lnTo>
                    <a:pt x="4109" y="2047"/>
                  </a:lnTo>
                  <a:lnTo>
                    <a:pt x="4094" y="1838"/>
                  </a:lnTo>
                  <a:lnTo>
                    <a:pt x="4064" y="1628"/>
                  </a:lnTo>
                  <a:lnTo>
                    <a:pt x="4004" y="1434"/>
                  </a:lnTo>
                  <a:lnTo>
                    <a:pt x="3944" y="1240"/>
                  </a:lnTo>
                  <a:lnTo>
                    <a:pt x="3855" y="1061"/>
                  </a:lnTo>
                  <a:lnTo>
                    <a:pt x="3750" y="896"/>
                  </a:lnTo>
                  <a:lnTo>
                    <a:pt x="3631" y="747"/>
                  </a:lnTo>
                  <a:lnTo>
                    <a:pt x="3496" y="598"/>
                  </a:lnTo>
                  <a:lnTo>
                    <a:pt x="3362" y="463"/>
                  </a:lnTo>
                  <a:lnTo>
                    <a:pt x="3197" y="344"/>
                  </a:lnTo>
                  <a:lnTo>
                    <a:pt x="3033" y="239"/>
                  </a:lnTo>
                  <a:lnTo>
                    <a:pt x="2854" y="149"/>
                  </a:lnTo>
                  <a:lnTo>
                    <a:pt x="2659" y="90"/>
                  </a:lnTo>
                  <a:lnTo>
                    <a:pt x="2465" y="3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3"/>
            <p:cNvSpPr/>
            <p:nvPr/>
          </p:nvSpPr>
          <p:spPr>
            <a:xfrm>
              <a:off x="4120292" y="1815683"/>
              <a:ext cx="81688" cy="82100"/>
            </a:xfrm>
            <a:custGeom>
              <a:avLst/>
              <a:gdLst/>
              <a:ahLst/>
              <a:cxnLst/>
              <a:rect l="l" t="t" r="r" b="b"/>
              <a:pathLst>
                <a:path w="2974" h="2989" extrusionOk="0">
                  <a:moveTo>
                    <a:pt x="1480" y="1"/>
                  </a:moveTo>
                  <a:lnTo>
                    <a:pt x="1346" y="16"/>
                  </a:lnTo>
                  <a:lnTo>
                    <a:pt x="1196" y="31"/>
                  </a:lnTo>
                  <a:lnTo>
                    <a:pt x="1062" y="61"/>
                  </a:lnTo>
                  <a:lnTo>
                    <a:pt x="927" y="105"/>
                  </a:lnTo>
                  <a:lnTo>
                    <a:pt x="793" y="180"/>
                  </a:lnTo>
                  <a:lnTo>
                    <a:pt x="658" y="255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30" y="554"/>
                  </a:lnTo>
                  <a:lnTo>
                    <a:pt x="240" y="673"/>
                  </a:lnTo>
                  <a:lnTo>
                    <a:pt x="165" y="793"/>
                  </a:lnTo>
                  <a:lnTo>
                    <a:pt x="106" y="927"/>
                  </a:lnTo>
                  <a:lnTo>
                    <a:pt x="61" y="1061"/>
                  </a:lnTo>
                  <a:lnTo>
                    <a:pt x="16" y="1211"/>
                  </a:lnTo>
                  <a:lnTo>
                    <a:pt x="1" y="1345"/>
                  </a:lnTo>
                  <a:lnTo>
                    <a:pt x="1" y="1495"/>
                  </a:lnTo>
                  <a:lnTo>
                    <a:pt x="1" y="1629"/>
                  </a:lnTo>
                  <a:lnTo>
                    <a:pt x="16" y="1779"/>
                  </a:lnTo>
                  <a:lnTo>
                    <a:pt x="61" y="1913"/>
                  </a:lnTo>
                  <a:lnTo>
                    <a:pt x="106" y="2062"/>
                  </a:lnTo>
                  <a:lnTo>
                    <a:pt x="165" y="2182"/>
                  </a:lnTo>
                  <a:lnTo>
                    <a:pt x="240" y="2316"/>
                  </a:lnTo>
                  <a:lnTo>
                    <a:pt x="330" y="2436"/>
                  </a:lnTo>
                  <a:lnTo>
                    <a:pt x="434" y="2555"/>
                  </a:lnTo>
                  <a:lnTo>
                    <a:pt x="539" y="2645"/>
                  </a:lnTo>
                  <a:lnTo>
                    <a:pt x="658" y="2735"/>
                  </a:lnTo>
                  <a:lnTo>
                    <a:pt x="793" y="2809"/>
                  </a:lnTo>
                  <a:lnTo>
                    <a:pt x="927" y="2869"/>
                  </a:lnTo>
                  <a:lnTo>
                    <a:pt x="1062" y="2929"/>
                  </a:lnTo>
                  <a:lnTo>
                    <a:pt x="1196" y="2959"/>
                  </a:lnTo>
                  <a:lnTo>
                    <a:pt x="1346" y="2974"/>
                  </a:lnTo>
                  <a:lnTo>
                    <a:pt x="1480" y="2989"/>
                  </a:lnTo>
                  <a:lnTo>
                    <a:pt x="1629" y="2974"/>
                  </a:lnTo>
                  <a:lnTo>
                    <a:pt x="1764" y="2959"/>
                  </a:lnTo>
                  <a:lnTo>
                    <a:pt x="1913" y="2929"/>
                  </a:lnTo>
                  <a:lnTo>
                    <a:pt x="2048" y="2869"/>
                  </a:lnTo>
                  <a:lnTo>
                    <a:pt x="2182" y="2809"/>
                  </a:lnTo>
                  <a:lnTo>
                    <a:pt x="2302" y="2735"/>
                  </a:lnTo>
                  <a:lnTo>
                    <a:pt x="2421" y="2645"/>
                  </a:lnTo>
                  <a:lnTo>
                    <a:pt x="2541" y="2555"/>
                  </a:lnTo>
                  <a:lnTo>
                    <a:pt x="2645" y="2436"/>
                  </a:lnTo>
                  <a:lnTo>
                    <a:pt x="2735" y="2316"/>
                  </a:lnTo>
                  <a:lnTo>
                    <a:pt x="2810" y="2182"/>
                  </a:lnTo>
                  <a:lnTo>
                    <a:pt x="2869" y="2062"/>
                  </a:lnTo>
                  <a:lnTo>
                    <a:pt x="2914" y="1913"/>
                  </a:lnTo>
                  <a:lnTo>
                    <a:pt x="2944" y="1779"/>
                  </a:lnTo>
                  <a:lnTo>
                    <a:pt x="2974" y="1644"/>
                  </a:lnTo>
                  <a:lnTo>
                    <a:pt x="2974" y="1495"/>
                  </a:lnTo>
                  <a:lnTo>
                    <a:pt x="2974" y="1345"/>
                  </a:lnTo>
                  <a:lnTo>
                    <a:pt x="2944" y="1211"/>
                  </a:lnTo>
                  <a:lnTo>
                    <a:pt x="2914" y="1061"/>
                  </a:lnTo>
                  <a:lnTo>
                    <a:pt x="2869" y="927"/>
                  </a:lnTo>
                  <a:lnTo>
                    <a:pt x="2810" y="793"/>
                  </a:lnTo>
                  <a:lnTo>
                    <a:pt x="2735" y="673"/>
                  </a:lnTo>
                  <a:lnTo>
                    <a:pt x="2645" y="554"/>
                  </a:lnTo>
                  <a:lnTo>
                    <a:pt x="2541" y="434"/>
                  </a:lnTo>
                  <a:lnTo>
                    <a:pt x="2421" y="329"/>
                  </a:lnTo>
                  <a:lnTo>
                    <a:pt x="2302" y="255"/>
                  </a:lnTo>
                  <a:lnTo>
                    <a:pt x="2182" y="180"/>
                  </a:lnTo>
                  <a:lnTo>
                    <a:pt x="2048" y="105"/>
                  </a:lnTo>
                  <a:lnTo>
                    <a:pt x="1913" y="61"/>
                  </a:lnTo>
                  <a:lnTo>
                    <a:pt x="1764" y="31"/>
                  </a:lnTo>
                  <a:lnTo>
                    <a:pt x="1629" y="1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3"/>
            <p:cNvSpPr/>
            <p:nvPr/>
          </p:nvSpPr>
          <p:spPr>
            <a:xfrm>
              <a:off x="4132213" y="1827603"/>
              <a:ext cx="69767" cy="70179"/>
            </a:xfrm>
            <a:custGeom>
              <a:avLst/>
              <a:gdLst/>
              <a:ahLst/>
              <a:cxnLst/>
              <a:rect l="l" t="t" r="r" b="b"/>
              <a:pathLst>
                <a:path w="2540" h="2555" extrusionOk="0">
                  <a:moveTo>
                    <a:pt x="2107" y="0"/>
                  </a:moveTo>
                  <a:lnTo>
                    <a:pt x="0" y="2121"/>
                  </a:lnTo>
                  <a:lnTo>
                    <a:pt x="105" y="2211"/>
                  </a:lnTo>
                  <a:lnTo>
                    <a:pt x="224" y="2301"/>
                  </a:lnTo>
                  <a:lnTo>
                    <a:pt x="359" y="2375"/>
                  </a:lnTo>
                  <a:lnTo>
                    <a:pt x="493" y="2435"/>
                  </a:lnTo>
                  <a:lnTo>
                    <a:pt x="628" y="2495"/>
                  </a:lnTo>
                  <a:lnTo>
                    <a:pt x="762" y="2525"/>
                  </a:lnTo>
                  <a:lnTo>
                    <a:pt x="912" y="2540"/>
                  </a:lnTo>
                  <a:lnTo>
                    <a:pt x="1046" y="2555"/>
                  </a:lnTo>
                  <a:lnTo>
                    <a:pt x="1195" y="2540"/>
                  </a:lnTo>
                  <a:lnTo>
                    <a:pt x="1330" y="2525"/>
                  </a:lnTo>
                  <a:lnTo>
                    <a:pt x="1479" y="2495"/>
                  </a:lnTo>
                  <a:lnTo>
                    <a:pt x="1614" y="2435"/>
                  </a:lnTo>
                  <a:lnTo>
                    <a:pt x="1748" y="2375"/>
                  </a:lnTo>
                  <a:lnTo>
                    <a:pt x="1868" y="2301"/>
                  </a:lnTo>
                  <a:lnTo>
                    <a:pt x="1987" y="2211"/>
                  </a:lnTo>
                  <a:lnTo>
                    <a:pt x="2107" y="2121"/>
                  </a:lnTo>
                  <a:lnTo>
                    <a:pt x="2211" y="2002"/>
                  </a:lnTo>
                  <a:lnTo>
                    <a:pt x="2301" y="1882"/>
                  </a:lnTo>
                  <a:lnTo>
                    <a:pt x="2376" y="1748"/>
                  </a:lnTo>
                  <a:lnTo>
                    <a:pt x="2435" y="1628"/>
                  </a:lnTo>
                  <a:lnTo>
                    <a:pt x="2480" y="1479"/>
                  </a:lnTo>
                  <a:lnTo>
                    <a:pt x="2510" y="1345"/>
                  </a:lnTo>
                  <a:lnTo>
                    <a:pt x="2540" y="1210"/>
                  </a:lnTo>
                  <a:lnTo>
                    <a:pt x="2540" y="1061"/>
                  </a:lnTo>
                  <a:lnTo>
                    <a:pt x="2540" y="911"/>
                  </a:lnTo>
                  <a:lnTo>
                    <a:pt x="2510" y="777"/>
                  </a:lnTo>
                  <a:lnTo>
                    <a:pt x="2480" y="627"/>
                  </a:lnTo>
                  <a:lnTo>
                    <a:pt x="2435" y="493"/>
                  </a:lnTo>
                  <a:lnTo>
                    <a:pt x="2376" y="359"/>
                  </a:lnTo>
                  <a:lnTo>
                    <a:pt x="2301" y="239"/>
                  </a:lnTo>
                  <a:lnTo>
                    <a:pt x="2211" y="120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3"/>
            <p:cNvSpPr/>
            <p:nvPr/>
          </p:nvSpPr>
          <p:spPr>
            <a:xfrm>
              <a:off x="3975872" y="2415608"/>
              <a:ext cx="369740" cy="138711"/>
            </a:xfrm>
            <a:custGeom>
              <a:avLst/>
              <a:gdLst/>
              <a:ahLst/>
              <a:cxnLst/>
              <a:rect l="l" t="t" r="r" b="b"/>
              <a:pathLst>
                <a:path w="13461" h="5050" extrusionOk="0">
                  <a:moveTo>
                    <a:pt x="1016" y="0"/>
                  </a:moveTo>
                  <a:lnTo>
                    <a:pt x="867" y="30"/>
                  </a:lnTo>
                  <a:lnTo>
                    <a:pt x="717" y="75"/>
                  </a:lnTo>
                  <a:lnTo>
                    <a:pt x="583" y="150"/>
                  </a:lnTo>
                  <a:lnTo>
                    <a:pt x="463" y="224"/>
                  </a:lnTo>
                  <a:lnTo>
                    <a:pt x="344" y="329"/>
                  </a:lnTo>
                  <a:lnTo>
                    <a:pt x="254" y="434"/>
                  </a:lnTo>
                  <a:lnTo>
                    <a:pt x="165" y="568"/>
                  </a:lnTo>
                  <a:lnTo>
                    <a:pt x="90" y="703"/>
                  </a:lnTo>
                  <a:lnTo>
                    <a:pt x="45" y="852"/>
                  </a:lnTo>
                  <a:lnTo>
                    <a:pt x="15" y="1001"/>
                  </a:lnTo>
                  <a:lnTo>
                    <a:pt x="0" y="1151"/>
                  </a:lnTo>
                  <a:lnTo>
                    <a:pt x="0" y="1300"/>
                  </a:lnTo>
                  <a:lnTo>
                    <a:pt x="30" y="1435"/>
                  </a:lnTo>
                  <a:lnTo>
                    <a:pt x="75" y="1584"/>
                  </a:lnTo>
                  <a:lnTo>
                    <a:pt x="135" y="1733"/>
                  </a:lnTo>
                  <a:lnTo>
                    <a:pt x="284" y="1972"/>
                  </a:lnTo>
                  <a:lnTo>
                    <a:pt x="448" y="2226"/>
                  </a:lnTo>
                  <a:lnTo>
                    <a:pt x="643" y="2495"/>
                  </a:lnTo>
                  <a:lnTo>
                    <a:pt x="867" y="2764"/>
                  </a:lnTo>
                  <a:lnTo>
                    <a:pt x="1136" y="3048"/>
                  </a:lnTo>
                  <a:lnTo>
                    <a:pt x="1434" y="3317"/>
                  </a:lnTo>
                  <a:lnTo>
                    <a:pt x="1763" y="3601"/>
                  </a:lnTo>
                  <a:lnTo>
                    <a:pt x="2137" y="3855"/>
                  </a:lnTo>
                  <a:lnTo>
                    <a:pt x="2331" y="3974"/>
                  </a:lnTo>
                  <a:lnTo>
                    <a:pt x="2555" y="4094"/>
                  </a:lnTo>
                  <a:lnTo>
                    <a:pt x="2764" y="4213"/>
                  </a:lnTo>
                  <a:lnTo>
                    <a:pt x="3003" y="4333"/>
                  </a:lnTo>
                  <a:lnTo>
                    <a:pt x="3242" y="4437"/>
                  </a:lnTo>
                  <a:lnTo>
                    <a:pt x="3511" y="4527"/>
                  </a:lnTo>
                  <a:lnTo>
                    <a:pt x="3765" y="4617"/>
                  </a:lnTo>
                  <a:lnTo>
                    <a:pt x="4049" y="4706"/>
                  </a:lnTo>
                  <a:lnTo>
                    <a:pt x="4348" y="4781"/>
                  </a:lnTo>
                  <a:lnTo>
                    <a:pt x="4646" y="4856"/>
                  </a:lnTo>
                  <a:lnTo>
                    <a:pt x="4960" y="4915"/>
                  </a:lnTo>
                  <a:lnTo>
                    <a:pt x="5289" y="4960"/>
                  </a:lnTo>
                  <a:lnTo>
                    <a:pt x="5632" y="5005"/>
                  </a:lnTo>
                  <a:lnTo>
                    <a:pt x="5991" y="5020"/>
                  </a:lnTo>
                  <a:lnTo>
                    <a:pt x="6364" y="5050"/>
                  </a:lnTo>
                  <a:lnTo>
                    <a:pt x="7126" y="5050"/>
                  </a:lnTo>
                  <a:lnTo>
                    <a:pt x="7500" y="5020"/>
                  </a:lnTo>
                  <a:lnTo>
                    <a:pt x="7858" y="4990"/>
                  </a:lnTo>
                  <a:lnTo>
                    <a:pt x="8202" y="4960"/>
                  </a:lnTo>
                  <a:lnTo>
                    <a:pt x="8531" y="4915"/>
                  </a:lnTo>
                  <a:lnTo>
                    <a:pt x="8844" y="4856"/>
                  </a:lnTo>
                  <a:lnTo>
                    <a:pt x="9143" y="4781"/>
                  </a:lnTo>
                  <a:lnTo>
                    <a:pt x="9442" y="4706"/>
                  </a:lnTo>
                  <a:lnTo>
                    <a:pt x="9711" y="4617"/>
                  </a:lnTo>
                  <a:lnTo>
                    <a:pt x="9980" y="4527"/>
                  </a:lnTo>
                  <a:lnTo>
                    <a:pt x="10234" y="4422"/>
                  </a:lnTo>
                  <a:lnTo>
                    <a:pt x="10473" y="4318"/>
                  </a:lnTo>
                  <a:lnTo>
                    <a:pt x="10712" y="4213"/>
                  </a:lnTo>
                  <a:lnTo>
                    <a:pt x="10936" y="4094"/>
                  </a:lnTo>
                  <a:lnTo>
                    <a:pt x="11145" y="3974"/>
                  </a:lnTo>
                  <a:lnTo>
                    <a:pt x="11339" y="3855"/>
                  </a:lnTo>
                  <a:lnTo>
                    <a:pt x="11713" y="3586"/>
                  </a:lnTo>
                  <a:lnTo>
                    <a:pt x="12042" y="3317"/>
                  </a:lnTo>
                  <a:lnTo>
                    <a:pt x="12340" y="3048"/>
                  </a:lnTo>
                  <a:lnTo>
                    <a:pt x="12594" y="2764"/>
                  </a:lnTo>
                  <a:lnTo>
                    <a:pt x="12818" y="2495"/>
                  </a:lnTo>
                  <a:lnTo>
                    <a:pt x="13013" y="2226"/>
                  </a:lnTo>
                  <a:lnTo>
                    <a:pt x="13177" y="1957"/>
                  </a:lnTo>
                  <a:lnTo>
                    <a:pt x="13326" y="1718"/>
                  </a:lnTo>
                  <a:lnTo>
                    <a:pt x="13386" y="1584"/>
                  </a:lnTo>
                  <a:lnTo>
                    <a:pt x="13431" y="1435"/>
                  </a:lnTo>
                  <a:lnTo>
                    <a:pt x="13461" y="1285"/>
                  </a:lnTo>
                  <a:lnTo>
                    <a:pt x="13461" y="1136"/>
                  </a:lnTo>
                  <a:lnTo>
                    <a:pt x="13446" y="986"/>
                  </a:lnTo>
                  <a:lnTo>
                    <a:pt x="13416" y="837"/>
                  </a:lnTo>
                  <a:lnTo>
                    <a:pt x="13356" y="703"/>
                  </a:lnTo>
                  <a:lnTo>
                    <a:pt x="13296" y="568"/>
                  </a:lnTo>
                  <a:lnTo>
                    <a:pt x="13207" y="434"/>
                  </a:lnTo>
                  <a:lnTo>
                    <a:pt x="13102" y="329"/>
                  </a:lnTo>
                  <a:lnTo>
                    <a:pt x="12998" y="224"/>
                  </a:lnTo>
                  <a:lnTo>
                    <a:pt x="12863" y="150"/>
                  </a:lnTo>
                  <a:lnTo>
                    <a:pt x="12729" y="75"/>
                  </a:lnTo>
                  <a:lnTo>
                    <a:pt x="12594" y="30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3"/>
            <p:cNvSpPr/>
            <p:nvPr/>
          </p:nvSpPr>
          <p:spPr>
            <a:xfrm>
              <a:off x="3991034" y="2430797"/>
              <a:ext cx="339004" cy="108359"/>
            </a:xfrm>
            <a:custGeom>
              <a:avLst/>
              <a:gdLst/>
              <a:ahLst/>
              <a:cxnLst/>
              <a:rect l="l" t="t" r="r" b="b"/>
              <a:pathLst>
                <a:path w="12342" h="3945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" y="657"/>
                  </a:lnTo>
                  <a:lnTo>
                    <a:pt x="16" y="747"/>
                  </a:lnTo>
                  <a:lnTo>
                    <a:pt x="46" y="822"/>
                  </a:lnTo>
                  <a:lnTo>
                    <a:pt x="76" y="911"/>
                  </a:lnTo>
                  <a:lnTo>
                    <a:pt x="285" y="1240"/>
                  </a:lnTo>
                  <a:lnTo>
                    <a:pt x="404" y="1419"/>
                  </a:lnTo>
                  <a:lnTo>
                    <a:pt x="539" y="1614"/>
                  </a:lnTo>
                  <a:lnTo>
                    <a:pt x="718" y="1823"/>
                  </a:lnTo>
                  <a:lnTo>
                    <a:pt x="897" y="2017"/>
                  </a:lnTo>
                  <a:lnTo>
                    <a:pt x="1106" y="2226"/>
                  </a:lnTo>
                  <a:lnTo>
                    <a:pt x="1346" y="2435"/>
                  </a:lnTo>
                  <a:lnTo>
                    <a:pt x="1600" y="2629"/>
                  </a:lnTo>
                  <a:lnTo>
                    <a:pt x="1883" y="2824"/>
                  </a:lnTo>
                  <a:lnTo>
                    <a:pt x="2182" y="3003"/>
                  </a:lnTo>
                  <a:lnTo>
                    <a:pt x="2511" y="3182"/>
                  </a:lnTo>
                  <a:lnTo>
                    <a:pt x="2869" y="3347"/>
                  </a:lnTo>
                  <a:lnTo>
                    <a:pt x="3243" y="3481"/>
                  </a:lnTo>
                  <a:lnTo>
                    <a:pt x="3661" y="3616"/>
                  </a:lnTo>
                  <a:lnTo>
                    <a:pt x="4109" y="3720"/>
                  </a:lnTo>
                  <a:lnTo>
                    <a:pt x="4572" y="3810"/>
                  </a:lnTo>
                  <a:lnTo>
                    <a:pt x="5080" y="3884"/>
                  </a:lnTo>
                  <a:lnTo>
                    <a:pt x="5618" y="3929"/>
                  </a:lnTo>
                  <a:lnTo>
                    <a:pt x="6186" y="3944"/>
                  </a:lnTo>
                  <a:lnTo>
                    <a:pt x="6769" y="3929"/>
                  </a:lnTo>
                  <a:lnTo>
                    <a:pt x="7291" y="3884"/>
                  </a:lnTo>
                  <a:lnTo>
                    <a:pt x="7799" y="3810"/>
                  </a:lnTo>
                  <a:lnTo>
                    <a:pt x="8278" y="3720"/>
                  </a:lnTo>
                  <a:lnTo>
                    <a:pt x="8711" y="3616"/>
                  </a:lnTo>
                  <a:lnTo>
                    <a:pt x="9129" y="3481"/>
                  </a:lnTo>
                  <a:lnTo>
                    <a:pt x="9517" y="3347"/>
                  </a:lnTo>
                  <a:lnTo>
                    <a:pt x="9861" y="3182"/>
                  </a:lnTo>
                  <a:lnTo>
                    <a:pt x="10190" y="3003"/>
                  </a:lnTo>
                  <a:lnTo>
                    <a:pt x="10489" y="2824"/>
                  </a:lnTo>
                  <a:lnTo>
                    <a:pt x="10772" y="2629"/>
                  </a:lnTo>
                  <a:lnTo>
                    <a:pt x="11026" y="2435"/>
                  </a:lnTo>
                  <a:lnTo>
                    <a:pt x="11250" y="2226"/>
                  </a:lnTo>
                  <a:lnTo>
                    <a:pt x="11460" y="2017"/>
                  </a:lnTo>
                  <a:lnTo>
                    <a:pt x="11654" y="1823"/>
                  </a:lnTo>
                  <a:lnTo>
                    <a:pt x="11818" y="1614"/>
                  </a:lnTo>
                  <a:lnTo>
                    <a:pt x="11953" y="1419"/>
                  </a:lnTo>
                  <a:lnTo>
                    <a:pt x="12072" y="1240"/>
                  </a:lnTo>
                  <a:lnTo>
                    <a:pt x="12281" y="897"/>
                  </a:lnTo>
                  <a:lnTo>
                    <a:pt x="12311" y="822"/>
                  </a:lnTo>
                  <a:lnTo>
                    <a:pt x="12326" y="747"/>
                  </a:lnTo>
                  <a:lnTo>
                    <a:pt x="12341" y="657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3"/>
            <p:cNvSpPr/>
            <p:nvPr/>
          </p:nvSpPr>
          <p:spPr>
            <a:xfrm>
              <a:off x="3991034" y="2430797"/>
              <a:ext cx="339004" cy="16014"/>
            </a:xfrm>
            <a:custGeom>
              <a:avLst/>
              <a:gdLst/>
              <a:ahLst/>
              <a:cxnLst/>
              <a:rect l="l" t="t" r="r" b="b"/>
              <a:pathLst>
                <a:path w="12342" h="583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3"/>
            <p:cNvSpPr/>
            <p:nvPr/>
          </p:nvSpPr>
          <p:spPr>
            <a:xfrm>
              <a:off x="4731315" y="3532949"/>
              <a:ext cx="99734" cy="147748"/>
            </a:xfrm>
            <a:custGeom>
              <a:avLst/>
              <a:gdLst/>
              <a:ahLst/>
              <a:cxnLst/>
              <a:rect l="l" t="t" r="r" b="b"/>
              <a:pathLst>
                <a:path w="3631" h="5379" extrusionOk="0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3"/>
            <p:cNvSpPr/>
            <p:nvPr/>
          </p:nvSpPr>
          <p:spPr>
            <a:xfrm>
              <a:off x="4814182" y="3562503"/>
              <a:ext cx="84160" cy="185900"/>
            </a:xfrm>
            <a:custGeom>
              <a:avLst/>
              <a:gdLst/>
              <a:ahLst/>
              <a:cxnLst/>
              <a:rect l="l" t="t" r="r" b="b"/>
              <a:pathLst>
                <a:path w="3064" h="6768" extrusionOk="0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3"/>
            <p:cNvSpPr/>
            <p:nvPr/>
          </p:nvSpPr>
          <p:spPr>
            <a:xfrm>
              <a:off x="4890100" y="3562915"/>
              <a:ext cx="87841" cy="185103"/>
            </a:xfrm>
            <a:custGeom>
              <a:avLst/>
              <a:gdLst/>
              <a:ahLst/>
              <a:cxnLst/>
              <a:rect l="l" t="t" r="r" b="b"/>
              <a:pathLst>
                <a:path w="3198" h="6739" extrusionOk="0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3"/>
            <p:cNvSpPr/>
            <p:nvPr/>
          </p:nvSpPr>
          <p:spPr>
            <a:xfrm>
              <a:off x="4948797" y="3523528"/>
              <a:ext cx="91934" cy="184252"/>
            </a:xfrm>
            <a:custGeom>
              <a:avLst/>
              <a:gdLst/>
              <a:ahLst/>
              <a:cxnLst/>
              <a:rect l="l" t="t" r="r" b="b"/>
              <a:pathLst>
                <a:path w="3347" h="6708" extrusionOk="0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3"/>
            <p:cNvSpPr/>
            <p:nvPr/>
          </p:nvSpPr>
          <p:spPr>
            <a:xfrm>
              <a:off x="4596701" y="2837028"/>
              <a:ext cx="323402" cy="396823"/>
            </a:xfrm>
            <a:custGeom>
              <a:avLst/>
              <a:gdLst/>
              <a:ahLst/>
              <a:cxnLst/>
              <a:rect l="l" t="t" r="r" b="b"/>
              <a:pathLst>
                <a:path w="11774" h="14447" extrusionOk="0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3"/>
            <p:cNvSpPr/>
            <p:nvPr/>
          </p:nvSpPr>
          <p:spPr>
            <a:xfrm>
              <a:off x="4745241" y="3342962"/>
              <a:ext cx="264320" cy="299588"/>
            </a:xfrm>
            <a:custGeom>
              <a:avLst/>
              <a:gdLst/>
              <a:ahLst/>
              <a:cxnLst/>
              <a:rect l="l" t="t" r="r" b="b"/>
              <a:pathLst>
                <a:path w="9623" h="10907" extrusionOk="0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3"/>
            <p:cNvSpPr/>
            <p:nvPr/>
          </p:nvSpPr>
          <p:spPr>
            <a:xfrm>
              <a:off x="4715302" y="3173905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3"/>
            <p:cNvSpPr/>
            <p:nvPr/>
          </p:nvSpPr>
          <p:spPr>
            <a:xfrm>
              <a:off x="4769467" y="3228069"/>
              <a:ext cx="126817" cy="126433"/>
            </a:xfrm>
            <a:custGeom>
              <a:avLst/>
              <a:gdLst/>
              <a:ahLst/>
              <a:cxnLst/>
              <a:rect l="l" t="t" r="r" b="b"/>
              <a:pathLst>
                <a:path w="4617" h="4603" extrusionOk="0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3"/>
            <p:cNvSpPr/>
            <p:nvPr/>
          </p:nvSpPr>
          <p:spPr>
            <a:xfrm>
              <a:off x="4585220" y="2745921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3"/>
            <p:cNvSpPr/>
            <p:nvPr/>
          </p:nvSpPr>
          <p:spPr>
            <a:xfrm>
              <a:off x="4639385" y="2800085"/>
              <a:ext cx="126405" cy="126433"/>
            </a:xfrm>
            <a:custGeom>
              <a:avLst/>
              <a:gdLst/>
              <a:ahLst/>
              <a:cxnLst/>
              <a:rect l="l" t="t" r="r" b="b"/>
              <a:pathLst>
                <a:path w="4602" h="4603" extrusionOk="0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3"/>
            <p:cNvSpPr/>
            <p:nvPr/>
          </p:nvSpPr>
          <p:spPr>
            <a:xfrm>
              <a:off x="3756743" y="3631856"/>
              <a:ext cx="233117" cy="407508"/>
            </a:xfrm>
            <a:custGeom>
              <a:avLst/>
              <a:gdLst/>
              <a:ahLst/>
              <a:cxnLst/>
              <a:rect l="l" t="t" r="r" b="b"/>
              <a:pathLst>
                <a:path w="8487" h="14836" extrusionOk="0">
                  <a:moveTo>
                    <a:pt x="0" y="0"/>
                  </a:moveTo>
                  <a:lnTo>
                    <a:pt x="0" y="13984"/>
                  </a:lnTo>
                  <a:lnTo>
                    <a:pt x="0" y="14118"/>
                  </a:lnTo>
                  <a:lnTo>
                    <a:pt x="30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4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5" y="14745"/>
                  </a:lnTo>
                  <a:lnTo>
                    <a:pt x="1375" y="14671"/>
                  </a:lnTo>
                  <a:lnTo>
                    <a:pt x="1733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5" y="13685"/>
                  </a:lnTo>
                  <a:lnTo>
                    <a:pt x="5334" y="13759"/>
                  </a:lnTo>
                  <a:lnTo>
                    <a:pt x="5692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4" y="14820"/>
                  </a:lnTo>
                  <a:lnTo>
                    <a:pt x="7814" y="14805"/>
                  </a:lnTo>
                  <a:lnTo>
                    <a:pt x="7918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2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1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3"/>
            <p:cNvSpPr/>
            <p:nvPr/>
          </p:nvSpPr>
          <p:spPr>
            <a:xfrm>
              <a:off x="3756743" y="3818546"/>
              <a:ext cx="233117" cy="96054"/>
            </a:xfrm>
            <a:custGeom>
              <a:avLst/>
              <a:gdLst/>
              <a:ahLst/>
              <a:cxnLst/>
              <a:rect l="l" t="t" r="r" b="b"/>
              <a:pathLst>
                <a:path w="8487" h="3497" extrusionOk="0">
                  <a:moveTo>
                    <a:pt x="0" y="1"/>
                  </a:moveTo>
                  <a:lnTo>
                    <a:pt x="0" y="2540"/>
                  </a:lnTo>
                  <a:lnTo>
                    <a:pt x="90" y="2660"/>
                  </a:lnTo>
                  <a:lnTo>
                    <a:pt x="210" y="2749"/>
                  </a:lnTo>
                  <a:lnTo>
                    <a:pt x="329" y="2854"/>
                  </a:lnTo>
                  <a:lnTo>
                    <a:pt x="449" y="2929"/>
                  </a:lnTo>
                  <a:lnTo>
                    <a:pt x="583" y="3018"/>
                  </a:lnTo>
                  <a:lnTo>
                    <a:pt x="732" y="3093"/>
                  </a:lnTo>
                  <a:lnTo>
                    <a:pt x="882" y="3153"/>
                  </a:lnTo>
                  <a:lnTo>
                    <a:pt x="1061" y="3213"/>
                  </a:lnTo>
                  <a:lnTo>
                    <a:pt x="1420" y="3302"/>
                  </a:lnTo>
                  <a:lnTo>
                    <a:pt x="1823" y="3377"/>
                  </a:lnTo>
                  <a:lnTo>
                    <a:pt x="2271" y="3437"/>
                  </a:lnTo>
                  <a:lnTo>
                    <a:pt x="2764" y="3467"/>
                  </a:lnTo>
                  <a:lnTo>
                    <a:pt x="3302" y="3496"/>
                  </a:lnTo>
                  <a:lnTo>
                    <a:pt x="5199" y="3496"/>
                  </a:lnTo>
                  <a:lnTo>
                    <a:pt x="6738" y="3482"/>
                  </a:lnTo>
                  <a:lnTo>
                    <a:pt x="8486" y="346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3"/>
            <p:cNvSpPr/>
            <p:nvPr/>
          </p:nvSpPr>
          <p:spPr>
            <a:xfrm>
              <a:off x="3756743" y="4202227"/>
              <a:ext cx="233117" cy="406684"/>
            </a:xfrm>
            <a:custGeom>
              <a:avLst/>
              <a:gdLst/>
              <a:ahLst/>
              <a:cxnLst/>
              <a:rect l="l" t="t" r="r" b="b"/>
              <a:pathLst>
                <a:path w="8487" h="14806" extrusionOk="0">
                  <a:moveTo>
                    <a:pt x="762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69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0" y="568"/>
                  </a:lnTo>
                  <a:lnTo>
                    <a:pt x="0" y="672"/>
                  </a:lnTo>
                  <a:lnTo>
                    <a:pt x="0" y="792"/>
                  </a:lnTo>
                  <a:lnTo>
                    <a:pt x="0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1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3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1" y="209"/>
                  </a:lnTo>
                  <a:lnTo>
                    <a:pt x="6828" y="493"/>
                  </a:lnTo>
                  <a:lnTo>
                    <a:pt x="6454" y="732"/>
                  </a:lnTo>
                  <a:lnTo>
                    <a:pt x="6096" y="941"/>
                  </a:lnTo>
                  <a:lnTo>
                    <a:pt x="5722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85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3"/>
            <p:cNvSpPr/>
            <p:nvPr/>
          </p:nvSpPr>
          <p:spPr>
            <a:xfrm>
              <a:off x="3690274" y="4571103"/>
              <a:ext cx="370152" cy="119456"/>
            </a:xfrm>
            <a:custGeom>
              <a:avLst/>
              <a:gdLst/>
              <a:ahLst/>
              <a:cxnLst/>
              <a:rect l="l" t="t" r="r" b="b"/>
              <a:pathLst>
                <a:path w="13476" h="4349" extrusionOk="0">
                  <a:moveTo>
                    <a:pt x="2017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19" y="90"/>
                  </a:lnTo>
                  <a:lnTo>
                    <a:pt x="1225" y="165"/>
                  </a:lnTo>
                  <a:lnTo>
                    <a:pt x="1046" y="240"/>
                  </a:lnTo>
                  <a:lnTo>
                    <a:pt x="882" y="344"/>
                  </a:lnTo>
                  <a:lnTo>
                    <a:pt x="732" y="464"/>
                  </a:lnTo>
                  <a:lnTo>
                    <a:pt x="583" y="598"/>
                  </a:lnTo>
                  <a:lnTo>
                    <a:pt x="463" y="733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5" y="1614"/>
                  </a:lnTo>
                  <a:lnTo>
                    <a:pt x="15" y="1808"/>
                  </a:lnTo>
                  <a:lnTo>
                    <a:pt x="0" y="2018"/>
                  </a:lnTo>
                  <a:lnTo>
                    <a:pt x="0" y="2331"/>
                  </a:lnTo>
                  <a:lnTo>
                    <a:pt x="15" y="2540"/>
                  </a:lnTo>
                  <a:lnTo>
                    <a:pt x="45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39" y="3302"/>
                  </a:lnTo>
                  <a:lnTo>
                    <a:pt x="344" y="3467"/>
                  </a:lnTo>
                  <a:lnTo>
                    <a:pt x="463" y="3616"/>
                  </a:lnTo>
                  <a:lnTo>
                    <a:pt x="583" y="3765"/>
                  </a:lnTo>
                  <a:lnTo>
                    <a:pt x="732" y="3885"/>
                  </a:lnTo>
                  <a:lnTo>
                    <a:pt x="882" y="4005"/>
                  </a:lnTo>
                  <a:lnTo>
                    <a:pt x="1046" y="4109"/>
                  </a:lnTo>
                  <a:lnTo>
                    <a:pt x="1225" y="4184"/>
                  </a:lnTo>
                  <a:lnTo>
                    <a:pt x="1419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7" y="4348"/>
                  </a:lnTo>
                  <a:lnTo>
                    <a:pt x="11459" y="4348"/>
                  </a:lnTo>
                  <a:lnTo>
                    <a:pt x="11668" y="4333"/>
                  </a:lnTo>
                  <a:lnTo>
                    <a:pt x="11862" y="4303"/>
                  </a:lnTo>
                  <a:lnTo>
                    <a:pt x="12056" y="4258"/>
                  </a:lnTo>
                  <a:lnTo>
                    <a:pt x="12236" y="4184"/>
                  </a:lnTo>
                  <a:lnTo>
                    <a:pt x="12415" y="4109"/>
                  </a:lnTo>
                  <a:lnTo>
                    <a:pt x="12579" y="4005"/>
                  </a:lnTo>
                  <a:lnTo>
                    <a:pt x="12744" y="3885"/>
                  </a:lnTo>
                  <a:lnTo>
                    <a:pt x="12878" y="3765"/>
                  </a:lnTo>
                  <a:lnTo>
                    <a:pt x="13013" y="3616"/>
                  </a:lnTo>
                  <a:lnTo>
                    <a:pt x="13132" y="3467"/>
                  </a:lnTo>
                  <a:lnTo>
                    <a:pt x="13222" y="3302"/>
                  </a:lnTo>
                  <a:lnTo>
                    <a:pt x="13311" y="3123"/>
                  </a:lnTo>
                  <a:lnTo>
                    <a:pt x="13386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6" y="1420"/>
                  </a:lnTo>
                  <a:lnTo>
                    <a:pt x="13311" y="1226"/>
                  </a:lnTo>
                  <a:lnTo>
                    <a:pt x="13222" y="1061"/>
                  </a:lnTo>
                  <a:lnTo>
                    <a:pt x="13132" y="897"/>
                  </a:lnTo>
                  <a:lnTo>
                    <a:pt x="13013" y="733"/>
                  </a:lnTo>
                  <a:lnTo>
                    <a:pt x="12878" y="598"/>
                  </a:lnTo>
                  <a:lnTo>
                    <a:pt x="12744" y="464"/>
                  </a:lnTo>
                  <a:lnTo>
                    <a:pt x="12579" y="344"/>
                  </a:lnTo>
                  <a:lnTo>
                    <a:pt x="12415" y="240"/>
                  </a:lnTo>
                  <a:lnTo>
                    <a:pt x="12236" y="165"/>
                  </a:lnTo>
                  <a:lnTo>
                    <a:pt x="12056" y="90"/>
                  </a:lnTo>
                  <a:lnTo>
                    <a:pt x="11862" y="46"/>
                  </a:lnTo>
                  <a:lnTo>
                    <a:pt x="11668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3"/>
            <p:cNvSpPr/>
            <p:nvPr/>
          </p:nvSpPr>
          <p:spPr>
            <a:xfrm>
              <a:off x="3756743" y="4006061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3" y="195"/>
                  </a:lnTo>
                  <a:lnTo>
                    <a:pt x="2809" y="255"/>
                  </a:lnTo>
                  <a:lnTo>
                    <a:pt x="2615" y="330"/>
                  </a:lnTo>
                  <a:lnTo>
                    <a:pt x="2421" y="419"/>
                  </a:lnTo>
                  <a:lnTo>
                    <a:pt x="2241" y="509"/>
                  </a:lnTo>
                  <a:lnTo>
                    <a:pt x="2062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405" y="1107"/>
                  </a:lnTo>
                  <a:lnTo>
                    <a:pt x="1255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2" y="1883"/>
                  </a:lnTo>
                  <a:lnTo>
                    <a:pt x="613" y="2063"/>
                  </a:lnTo>
                  <a:lnTo>
                    <a:pt x="508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4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5" y="3840"/>
                  </a:lnTo>
                  <a:lnTo>
                    <a:pt x="0" y="4050"/>
                  </a:lnTo>
                  <a:lnTo>
                    <a:pt x="0" y="4274"/>
                  </a:lnTo>
                  <a:lnTo>
                    <a:pt x="0" y="4498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4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8" y="6305"/>
                  </a:lnTo>
                  <a:lnTo>
                    <a:pt x="613" y="6485"/>
                  </a:lnTo>
                  <a:lnTo>
                    <a:pt x="732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5" y="7291"/>
                  </a:lnTo>
                  <a:lnTo>
                    <a:pt x="1405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62" y="7934"/>
                  </a:lnTo>
                  <a:lnTo>
                    <a:pt x="2241" y="8024"/>
                  </a:lnTo>
                  <a:lnTo>
                    <a:pt x="2421" y="8128"/>
                  </a:lnTo>
                  <a:lnTo>
                    <a:pt x="2615" y="8218"/>
                  </a:lnTo>
                  <a:lnTo>
                    <a:pt x="2809" y="8292"/>
                  </a:lnTo>
                  <a:lnTo>
                    <a:pt x="3003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1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0" y="7142"/>
                  </a:lnTo>
                  <a:lnTo>
                    <a:pt x="7575" y="6993"/>
                  </a:lnTo>
                  <a:lnTo>
                    <a:pt x="7694" y="6828"/>
                  </a:lnTo>
                  <a:lnTo>
                    <a:pt x="7814" y="6664"/>
                  </a:lnTo>
                  <a:lnTo>
                    <a:pt x="7933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17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1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31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31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17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3" y="2063"/>
                  </a:lnTo>
                  <a:lnTo>
                    <a:pt x="7814" y="1883"/>
                  </a:lnTo>
                  <a:lnTo>
                    <a:pt x="7694" y="1719"/>
                  </a:lnTo>
                  <a:lnTo>
                    <a:pt x="7575" y="1555"/>
                  </a:lnTo>
                  <a:lnTo>
                    <a:pt x="7440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1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6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3"/>
            <p:cNvSpPr/>
            <p:nvPr/>
          </p:nvSpPr>
          <p:spPr>
            <a:xfrm>
              <a:off x="3810495" y="4059840"/>
              <a:ext cx="126817" cy="126817"/>
            </a:xfrm>
            <a:custGeom>
              <a:avLst/>
              <a:gdLst/>
              <a:ahLst/>
              <a:cxnLst/>
              <a:rect l="l" t="t" r="r" b="b"/>
              <a:pathLst>
                <a:path w="4617" h="4617" extrusionOk="0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1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8" y="852"/>
                  </a:lnTo>
                  <a:lnTo>
                    <a:pt x="404" y="1031"/>
                  </a:lnTo>
                  <a:lnTo>
                    <a:pt x="284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0" y="1853"/>
                  </a:lnTo>
                  <a:lnTo>
                    <a:pt x="15" y="2077"/>
                  </a:lnTo>
                  <a:lnTo>
                    <a:pt x="1" y="2316"/>
                  </a:lnTo>
                  <a:lnTo>
                    <a:pt x="15" y="2555"/>
                  </a:lnTo>
                  <a:lnTo>
                    <a:pt x="60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4" y="3406"/>
                  </a:lnTo>
                  <a:lnTo>
                    <a:pt x="404" y="3600"/>
                  </a:lnTo>
                  <a:lnTo>
                    <a:pt x="538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1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79" y="4572"/>
                  </a:lnTo>
                  <a:lnTo>
                    <a:pt x="3003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8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2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2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8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3" y="105"/>
                  </a:lnTo>
                  <a:lnTo>
                    <a:pt x="2779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3"/>
            <p:cNvSpPr/>
            <p:nvPr/>
          </p:nvSpPr>
          <p:spPr>
            <a:xfrm>
              <a:off x="4332857" y="3631856"/>
              <a:ext cx="233117" cy="407508"/>
            </a:xfrm>
            <a:custGeom>
              <a:avLst/>
              <a:gdLst/>
              <a:ahLst/>
              <a:cxnLst/>
              <a:rect l="l" t="t" r="r" b="b"/>
              <a:pathLst>
                <a:path w="8487" h="14836" extrusionOk="0">
                  <a:moveTo>
                    <a:pt x="1" y="0"/>
                  </a:moveTo>
                  <a:lnTo>
                    <a:pt x="1" y="13984"/>
                  </a:lnTo>
                  <a:lnTo>
                    <a:pt x="1" y="14118"/>
                  </a:lnTo>
                  <a:lnTo>
                    <a:pt x="31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5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6" y="14745"/>
                  </a:lnTo>
                  <a:lnTo>
                    <a:pt x="1360" y="14671"/>
                  </a:lnTo>
                  <a:lnTo>
                    <a:pt x="1734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6" y="13685"/>
                  </a:lnTo>
                  <a:lnTo>
                    <a:pt x="5334" y="13759"/>
                  </a:lnTo>
                  <a:lnTo>
                    <a:pt x="5693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5" y="14820"/>
                  </a:lnTo>
                  <a:lnTo>
                    <a:pt x="7814" y="14805"/>
                  </a:lnTo>
                  <a:lnTo>
                    <a:pt x="7919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3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2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3"/>
            <p:cNvSpPr/>
            <p:nvPr/>
          </p:nvSpPr>
          <p:spPr>
            <a:xfrm>
              <a:off x="4332857" y="3818546"/>
              <a:ext cx="233117" cy="97290"/>
            </a:xfrm>
            <a:custGeom>
              <a:avLst/>
              <a:gdLst/>
              <a:ahLst/>
              <a:cxnLst/>
              <a:rect l="l" t="t" r="r" b="b"/>
              <a:pathLst>
                <a:path w="8487" h="3542" extrusionOk="0">
                  <a:moveTo>
                    <a:pt x="1" y="1"/>
                  </a:moveTo>
                  <a:lnTo>
                    <a:pt x="1" y="3511"/>
                  </a:lnTo>
                  <a:lnTo>
                    <a:pt x="1898" y="3526"/>
                  </a:lnTo>
                  <a:lnTo>
                    <a:pt x="3541" y="3541"/>
                  </a:lnTo>
                  <a:lnTo>
                    <a:pt x="4273" y="3541"/>
                  </a:lnTo>
                  <a:lnTo>
                    <a:pt x="4931" y="3526"/>
                  </a:lnTo>
                  <a:lnTo>
                    <a:pt x="5528" y="3496"/>
                  </a:lnTo>
                  <a:lnTo>
                    <a:pt x="6081" y="3452"/>
                  </a:lnTo>
                  <a:lnTo>
                    <a:pt x="6559" y="3392"/>
                  </a:lnTo>
                  <a:lnTo>
                    <a:pt x="6783" y="3347"/>
                  </a:lnTo>
                  <a:lnTo>
                    <a:pt x="6992" y="3302"/>
                  </a:lnTo>
                  <a:lnTo>
                    <a:pt x="7187" y="3242"/>
                  </a:lnTo>
                  <a:lnTo>
                    <a:pt x="7366" y="3183"/>
                  </a:lnTo>
                  <a:lnTo>
                    <a:pt x="7530" y="3123"/>
                  </a:lnTo>
                  <a:lnTo>
                    <a:pt x="7695" y="3033"/>
                  </a:lnTo>
                  <a:lnTo>
                    <a:pt x="7829" y="2944"/>
                  </a:lnTo>
                  <a:lnTo>
                    <a:pt x="7963" y="2854"/>
                  </a:lnTo>
                  <a:lnTo>
                    <a:pt x="8083" y="2749"/>
                  </a:lnTo>
                  <a:lnTo>
                    <a:pt x="8188" y="2630"/>
                  </a:lnTo>
                  <a:lnTo>
                    <a:pt x="8277" y="2510"/>
                  </a:lnTo>
                  <a:lnTo>
                    <a:pt x="8367" y="2361"/>
                  </a:lnTo>
                  <a:lnTo>
                    <a:pt x="8427" y="2212"/>
                  </a:lnTo>
                  <a:lnTo>
                    <a:pt x="8486" y="204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3"/>
            <p:cNvSpPr/>
            <p:nvPr/>
          </p:nvSpPr>
          <p:spPr>
            <a:xfrm>
              <a:off x="4332857" y="4202227"/>
              <a:ext cx="233117" cy="406684"/>
            </a:xfrm>
            <a:custGeom>
              <a:avLst/>
              <a:gdLst/>
              <a:ahLst/>
              <a:cxnLst/>
              <a:rect l="l" t="t" r="r" b="b"/>
              <a:pathLst>
                <a:path w="8487" h="14806" extrusionOk="0">
                  <a:moveTo>
                    <a:pt x="763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70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1" y="568"/>
                  </a:lnTo>
                  <a:lnTo>
                    <a:pt x="1" y="672"/>
                  </a:lnTo>
                  <a:lnTo>
                    <a:pt x="1" y="792"/>
                  </a:lnTo>
                  <a:lnTo>
                    <a:pt x="1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2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4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2" y="209"/>
                  </a:lnTo>
                  <a:lnTo>
                    <a:pt x="6828" y="493"/>
                  </a:lnTo>
                  <a:lnTo>
                    <a:pt x="6455" y="732"/>
                  </a:lnTo>
                  <a:lnTo>
                    <a:pt x="6096" y="941"/>
                  </a:lnTo>
                  <a:lnTo>
                    <a:pt x="5723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70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3"/>
            <p:cNvSpPr/>
            <p:nvPr/>
          </p:nvSpPr>
          <p:spPr>
            <a:xfrm>
              <a:off x="4277868" y="4571103"/>
              <a:ext cx="370179" cy="119456"/>
            </a:xfrm>
            <a:custGeom>
              <a:avLst/>
              <a:gdLst/>
              <a:ahLst/>
              <a:cxnLst/>
              <a:rect l="l" t="t" r="r" b="b"/>
              <a:pathLst>
                <a:path w="13477" h="4349" extrusionOk="0">
                  <a:moveTo>
                    <a:pt x="2018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20" y="90"/>
                  </a:lnTo>
                  <a:lnTo>
                    <a:pt x="1241" y="165"/>
                  </a:lnTo>
                  <a:lnTo>
                    <a:pt x="1061" y="240"/>
                  </a:lnTo>
                  <a:lnTo>
                    <a:pt x="897" y="344"/>
                  </a:lnTo>
                  <a:lnTo>
                    <a:pt x="733" y="464"/>
                  </a:lnTo>
                  <a:lnTo>
                    <a:pt x="598" y="598"/>
                  </a:lnTo>
                  <a:lnTo>
                    <a:pt x="464" y="733"/>
                  </a:lnTo>
                  <a:lnTo>
                    <a:pt x="344" y="897"/>
                  </a:lnTo>
                  <a:lnTo>
                    <a:pt x="255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6" y="1614"/>
                  </a:lnTo>
                  <a:lnTo>
                    <a:pt x="16" y="1808"/>
                  </a:lnTo>
                  <a:lnTo>
                    <a:pt x="1" y="2018"/>
                  </a:lnTo>
                  <a:lnTo>
                    <a:pt x="1" y="2331"/>
                  </a:lnTo>
                  <a:lnTo>
                    <a:pt x="16" y="2540"/>
                  </a:lnTo>
                  <a:lnTo>
                    <a:pt x="46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55" y="3302"/>
                  </a:lnTo>
                  <a:lnTo>
                    <a:pt x="344" y="3467"/>
                  </a:lnTo>
                  <a:lnTo>
                    <a:pt x="464" y="3616"/>
                  </a:lnTo>
                  <a:lnTo>
                    <a:pt x="598" y="3765"/>
                  </a:lnTo>
                  <a:lnTo>
                    <a:pt x="733" y="3885"/>
                  </a:lnTo>
                  <a:lnTo>
                    <a:pt x="897" y="4005"/>
                  </a:lnTo>
                  <a:lnTo>
                    <a:pt x="1061" y="4109"/>
                  </a:lnTo>
                  <a:lnTo>
                    <a:pt x="1241" y="4184"/>
                  </a:lnTo>
                  <a:lnTo>
                    <a:pt x="1420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8" y="4348"/>
                  </a:lnTo>
                  <a:lnTo>
                    <a:pt x="11459" y="4348"/>
                  </a:lnTo>
                  <a:lnTo>
                    <a:pt x="11669" y="4333"/>
                  </a:lnTo>
                  <a:lnTo>
                    <a:pt x="11863" y="4303"/>
                  </a:lnTo>
                  <a:lnTo>
                    <a:pt x="12057" y="4258"/>
                  </a:lnTo>
                  <a:lnTo>
                    <a:pt x="12251" y="4184"/>
                  </a:lnTo>
                  <a:lnTo>
                    <a:pt x="12416" y="4109"/>
                  </a:lnTo>
                  <a:lnTo>
                    <a:pt x="12595" y="4005"/>
                  </a:lnTo>
                  <a:lnTo>
                    <a:pt x="12744" y="3885"/>
                  </a:lnTo>
                  <a:lnTo>
                    <a:pt x="12879" y="3765"/>
                  </a:lnTo>
                  <a:lnTo>
                    <a:pt x="13013" y="3616"/>
                  </a:lnTo>
                  <a:lnTo>
                    <a:pt x="13133" y="3467"/>
                  </a:lnTo>
                  <a:lnTo>
                    <a:pt x="13237" y="3302"/>
                  </a:lnTo>
                  <a:lnTo>
                    <a:pt x="13312" y="3123"/>
                  </a:lnTo>
                  <a:lnTo>
                    <a:pt x="13387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7" y="1420"/>
                  </a:lnTo>
                  <a:lnTo>
                    <a:pt x="13312" y="1226"/>
                  </a:lnTo>
                  <a:lnTo>
                    <a:pt x="13237" y="1061"/>
                  </a:lnTo>
                  <a:lnTo>
                    <a:pt x="13133" y="897"/>
                  </a:lnTo>
                  <a:lnTo>
                    <a:pt x="13013" y="733"/>
                  </a:lnTo>
                  <a:lnTo>
                    <a:pt x="12879" y="598"/>
                  </a:lnTo>
                  <a:lnTo>
                    <a:pt x="12744" y="464"/>
                  </a:lnTo>
                  <a:lnTo>
                    <a:pt x="12595" y="344"/>
                  </a:lnTo>
                  <a:lnTo>
                    <a:pt x="12416" y="240"/>
                  </a:lnTo>
                  <a:lnTo>
                    <a:pt x="12251" y="165"/>
                  </a:lnTo>
                  <a:lnTo>
                    <a:pt x="12057" y="90"/>
                  </a:lnTo>
                  <a:lnTo>
                    <a:pt x="11863" y="46"/>
                  </a:lnTo>
                  <a:lnTo>
                    <a:pt x="11669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3"/>
            <p:cNvSpPr/>
            <p:nvPr/>
          </p:nvSpPr>
          <p:spPr>
            <a:xfrm>
              <a:off x="4332857" y="4006061"/>
              <a:ext cx="234765" cy="234765"/>
            </a:xfrm>
            <a:custGeom>
              <a:avLst/>
              <a:gdLst/>
              <a:ahLst/>
              <a:cxnLst/>
              <a:rect l="l" t="t" r="r" b="b"/>
              <a:pathLst>
                <a:path w="8547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4" y="195"/>
                  </a:lnTo>
                  <a:lnTo>
                    <a:pt x="2794" y="255"/>
                  </a:lnTo>
                  <a:lnTo>
                    <a:pt x="2600" y="330"/>
                  </a:lnTo>
                  <a:lnTo>
                    <a:pt x="2421" y="419"/>
                  </a:lnTo>
                  <a:lnTo>
                    <a:pt x="2227" y="509"/>
                  </a:lnTo>
                  <a:lnTo>
                    <a:pt x="2047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390" y="1107"/>
                  </a:lnTo>
                  <a:lnTo>
                    <a:pt x="1256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3" y="1883"/>
                  </a:lnTo>
                  <a:lnTo>
                    <a:pt x="613" y="2063"/>
                  </a:lnTo>
                  <a:lnTo>
                    <a:pt x="509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5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6" y="3840"/>
                  </a:lnTo>
                  <a:lnTo>
                    <a:pt x="1" y="4050"/>
                  </a:lnTo>
                  <a:lnTo>
                    <a:pt x="1" y="4274"/>
                  </a:lnTo>
                  <a:lnTo>
                    <a:pt x="1" y="4498"/>
                  </a:lnTo>
                  <a:lnTo>
                    <a:pt x="16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5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9" y="6305"/>
                  </a:lnTo>
                  <a:lnTo>
                    <a:pt x="613" y="6485"/>
                  </a:lnTo>
                  <a:lnTo>
                    <a:pt x="733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6" y="7291"/>
                  </a:lnTo>
                  <a:lnTo>
                    <a:pt x="1390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47" y="7934"/>
                  </a:lnTo>
                  <a:lnTo>
                    <a:pt x="2227" y="8024"/>
                  </a:lnTo>
                  <a:lnTo>
                    <a:pt x="2421" y="8128"/>
                  </a:lnTo>
                  <a:lnTo>
                    <a:pt x="2600" y="8218"/>
                  </a:lnTo>
                  <a:lnTo>
                    <a:pt x="2794" y="8292"/>
                  </a:lnTo>
                  <a:lnTo>
                    <a:pt x="3004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2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1" y="7142"/>
                  </a:lnTo>
                  <a:lnTo>
                    <a:pt x="7575" y="6993"/>
                  </a:lnTo>
                  <a:lnTo>
                    <a:pt x="7695" y="6828"/>
                  </a:lnTo>
                  <a:lnTo>
                    <a:pt x="7814" y="6664"/>
                  </a:lnTo>
                  <a:lnTo>
                    <a:pt x="7934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03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2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16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16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03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4" y="2063"/>
                  </a:lnTo>
                  <a:lnTo>
                    <a:pt x="7814" y="1883"/>
                  </a:lnTo>
                  <a:lnTo>
                    <a:pt x="7695" y="1719"/>
                  </a:lnTo>
                  <a:lnTo>
                    <a:pt x="7575" y="1555"/>
                  </a:lnTo>
                  <a:lnTo>
                    <a:pt x="7441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2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7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3"/>
            <p:cNvSpPr/>
            <p:nvPr/>
          </p:nvSpPr>
          <p:spPr>
            <a:xfrm>
              <a:off x="4386609" y="4059840"/>
              <a:ext cx="126845" cy="126817"/>
            </a:xfrm>
            <a:custGeom>
              <a:avLst/>
              <a:gdLst/>
              <a:ahLst/>
              <a:cxnLst/>
              <a:rect l="l" t="t" r="r" b="b"/>
              <a:pathLst>
                <a:path w="4618" h="4617" extrusionOk="0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2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9" y="852"/>
                  </a:lnTo>
                  <a:lnTo>
                    <a:pt x="404" y="1031"/>
                  </a:lnTo>
                  <a:lnTo>
                    <a:pt x="285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1" y="1853"/>
                  </a:lnTo>
                  <a:lnTo>
                    <a:pt x="16" y="2077"/>
                  </a:lnTo>
                  <a:lnTo>
                    <a:pt x="1" y="2316"/>
                  </a:lnTo>
                  <a:lnTo>
                    <a:pt x="16" y="2555"/>
                  </a:lnTo>
                  <a:lnTo>
                    <a:pt x="61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5" y="3406"/>
                  </a:lnTo>
                  <a:lnTo>
                    <a:pt x="404" y="3600"/>
                  </a:lnTo>
                  <a:lnTo>
                    <a:pt x="539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2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80" y="4572"/>
                  </a:lnTo>
                  <a:lnTo>
                    <a:pt x="3004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9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3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3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9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4" y="105"/>
                  </a:lnTo>
                  <a:lnTo>
                    <a:pt x="2780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3"/>
            <p:cNvSpPr/>
            <p:nvPr/>
          </p:nvSpPr>
          <p:spPr>
            <a:xfrm>
              <a:off x="3714472" y="3577692"/>
              <a:ext cx="889672" cy="301209"/>
            </a:xfrm>
            <a:custGeom>
              <a:avLst/>
              <a:gdLst/>
              <a:ahLst/>
              <a:cxnLst/>
              <a:rect l="l" t="t" r="r" b="b"/>
              <a:pathLst>
                <a:path w="32390" h="10966" extrusionOk="0">
                  <a:moveTo>
                    <a:pt x="957" y="0"/>
                  </a:moveTo>
                  <a:lnTo>
                    <a:pt x="852" y="30"/>
                  </a:lnTo>
                  <a:lnTo>
                    <a:pt x="748" y="45"/>
                  </a:lnTo>
                  <a:lnTo>
                    <a:pt x="658" y="90"/>
                  </a:lnTo>
                  <a:lnTo>
                    <a:pt x="553" y="135"/>
                  </a:lnTo>
                  <a:lnTo>
                    <a:pt x="464" y="179"/>
                  </a:lnTo>
                  <a:lnTo>
                    <a:pt x="389" y="254"/>
                  </a:lnTo>
                  <a:lnTo>
                    <a:pt x="314" y="314"/>
                  </a:lnTo>
                  <a:lnTo>
                    <a:pt x="240" y="389"/>
                  </a:lnTo>
                  <a:lnTo>
                    <a:pt x="180" y="478"/>
                  </a:lnTo>
                  <a:lnTo>
                    <a:pt x="120" y="568"/>
                  </a:lnTo>
                  <a:lnTo>
                    <a:pt x="75" y="657"/>
                  </a:lnTo>
                  <a:lnTo>
                    <a:pt x="45" y="762"/>
                  </a:lnTo>
                  <a:lnTo>
                    <a:pt x="16" y="867"/>
                  </a:lnTo>
                  <a:lnTo>
                    <a:pt x="1" y="971"/>
                  </a:lnTo>
                  <a:lnTo>
                    <a:pt x="1" y="1076"/>
                  </a:lnTo>
                  <a:lnTo>
                    <a:pt x="1" y="6962"/>
                  </a:lnTo>
                  <a:lnTo>
                    <a:pt x="1" y="7171"/>
                  </a:lnTo>
                  <a:lnTo>
                    <a:pt x="16" y="7380"/>
                  </a:lnTo>
                  <a:lnTo>
                    <a:pt x="45" y="7574"/>
                  </a:lnTo>
                  <a:lnTo>
                    <a:pt x="75" y="7769"/>
                  </a:lnTo>
                  <a:lnTo>
                    <a:pt x="120" y="7963"/>
                  </a:lnTo>
                  <a:lnTo>
                    <a:pt x="180" y="8157"/>
                  </a:lnTo>
                  <a:lnTo>
                    <a:pt x="240" y="8336"/>
                  </a:lnTo>
                  <a:lnTo>
                    <a:pt x="314" y="8516"/>
                  </a:lnTo>
                  <a:lnTo>
                    <a:pt x="389" y="8695"/>
                  </a:lnTo>
                  <a:lnTo>
                    <a:pt x="479" y="8874"/>
                  </a:lnTo>
                  <a:lnTo>
                    <a:pt x="568" y="9039"/>
                  </a:lnTo>
                  <a:lnTo>
                    <a:pt x="673" y="9203"/>
                  </a:lnTo>
                  <a:lnTo>
                    <a:pt x="792" y="9352"/>
                  </a:lnTo>
                  <a:lnTo>
                    <a:pt x="912" y="9517"/>
                  </a:lnTo>
                  <a:lnTo>
                    <a:pt x="1031" y="9651"/>
                  </a:lnTo>
                  <a:lnTo>
                    <a:pt x="1166" y="9800"/>
                  </a:lnTo>
                  <a:lnTo>
                    <a:pt x="1300" y="9920"/>
                  </a:lnTo>
                  <a:lnTo>
                    <a:pt x="1450" y="10054"/>
                  </a:lnTo>
                  <a:lnTo>
                    <a:pt x="1599" y="10174"/>
                  </a:lnTo>
                  <a:lnTo>
                    <a:pt x="1764" y="10279"/>
                  </a:lnTo>
                  <a:lnTo>
                    <a:pt x="1928" y="10383"/>
                  </a:lnTo>
                  <a:lnTo>
                    <a:pt x="2092" y="10488"/>
                  </a:lnTo>
                  <a:lnTo>
                    <a:pt x="2257" y="10577"/>
                  </a:lnTo>
                  <a:lnTo>
                    <a:pt x="2436" y="10652"/>
                  </a:lnTo>
                  <a:lnTo>
                    <a:pt x="2615" y="10727"/>
                  </a:lnTo>
                  <a:lnTo>
                    <a:pt x="2809" y="10786"/>
                  </a:lnTo>
                  <a:lnTo>
                    <a:pt x="2989" y="10846"/>
                  </a:lnTo>
                  <a:lnTo>
                    <a:pt x="3183" y="10891"/>
                  </a:lnTo>
                  <a:lnTo>
                    <a:pt x="3392" y="10921"/>
                  </a:lnTo>
                  <a:lnTo>
                    <a:pt x="3586" y="10951"/>
                  </a:lnTo>
                  <a:lnTo>
                    <a:pt x="3795" y="10966"/>
                  </a:lnTo>
                  <a:lnTo>
                    <a:pt x="28595" y="10966"/>
                  </a:lnTo>
                  <a:lnTo>
                    <a:pt x="28789" y="10951"/>
                  </a:lnTo>
                  <a:lnTo>
                    <a:pt x="28998" y="10921"/>
                  </a:lnTo>
                  <a:lnTo>
                    <a:pt x="29193" y="10891"/>
                  </a:lnTo>
                  <a:lnTo>
                    <a:pt x="29387" y="10846"/>
                  </a:lnTo>
                  <a:lnTo>
                    <a:pt x="29581" y="10786"/>
                  </a:lnTo>
                  <a:lnTo>
                    <a:pt x="29760" y="10727"/>
                  </a:lnTo>
                  <a:lnTo>
                    <a:pt x="29940" y="10652"/>
                  </a:lnTo>
                  <a:lnTo>
                    <a:pt x="30119" y="10577"/>
                  </a:lnTo>
                  <a:lnTo>
                    <a:pt x="30298" y="10488"/>
                  </a:lnTo>
                  <a:lnTo>
                    <a:pt x="30463" y="10383"/>
                  </a:lnTo>
                  <a:lnTo>
                    <a:pt x="30627" y="10279"/>
                  </a:lnTo>
                  <a:lnTo>
                    <a:pt x="30776" y="10174"/>
                  </a:lnTo>
                  <a:lnTo>
                    <a:pt x="30926" y="10054"/>
                  </a:lnTo>
                  <a:lnTo>
                    <a:pt x="31075" y="9920"/>
                  </a:lnTo>
                  <a:lnTo>
                    <a:pt x="31210" y="9800"/>
                  </a:lnTo>
                  <a:lnTo>
                    <a:pt x="31344" y="9651"/>
                  </a:lnTo>
                  <a:lnTo>
                    <a:pt x="31478" y="9517"/>
                  </a:lnTo>
                  <a:lnTo>
                    <a:pt x="31583" y="9352"/>
                  </a:lnTo>
                  <a:lnTo>
                    <a:pt x="31703" y="9203"/>
                  </a:lnTo>
                  <a:lnTo>
                    <a:pt x="31807" y="9039"/>
                  </a:lnTo>
                  <a:lnTo>
                    <a:pt x="31897" y="8874"/>
                  </a:lnTo>
                  <a:lnTo>
                    <a:pt x="31986" y="8695"/>
                  </a:lnTo>
                  <a:lnTo>
                    <a:pt x="32076" y="8516"/>
                  </a:lnTo>
                  <a:lnTo>
                    <a:pt x="32136" y="8336"/>
                  </a:lnTo>
                  <a:lnTo>
                    <a:pt x="32210" y="8157"/>
                  </a:lnTo>
                  <a:lnTo>
                    <a:pt x="32255" y="7963"/>
                  </a:lnTo>
                  <a:lnTo>
                    <a:pt x="32300" y="7769"/>
                  </a:lnTo>
                  <a:lnTo>
                    <a:pt x="32345" y="7574"/>
                  </a:lnTo>
                  <a:lnTo>
                    <a:pt x="32360" y="7380"/>
                  </a:lnTo>
                  <a:lnTo>
                    <a:pt x="32375" y="7171"/>
                  </a:lnTo>
                  <a:lnTo>
                    <a:pt x="32390" y="6962"/>
                  </a:lnTo>
                  <a:lnTo>
                    <a:pt x="32390" y="1076"/>
                  </a:lnTo>
                  <a:lnTo>
                    <a:pt x="32375" y="971"/>
                  </a:lnTo>
                  <a:lnTo>
                    <a:pt x="32360" y="867"/>
                  </a:lnTo>
                  <a:lnTo>
                    <a:pt x="32330" y="762"/>
                  </a:lnTo>
                  <a:lnTo>
                    <a:pt x="32300" y="657"/>
                  </a:lnTo>
                  <a:lnTo>
                    <a:pt x="32255" y="568"/>
                  </a:lnTo>
                  <a:lnTo>
                    <a:pt x="32196" y="478"/>
                  </a:lnTo>
                  <a:lnTo>
                    <a:pt x="32136" y="389"/>
                  </a:lnTo>
                  <a:lnTo>
                    <a:pt x="32076" y="314"/>
                  </a:lnTo>
                  <a:lnTo>
                    <a:pt x="31986" y="254"/>
                  </a:lnTo>
                  <a:lnTo>
                    <a:pt x="31912" y="179"/>
                  </a:lnTo>
                  <a:lnTo>
                    <a:pt x="31822" y="135"/>
                  </a:lnTo>
                  <a:lnTo>
                    <a:pt x="31732" y="90"/>
                  </a:lnTo>
                  <a:lnTo>
                    <a:pt x="31628" y="45"/>
                  </a:lnTo>
                  <a:lnTo>
                    <a:pt x="31523" y="30"/>
                  </a:lnTo>
                  <a:lnTo>
                    <a:pt x="31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3"/>
            <p:cNvSpPr/>
            <p:nvPr/>
          </p:nvSpPr>
          <p:spPr>
            <a:xfrm>
              <a:off x="4543361" y="3615019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1"/>
                  </a:moveTo>
                  <a:lnTo>
                    <a:pt x="494" y="16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6" y="374"/>
                  </a:lnTo>
                  <a:lnTo>
                    <a:pt x="16" y="479"/>
                  </a:lnTo>
                  <a:lnTo>
                    <a:pt x="1" y="613"/>
                  </a:lnTo>
                  <a:lnTo>
                    <a:pt x="16" y="733"/>
                  </a:lnTo>
                  <a:lnTo>
                    <a:pt x="46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70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613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52" y="45"/>
                  </a:lnTo>
                  <a:lnTo>
                    <a:pt x="733" y="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3"/>
            <p:cNvSpPr/>
            <p:nvPr/>
          </p:nvSpPr>
          <p:spPr>
            <a:xfrm>
              <a:off x="3751415" y="3604362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78" y="0"/>
                  </a:moveTo>
                  <a:lnTo>
                    <a:pt x="374" y="45"/>
                  </a:lnTo>
                  <a:lnTo>
                    <a:pt x="269" y="90"/>
                  </a:lnTo>
                  <a:lnTo>
                    <a:pt x="180" y="165"/>
                  </a:lnTo>
                  <a:lnTo>
                    <a:pt x="105" y="254"/>
                  </a:lnTo>
                  <a:lnTo>
                    <a:pt x="45" y="359"/>
                  </a:lnTo>
                  <a:lnTo>
                    <a:pt x="15" y="478"/>
                  </a:lnTo>
                  <a:lnTo>
                    <a:pt x="0" y="598"/>
                  </a:lnTo>
                  <a:lnTo>
                    <a:pt x="15" y="717"/>
                  </a:lnTo>
                  <a:lnTo>
                    <a:pt x="45" y="837"/>
                  </a:lnTo>
                  <a:lnTo>
                    <a:pt x="105" y="941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74" y="1151"/>
                  </a:lnTo>
                  <a:lnTo>
                    <a:pt x="478" y="1195"/>
                  </a:lnTo>
                  <a:lnTo>
                    <a:pt x="613" y="1210"/>
                  </a:lnTo>
                  <a:lnTo>
                    <a:pt x="732" y="1195"/>
                  </a:lnTo>
                  <a:lnTo>
                    <a:pt x="837" y="1151"/>
                  </a:lnTo>
                  <a:lnTo>
                    <a:pt x="941" y="1106"/>
                  </a:lnTo>
                  <a:lnTo>
                    <a:pt x="1031" y="1031"/>
                  </a:lnTo>
                  <a:lnTo>
                    <a:pt x="1106" y="941"/>
                  </a:lnTo>
                  <a:lnTo>
                    <a:pt x="1166" y="837"/>
                  </a:lnTo>
                  <a:lnTo>
                    <a:pt x="1195" y="717"/>
                  </a:lnTo>
                  <a:lnTo>
                    <a:pt x="1210" y="598"/>
                  </a:lnTo>
                  <a:lnTo>
                    <a:pt x="1195" y="478"/>
                  </a:lnTo>
                  <a:lnTo>
                    <a:pt x="1166" y="359"/>
                  </a:lnTo>
                  <a:lnTo>
                    <a:pt x="1106" y="254"/>
                  </a:lnTo>
                  <a:lnTo>
                    <a:pt x="1031" y="165"/>
                  </a:lnTo>
                  <a:lnTo>
                    <a:pt x="941" y="90"/>
                  </a:lnTo>
                  <a:lnTo>
                    <a:pt x="837" y="45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3"/>
            <p:cNvSpPr/>
            <p:nvPr/>
          </p:nvSpPr>
          <p:spPr>
            <a:xfrm>
              <a:off x="3714472" y="3728263"/>
              <a:ext cx="889672" cy="150632"/>
            </a:xfrm>
            <a:custGeom>
              <a:avLst/>
              <a:gdLst/>
              <a:ahLst/>
              <a:cxnLst/>
              <a:rect l="l" t="t" r="r" b="b"/>
              <a:pathLst>
                <a:path w="32390" h="5484" extrusionOk="0">
                  <a:moveTo>
                    <a:pt x="1" y="1"/>
                  </a:moveTo>
                  <a:lnTo>
                    <a:pt x="1" y="1480"/>
                  </a:lnTo>
                  <a:lnTo>
                    <a:pt x="1" y="1689"/>
                  </a:lnTo>
                  <a:lnTo>
                    <a:pt x="16" y="1898"/>
                  </a:lnTo>
                  <a:lnTo>
                    <a:pt x="45" y="2092"/>
                  </a:lnTo>
                  <a:lnTo>
                    <a:pt x="75" y="2287"/>
                  </a:lnTo>
                  <a:lnTo>
                    <a:pt x="120" y="2481"/>
                  </a:lnTo>
                  <a:lnTo>
                    <a:pt x="180" y="2675"/>
                  </a:lnTo>
                  <a:lnTo>
                    <a:pt x="240" y="2854"/>
                  </a:lnTo>
                  <a:lnTo>
                    <a:pt x="314" y="3034"/>
                  </a:lnTo>
                  <a:lnTo>
                    <a:pt x="389" y="3213"/>
                  </a:lnTo>
                  <a:lnTo>
                    <a:pt x="479" y="3392"/>
                  </a:lnTo>
                  <a:lnTo>
                    <a:pt x="568" y="3557"/>
                  </a:lnTo>
                  <a:lnTo>
                    <a:pt x="673" y="3721"/>
                  </a:lnTo>
                  <a:lnTo>
                    <a:pt x="792" y="3870"/>
                  </a:lnTo>
                  <a:lnTo>
                    <a:pt x="912" y="4035"/>
                  </a:lnTo>
                  <a:lnTo>
                    <a:pt x="1031" y="4169"/>
                  </a:lnTo>
                  <a:lnTo>
                    <a:pt x="1166" y="4318"/>
                  </a:lnTo>
                  <a:lnTo>
                    <a:pt x="1300" y="4438"/>
                  </a:lnTo>
                  <a:lnTo>
                    <a:pt x="1450" y="4572"/>
                  </a:lnTo>
                  <a:lnTo>
                    <a:pt x="1599" y="4692"/>
                  </a:lnTo>
                  <a:lnTo>
                    <a:pt x="1764" y="4797"/>
                  </a:lnTo>
                  <a:lnTo>
                    <a:pt x="1928" y="4901"/>
                  </a:lnTo>
                  <a:lnTo>
                    <a:pt x="2092" y="5006"/>
                  </a:lnTo>
                  <a:lnTo>
                    <a:pt x="2257" y="5095"/>
                  </a:lnTo>
                  <a:lnTo>
                    <a:pt x="2436" y="5170"/>
                  </a:lnTo>
                  <a:lnTo>
                    <a:pt x="2615" y="5245"/>
                  </a:lnTo>
                  <a:lnTo>
                    <a:pt x="2809" y="5304"/>
                  </a:lnTo>
                  <a:lnTo>
                    <a:pt x="2989" y="5364"/>
                  </a:lnTo>
                  <a:lnTo>
                    <a:pt x="3183" y="5409"/>
                  </a:lnTo>
                  <a:lnTo>
                    <a:pt x="3392" y="5439"/>
                  </a:lnTo>
                  <a:lnTo>
                    <a:pt x="3586" y="5469"/>
                  </a:lnTo>
                  <a:lnTo>
                    <a:pt x="3795" y="5484"/>
                  </a:lnTo>
                  <a:lnTo>
                    <a:pt x="28595" y="5484"/>
                  </a:lnTo>
                  <a:lnTo>
                    <a:pt x="28789" y="5469"/>
                  </a:lnTo>
                  <a:lnTo>
                    <a:pt x="28998" y="5439"/>
                  </a:lnTo>
                  <a:lnTo>
                    <a:pt x="29193" y="5409"/>
                  </a:lnTo>
                  <a:lnTo>
                    <a:pt x="29387" y="5364"/>
                  </a:lnTo>
                  <a:lnTo>
                    <a:pt x="29581" y="5304"/>
                  </a:lnTo>
                  <a:lnTo>
                    <a:pt x="29760" y="5245"/>
                  </a:lnTo>
                  <a:lnTo>
                    <a:pt x="29940" y="5170"/>
                  </a:lnTo>
                  <a:lnTo>
                    <a:pt x="30119" y="5095"/>
                  </a:lnTo>
                  <a:lnTo>
                    <a:pt x="30298" y="5006"/>
                  </a:lnTo>
                  <a:lnTo>
                    <a:pt x="30463" y="4901"/>
                  </a:lnTo>
                  <a:lnTo>
                    <a:pt x="30627" y="4797"/>
                  </a:lnTo>
                  <a:lnTo>
                    <a:pt x="30776" y="4692"/>
                  </a:lnTo>
                  <a:lnTo>
                    <a:pt x="30926" y="4572"/>
                  </a:lnTo>
                  <a:lnTo>
                    <a:pt x="31075" y="4438"/>
                  </a:lnTo>
                  <a:lnTo>
                    <a:pt x="31210" y="4318"/>
                  </a:lnTo>
                  <a:lnTo>
                    <a:pt x="31344" y="4169"/>
                  </a:lnTo>
                  <a:lnTo>
                    <a:pt x="31478" y="4035"/>
                  </a:lnTo>
                  <a:lnTo>
                    <a:pt x="31583" y="3870"/>
                  </a:lnTo>
                  <a:lnTo>
                    <a:pt x="31703" y="3721"/>
                  </a:lnTo>
                  <a:lnTo>
                    <a:pt x="31807" y="3557"/>
                  </a:lnTo>
                  <a:lnTo>
                    <a:pt x="31897" y="3392"/>
                  </a:lnTo>
                  <a:lnTo>
                    <a:pt x="31986" y="3213"/>
                  </a:lnTo>
                  <a:lnTo>
                    <a:pt x="32076" y="3034"/>
                  </a:lnTo>
                  <a:lnTo>
                    <a:pt x="32136" y="2854"/>
                  </a:lnTo>
                  <a:lnTo>
                    <a:pt x="32210" y="2675"/>
                  </a:lnTo>
                  <a:lnTo>
                    <a:pt x="32255" y="2481"/>
                  </a:lnTo>
                  <a:lnTo>
                    <a:pt x="32300" y="2287"/>
                  </a:lnTo>
                  <a:lnTo>
                    <a:pt x="32345" y="2092"/>
                  </a:lnTo>
                  <a:lnTo>
                    <a:pt x="32360" y="1898"/>
                  </a:lnTo>
                  <a:lnTo>
                    <a:pt x="32375" y="1689"/>
                  </a:lnTo>
                  <a:lnTo>
                    <a:pt x="32390" y="1480"/>
                  </a:lnTo>
                  <a:lnTo>
                    <a:pt x="3239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3"/>
            <p:cNvSpPr/>
            <p:nvPr/>
          </p:nvSpPr>
          <p:spPr>
            <a:xfrm>
              <a:off x="4641445" y="1540769"/>
              <a:ext cx="281102" cy="280690"/>
            </a:xfrm>
            <a:custGeom>
              <a:avLst/>
              <a:gdLst/>
              <a:ahLst/>
              <a:cxnLst/>
              <a:rect l="l" t="t" r="r" b="b"/>
              <a:pathLst>
                <a:path w="10234" h="10219" extrusionOk="0">
                  <a:moveTo>
                    <a:pt x="9950" y="0"/>
                  </a:moveTo>
                  <a:lnTo>
                    <a:pt x="9905" y="15"/>
                  </a:lnTo>
                  <a:lnTo>
                    <a:pt x="9860" y="45"/>
                  </a:lnTo>
                  <a:lnTo>
                    <a:pt x="9816" y="75"/>
                  </a:lnTo>
                  <a:lnTo>
                    <a:pt x="75" y="9816"/>
                  </a:lnTo>
                  <a:lnTo>
                    <a:pt x="45" y="9860"/>
                  </a:lnTo>
                  <a:lnTo>
                    <a:pt x="30" y="9890"/>
                  </a:lnTo>
                  <a:lnTo>
                    <a:pt x="15" y="9935"/>
                  </a:lnTo>
                  <a:lnTo>
                    <a:pt x="0" y="9980"/>
                  </a:lnTo>
                  <a:lnTo>
                    <a:pt x="15" y="10025"/>
                  </a:lnTo>
                  <a:lnTo>
                    <a:pt x="30" y="10070"/>
                  </a:lnTo>
                  <a:lnTo>
                    <a:pt x="45" y="10114"/>
                  </a:lnTo>
                  <a:lnTo>
                    <a:pt x="75" y="10159"/>
                  </a:lnTo>
                  <a:lnTo>
                    <a:pt x="120" y="10189"/>
                  </a:lnTo>
                  <a:lnTo>
                    <a:pt x="150" y="10204"/>
                  </a:lnTo>
                  <a:lnTo>
                    <a:pt x="194" y="10219"/>
                  </a:lnTo>
                  <a:lnTo>
                    <a:pt x="299" y="10219"/>
                  </a:lnTo>
                  <a:lnTo>
                    <a:pt x="344" y="10204"/>
                  </a:lnTo>
                  <a:lnTo>
                    <a:pt x="374" y="10189"/>
                  </a:lnTo>
                  <a:lnTo>
                    <a:pt x="419" y="10159"/>
                  </a:lnTo>
                  <a:lnTo>
                    <a:pt x="10159" y="419"/>
                  </a:lnTo>
                  <a:lnTo>
                    <a:pt x="10189" y="374"/>
                  </a:lnTo>
                  <a:lnTo>
                    <a:pt x="10219" y="329"/>
                  </a:lnTo>
                  <a:lnTo>
                    <a:pt x="10219" y="284"/>
                  </a:lnTo>
                  <a:lnTo>
                    <a:pt x="10234" y="239"/>
                  </a:lnTo>
                  <a:lnTo>
                    <a:pt x="10219" y="195"/>
                  </a:lnTo>
                  <a:lnTo>
                    <a:pt x="10219" y="150"/>
                  </a:lnTo>
                  <a:lnTo>
                    <a:pt x="10189" y="105"/>
                  </a:lnTo>
                  <a:lnTo>
                    <a:pt x="10159" y="75"/>
                  </a:lnTo>
                  <a:lnTo>
                    <a:pt x="10114" y="45"/>
                  </a:lnTo>
                  <a:lnTo>
                    <a:pt x="10084" y="15"/>
                  </a:lnTo>
                  <a:lnTo>
                    <a:pt x="1004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3"/>
            <p:cNvSpPr/>
            <p:nvPr/>
          </p:nvSpPr>
          <p:spPr>
            <a:xfrm>
              <a:off x="4737056" y="1672060"/>
              <a:ext cx="51309" cy="51749"/>
            </a:xfrm>
            <a:custGeom>
              <a:avLst/>
              <a:gdLst/>
              <a:ahLst/>
              <a:cxnLst/>
              <a:rect l="l" t="t" r="r" b="b"/>
              <a:pathLst>
                <a:path w="1868" h="1884" extrusionOk="0">
                  <a:moveTo>
                    <a:pt x="837" y="1"/>
                  </a:moveTo>
                  <a:lnTo>
                    <a:pt x="747" y="16"/>
                  </a:lnTo>
                  <a:lnTo>
                    <a:pt x="658" y="46"/>
                  </a:lnTo>
                  <a:lnTo>
                    <a:pt x="568" y="76"/>
                  </a:lnTo>
                  <a:lnTo>
                    <a:pt x="404" y="165"/>
                  </a:lnTo>
                  <a:lnTo>
                    <a:pt x="269" y="285"/>
                  </a:lnTo>
                  <a:lnTo>
                    <a:pt x="150" y="419"/>
                  </a:lnTo>
                  <a:lnTo>
                    <a:pt x="75" y="569"/>
                  </a:lnTo>
                  <a:lnTo>
                    <a:pt x="45" y="658"/>
                  </a:lnTo>
                  <a:lnTo>
                    <a:pt x="15" y="748"/>
                  </a:lnTo>
                  <a:lnTo>
                    <a:pt x="0" y="838"/>
                  </a:lnTo>
                  <a:lnTo>
                    <a:pt x="0" y="942"/>
                  </a:lnTo>
                  <a:lnTo>
                    <a:pt x="0" y="1032"/>
                  </a:lnTo>
                  <a:lnTo>
                    <a:pt x="15" y="1136"/>
                  </a:lnTo>
                  <a:lnTo>
                    <a:pt x="45" y="1226"/>
                  </a:lnTo>
                  <a:lnTo>
                    <a:pt x="75" y="1301"/>
                  </a:lnTo>
                  <a:lnTo>
                    <a:pt x="150" y="1465"/>
                  </a:lnTo>
                  <a:lnTo>
                    <a:pt x="269" y="1599"/>
                  </a:lnTo>
                  <a:lnTo>
                    <a:pt x="404" y="1719"/>
                  </a:lnTo>
                  <a:lnTo>
                    <a:pt x="568" y="1809"/>
                  </a:lnTo>
                  <a:lnTo>
                    <a:pt x="658" y="1839"/>
                  </a:lnTo>
                  <a:lnTo>
                    <a:pt x="747" y="1853"/>
                  </a:lnTo>
                  <a:lnTo>
                    <a:pt x="837" y="1868"/>
                  </a:lnTo>
                  <a:lnTo>
                    <a:pt x="926" y="1883"/>
                  </a:lnTo>
                  <a:lnTo>
                    <a:pt x="1031" y="1868"/>
                  </a:lnTo>
                  <a:lnTo>
                    <a:pt x="1121" y="1853"/>
                  </a:lnTo>
                  <a:lnTo>
                    <a:pt x="1210" y="1839"/>
                  </a:lnTo>
                  <a:lnTo>
                    <a:pt x="1300" y="1809"/>
                  </a:lnTo>
                  <a:lnTo>
                    <a:pt x="1464" y="1719"/>
                  </a:lnTo>
                  <a:lnTo>
                    <a:pt x="1599" y="1599"/>
                  </a:lnTo>
                  <a:lnTo>
                    <a:pt x="1718" y="1465"/>
                  </a:lnTo>
                  <a:lnTo>
                    <a:pt x="1793" y="1301"/>
                  </a:lnTo>
                  <a:lnTo>
                    <a:pt x="1823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68" y="942"/>
                  </a:lnTo>
                  <a:lnTo>
                    <a:pt x="1868" y="838"/>
                  </a:lnTo>
                  <a:lnTo>
                    <a:pt x="1853" y="748"/>
                  </a:lnTo>
                  <a:lnTo>
                    <a:pt x="1823" y="658"/>
                  </a:lnTo>
                  <a:lnTo>
                    <a:pt x="1793" y="569"/>
                  </a:lnTo>
                  <a:lnTo>
                    <a:pt x="1718" y="419"/>
                  </a:lnTo>
                  <a:lnTo>
                    <a:pt x="1599" y="285"/>
                  </a:lnTo>
                  <a:lnTo>
                    <a:pt x="1464" y="165"/>
                  </a:lnTo>
                  <a:lnTo>
                    <a:pt x="1300" y="76"/>
                  </a:lnTo>
                  <a:lnTo>
                    <a:pt x="1210" y="46"/>
                  </a:lnTo>
                  <a:lnTo>
                    <a:pt x="1121" y="16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3"/>
            <p:cNvSpPr/>
            <p:nvPr/>
          </p:nvSpPr>
          <p:spPr>
            <a:xfrm>
              <a:off x="4782184" y="1340511"/>
              <a:ext cx="311481" cy="311481"/>
            </a:xfrm>
            <a:custGeom>
              <a:avLst/>
              <a:gdLst/>
              <a:ahLst/>
              <a:cxnLst/>
              <a:rect l="l" t="t" r="r" b="b"/>
              <a:pathLst>
                <a:path w="11340" h="11340" extrusionOk="0">
                  <a:moveTo>
                    <a:pt x="5379" y="1"/>
                  </a:moveTo>
                  <a:lnTo>
                    <a:pt x="5080" y="16"/>
                  </a:lnTo>
                  <a:lnTo>
                    <a:pt x="4796" y="61"/>
                  </a:lnTo>
                  <a:lnTo>
                    <a:pt x="4527" y="105"/>
                  </a:lnTo>
                  <a:lnTo>
                    <a:pt x="4243" y="165"/>
                  </a:lnTo>
                  <a:lnTo>
                    <a:pt x="3974" y="255"/>
                  </a:lnTo>
                  <a:lnTo>
                    <a:pt x="3721" y="344"/>
                  </a:lnTo>
                  <a:lnTo>
                    <a:pt x="3452" y="434"/>
                  </a:lnTo>
                  <a:lnTo>
                    <a:pt x="3213" y="554"/>
                  </a:lnTo>
                  <a:lnTo>
                    <a:pt x="2959" y="673"/>
                  </a:lnTo>
                  <a:lnTo>
                    <a:pt x="2720" y="808"/>
                  </a:lnTo>
                  <a:lnTo>
                    <a:pt x="2495" y="957"/>
                  </a:lnTo>
                  <a:lnTo>
                    <a:pt x="2271" y="1121"/>
                  </a:lnTo>
                  <a:lnTo>
                    <a:pt x="2062" y="1286"/>
                  </a:lnTo>
                  <a:lnTo>
                    <a:pt x="1853" y="1465"/>
                  </a:lnTo>
                  <a:lnTo>
                    <a:pt x="1659" y="1659"/>
                  </a:lnTo>
                  <a:lnTo>
                    <a:pt x="1465" y="1853"/>
                  </a:lnTo>
                  <a:lnTo>
                    <a:pt x="1285" y="2062"/>
                  </a:lnTo>
                  <a:lnTo>
                    <a:pt x="1121" y="2272"/>
                  </a:lnTo>
                  <a:lnTo>
                    <a:pt x="957" y="2496"/>
                  </a:lnTo>
                  <a:lnTo>
                    <a:pt x="822" y="2720"/>
                  </a:lnTo>
                  <a:lnTo>
                    <a:pt x="673" y="2959"/>
                  </a:lnTo>
                  <a:lnTo>
                    <a:pt x="553" y="3213"/>
                  </a:lnTo>
                  <a:lnTo>
                    <a:pt x="434" y="3452"/>
                  </a:lnTo>
                  <a:lnTo>
                    <a:pt x="344" y="3721"/>
                  </a:lnTo>
                  <a:lnTo>
                    <a:pt x="255" y="3975"/>
                  </a:lnTo>
                  <a:lnTo>
                    <a:pt x="180" y="4244"/>
                  </a:lnTo>
                  <a:lnTo>
                    <a:pt x="105" y="4527"/>
                  </a:lnTo>
                  <a:lnTo>
                    <a:pt x="60" y="4796"/>
                  </a:lnTo>
                  <a:lnTo>
                    <a:pt x="30" y="5080"/>
                  </a:lnTo>
                  <a:lnTo>
                    <a:pt x="1" y="5379"/>
                  </a:lnTo>
                  <a:lnTo>
                    <a:pt x="1" y="5663"/>
                  </a:lnTo>
                  <a:lnTo>
                    <a:pt x="1" y="5962"/>
                  </a:lnTo>
                  <a:lnTo>
                    <a:pt x="30" y="6246"/>
                  </a:lnTo>
                  <a:lnTo>
                    <a:pt x="60" y="6529"/>
                  </a:lnTo>
                  <a:lnTo>
                    <a:pt x="105" y="6813"/>
                  </a:lnTo>
                  <a:lnTo>
                    <a:pt x="180" y="7082"/>
                  </a:lnTo>
                  <a:lnTo>
                    <a:pt x="255" y="7351"/>
                  </a:lnTo>
                  <a:lnTo>
                    <a:pt x="344" y="7620"/>
                  </a:lnTo>
                  <a:lnTo>
                    <a:pt x="434" y="7874"/>
                  </a:lnTo>
                  <a:lnTo>
                    <a:pt x="553" y="8128"/>
                  </a:lnTo>
                  <a:lnTo>
                    <a:pt x="673" y="8367"/>
                  </a:lnTo>
                  <a:lnTo>
                    <a:pt x="822" y="8606"/>
                  </a:lnTo>
                  <a:lnTo>
                    <a:pt x="957" y="8830"/>
                  </a:lnTo>
                  <a:lnTo>
                    <a:pt x="1121" y="9054"/>
                  </a:lnTo>
                  <a:lnTo>
                    <a:pt x="1285" y="9278"/>
                  </a:lnTo>
                  <a:lnTo>
                    <a:pt x="1465" y="9472"/>
                  </a:lnTo>
                  <a:lnTo>
                    <a:pt x="1659" y="9682"/>
                  </a:lnTo>
                  <a:lnTo>
                    <a:pt x="1853" y="9861"/>
                  </a:lnTo>
                  <a:lnTo>
                    <a:pt x="2062" y="10040"/>
                  </a:lnTo>
                  <a:lnTo>
                    <a:pt x="2271" y="10205"/>
                  </a:lnTo>
                  <a:lnTo>
                    <a:pt x="2495" y="10369"/>
                  </a:lnTo>
                  <a:lnTo>
                    <a:pt x="2720" y="10518"/>
                  </a:lnTo>
                  <a:lnTo>
                    <a:pt x="2959" y="10653"/>
                  </a:lnTo>
                  <a:lnTo>
                    <a:pt x="3213" y="10772"/>
                  </a:lnTo>
                  <a:lnTo>
                    <a:pt x="3452" y="10892"/>
                  </a:lnTo>
                  <a:lnTo>
                    <a:pt x="3721" y="10996"/>
                  </a:lnTo>
                  <a:lnTo>
                    <a:pt x="3974" y="11086"/>
                  </a:lnTo>
                  <a:lnTo>
                    <a:pt x="4243" y="11161"/>
                  </a:lnTo>
                  <a:lnTo>
                    <a:pt x="4527" y="11220"/>
                  </a:lnTo>
                  <a:lnTo>
                    <a:pt x="4796" y="11280"/>
                  </a:lnTo>
                  <a:lnTo>
                    <a:pt x="5080" y="11310"/>
                  </a:lnTo>
                  <a:lnTo>
                    <a:pt x="5379" y="11325"/>
                  </a:lnTo>
                  <a:lnTo>
                    <a:pt x="5663" y="11340"/>
                  </a:lnTo>
                  <a:lnTo>
                    <a:pt x="5961" y="11325"/>
                  </a:lnTo>
                  <a:lnTo>
                    <a:pt x="6245" y="11310"/>
                  </a:lnTo>
                  <a:lnTo>
                    <a:pt x="6529" y="11280"/>
                  </a:lnTo>
                  <a:lnTo>
                    <a:pt x="6813" y="11220"/>
                  </a:lnTo>
                  <a:lnTo>
                    <a:pt x="7082" y="11161"/>
                  </a:lnTo>
                  <a:lnTo>
                    <a:pt x="7351" y="11086"/>
                  </a:lnTo>
                  <a:lnTo>
                    <a:pt x="7620" y="10996"/>
                  </a:lnTo>
                  <a:lnTo>
                    <a:pt x="7874" y="10892"/>
                  </a:lnTo>
                  <a:lnTo>
                    <a:pt x="8128" y="10772"/>
                  </a:lnTo>
                  <a:lnTo>
                    <a:pt x="8367" y="10653"/>
                  </a:lnTo>
                  <a:lnTo>
                    <a:pt x="8606" y="10518"/>
                  </a:lnTo>
                  <a:lnTo>
                    <a:pt x="8845" y="10369"/>
                  </a:lnTo>
                  <a:lnTo>
                    <a:pt x="9054" y="10205"/>
                  </a:lnTo>
                  <a:lnTo>
                    <a:pt x="9278" y="10040"/>
                  </a:lnTo>
                  <a:lnTo>
                    <a:pt x="9487" y="9861"/>
                  </a:lnTo>
                  <a:lnTo>
                    <a:pt x="9681" y="9682"/>
                  </a:lnTo>
                  <a:lnTo>
                    <a:pt x="9861" y="9472"/>
                  </a:lnTo>
                  <a:lnTo>
                    <a:pt x="10040" y="9278"/>
                  </a:lnTo>
                  <a:lnTo>
                    <a:pt x="10204" y="9054"/>
                  </a:lnTo>
                  <a:lnTo>
                    <a:pt x="10369" y="8830"/>
                  </a:lnTo>
                  <a:lnTo>
                    <a:pt x="10518" y="8606"/>
                  </a:lnTo>
                  <a:lnTo>
                    <a:pt x="10652" y="8367"/>
                  </a:lnTo>
                  <a:lnTo>
                    <a:pt x="10772" y="8128"/>
                  </a:lnTo>
                  <a:lnTo>
                    <a:pt x="10892" y="7874"/>
                  </a:lnTo>
                  <a:lnTo>
                    <a:pt x="10996" y="7620"/>
                  </a:lnTo>
                  <a:lnTo>
                    <a:pt x="11086" y="7351"/>
                  </a:lnTo>
                  <a:lnTo>
                    <a:pt x="11160" y="7082"/>
                  </a:lnTo>
                  <a:lnTo>
                    <a:pt x="11220" y="6813"/>
                  </a:lnTo>
                  <a:lnTo>
                    <a:pt x="11280" y="6529"/>
                  </a:lnTo>
                  <a:lnTo>
                    <a:pt x="11310" y="6246"/>
                  </a:lnTo>
                  <a:lnTo>
                    <a:pt x="11325" y="5962"/>
                  </a:lnTo>
                  <a:lnTo>
                    <a:pt x="11340" y="5663"/>
                  </a:lnTo>
                  <a:lnTo>
                    <a:pt x="11325" y="5379"/>
                  </a:lnTo>
                  <a:lnTo>
                    <a:pt x="11310" y="5080"/>
                  </a:lnTo>
                  <a:lnTo>
                    <a:pt x="11280" y="4796"/>
                  </a:lnTo>
                  <a:lnTo>
                    <a:pt x="11220" y="4527"/>
                  </a:lnTo>
                  <a:lnTo>
                    <a:pt x="11160" y="4244"/>
                  </a:lnTo>
                  <a:lnTo>
                    <a:pt x="11086" y="3975"/>
                  </a:lnTo>
                  <a:lnTo>
                    <a:pt x="10996" y="3721"/>
                  </a:lnTo>
                  <a:lnTo>
                    <a:pt x="10892" y="3452"/>
                  </a:lnTo>
                  <a:lnTo>
                    <a:pt x="10772" y="3213"/>
                  </a:lnTo>
                  <a:lnTo>
                    <a:pt x="10652" y="2959"/>
                  </a:lnTo>
                  <a:lnTo>
                    <a:pt x="10518" y="2720"/>
                  </a:lnTo>
                  <a:lnTo>
                    <a:pt x="10369" y="2496"/>
                  </a:lnTo>
                  <a:lnTo>
                    <a:pt x="10204" y="2272"/>
                  </a:lnTo>
                  <a:lnTo>
                    <a:pt x="10040" y="2062"/>
                  </a:lnTo>
                  <a:lnTo>
                    <a:pt x="9861" y="1853"/>
                  </a:lnTo>
                  <a:lnTo>
                    <a:pt x="9681" y="1659"/>
                  </a:lnTo>
                  <a:lnTo>
                    <a:pt x="9487" y="1465"/>
                  </a:lnTo>
                  <a:lnTo>
                    <a:pt x="9278" y="1286"/>
                  </a:lnTo>
                  <a:lnTo>
                    <a:pt x="9054" y="1121"/>
                  </a:lnTo>
                  <a:lnTo>
                    <a:pt x="8845" y="957"/>
                  </a:lnTo>
                  <a:lnTo>
                    <a:pt x="8606" y="808"/>
                  </a:lnTo>
                  <a:lnTo>
                    <a:pt x="8367" y="673"/>
                  </a:lnTo>
                  <a:lnTo>
                    <a:pt x="8128" y="554"/>
                  </a:lnTo>
                  <a:lnTo>
                    <a:pt x="7874" y="434"/>
                  </a:lnTo>
                  <a:lnTo>
                    <a:pt x="7620" y="344"/>
                  </a:lnTo>
                  <a:lnTo>
                    <a:pt x="7351" y="255"/>
                  </a:lnTo>
                  <a:lnTo>
                    <a:pt x="7082" y="165"/>
                  </a:lnTo>
                  <a:lnTo>
                    <a:pt x="6813" y="105"/>
                  </a:lnTo>
                  <a:lnTo>
                    <a:pt x="6529" y="61"/>
                  </a:lnTo>
                  <a:lnTo>
                    <a:pt x="6245" y="16"/>
                  </a:lnTo>
                  <a:lnTo>
                    <a:pt x="59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3"/>
            <p:cNvSpPr/>
            <p:nvPr/>
          </p:nvSpPr>
          <p:spPr>
            <a:xfrm>
              <a:off x="4883124" y="1397971"/>
              <a:ext cx="114512" cy="196585"/>
            </a:xfrm>
            <a:custGeom>
              <a:avLst/>
              <a:gdLst/>
              <a:ahLst/>
              <a:cxnLst/>
              <a:rect l="l" t="t" r="r" b="b"/>
              <a:pathLst>
                <a:path w="4169" h="7157" extrusionOk="0">
                  <a:moveTo>
                    <a:pt x="942" y="329"/>
                  </a:moveTo>
                  <a:lnTo>
                    <a:pt x="1076" y="374"/>
                  </a:lnTo>
                  <a:lnTo>
                    <a:pt x="1211" y="434"/>
                  </a:lnTo>
                  <a:lnTo>
                    <a:pt x="1360" y="508"/>
                  </a:lnTo>
                  <a:lnTo>
                    <a:pt x="1525" y="628"/>
                  </a:lnTo>
                  <a:lnTo>
                    <a:pt x="1689" y="762"/>
                  </a:lnTo>
                  <a:lnTo>
                    <a:pt x="1853" y="942"/>
                  </a:lnTo>
                  <a:lnTo>
                    <a:pt x="2032" y="1121"/>
                  </a:lnTo>
                  <a:lnTo>
                    <a:pt x="2197" y="1345"/>
                  </a:lnTo>
                  <a:lnTo>
                    <a:pt x="2376" y="1584"/>
                  </a:lnTo>
                  <a:lnTo>
                    <a:pt x="2540" y="1838"/>
                  </a:lnTo>
                  <a:lnTo>
                    <a:pt x="2720" y="2122"/>
                  </a:lnTo>
                  <a:lnTo>
                    <a:pt x="2884" y="2421"/>
                  </a:lnTo>
                  <a:lnTo>
                    <a:pt x="3048" y="2749"/>
                  </a:lnTo>
                  <a:lnTo>
                    <a:pt x="3198" y="3093"/>
                  </a:lnTo>
                  <a:lnTo>
                    <a:pt x="3347" y="3451"/>
                  </a:lnTo>
                  <a:lnTo>
                    <a:pt x="3467" y="3795"/>
                  </a:lnTo>
                  <a:lnTo>
                    <a:pt x="3571" y="4124"/>
                  </a:lnTo>
                  <a:lnTo>
                    <a:pt x="3661" y="4437"/>
                  </a:lnTo>
                  <a:lnTo>
                    <a:pt x="3721" y="4751"/>
                  </a:lnTo>
                  <a:lnTo>
                    <a:pt x="3780" y="5035"/>
                  </a:lnTo>
                  <a:lnTo>
                    <a:pt x="3810" y="5304"/>
                  </a:lnTo>
                  <a:lnTo>
                    <a:pt x="3825" y="5573"/>
                  </a:lnTo>
                  <a:lnTo>
                    <a:pt x="3840" y="5797"/>
                  </a:lnTo>
                  <a:lnTo>
                    <a:pt x="3825" y="6021"/>
                  </a:lnTo>
                  <a:lnTo>
                    <a:pt x="3795" y="6215"/>
                  </a:lnTo>
                  <a:lnTo>
                    <a:pt x="3751" y="6380"/>
                  </a:lnTo>
                  <a:lnTo>
                    <a:pt x="3691" y="6529"/>
                  </a:lnTo>
                  <a:lnTo>
                    <a:pt x="3631" y="6633"/>
                  </a:lnTo>
                  <a:lnTo>
                    <a:pt x="3541" y="6723"/>
                  </a:lnTo>
                  <a:lnTo>
                    <a:pt x="3452" y="6783"/>
                  </a:lnTo>
                  <a:lnTo>
                    <a:pt x="3347" y="6813"/>
                  </a:lnTo>
                  <a:lnTo>
                    <a:pt x="3228" y="6813"/>
                  </a:lnTo>
                  <a:lnTo>
                    <a:pt x="3093" y="6783"/>
                  </a:lnTo>
                  <a:lnTo>
                    <a:pt x="2959" y="6723"/>
                  </a:lnTo>
                  <a:lnTo>
                    <a:pt x="2809" y="6633"/>
                  </a:lnTo>
                  <a:lnTo>
                    <a:pt x="2645" y="6514"/>
                  </a:lnTo>
                  <a:lnTo>
                    <a:pt x="2481" y="6380"/>
                  </a:lnTo>
                  <a:lnTo>
                    <a:pt x="2316" y="6215"/>
                  </a:lnTo>
                  <a:lnTo>
                    <a:pt x="2137" y="6021"/>
                  </a:lnTo>
                  <a:lnTo>
                    <a:pt x="1973" y="5812"/>
                  </a:lnTo>
                  <a:lnTo>
                    <a:pt x="1793" y="5573"/>
                  </a:lnTo>
                  <a:lnTo>
                    <a:pt x="1629" y="5304"/>
                  </a:lnTo>
                  <a:lnTo>
                    <a:pt x="1450" y="5020"/>
                  </a:lnTo>
                  <a:lnTo>
                    <a:pt x="1285" y="4721"/>
                  </a:lnTo>
                  <a:lnTo>
                    <a:pt x="1121" y="4393"/>
                  </a:lnTo>
                  <a:lnTo>
                    <a:pt x="972" y="4049"/>
                  </a:lnTo>
                  <a:lnTo>
                    <a:pt x="822" y="3705"/>
                  </a:lnTo>
                  <a:lnTo>
                    <a:pt x="703" y="3362"/>
                  </a:lnTo>
                  <a:lnTo>
                    <a:pt x="598" y="3033"/>
                  </a:lnTo>
                  <a:lnTo>
                    <a:pt x="509" y="2704"/>
                  </a:lnTo>
                  <a:lnTo>
                    <a:pt x="449" y="2406"/>
                  </a:lnTo>
                  <a:lnTo>
                    <a:pt x="389" y="2107"/>
                  </a:lnTo>
                  <a:lnTo>
                    <a:pt x="359" y="1838"/>
                  </a:lnTo>
                  <a:lnTo>
                    <a:pt x="344" y="1584"/>
                  </a:lnTo>
                  <a:lnTo>
                    <a:pt x="329" y="1345"/>
                  </a:lnTo>
                  <a:lnTo>
                    <a:pt x="344" y="1136"/>
                  </a:lnTo>
                  <a:lnTo>
                    <a:pt x="374" y="942"/>
                  </a:lnTo>
                  <a:lnTo>
                    <a:pt x="419" y="762"/>
                  </a:lnTo>
                  <a:lnTo>
                    <a:pt x="479" y="628"/>
                  </a:lnTo>
                  <a:lnTo>
                    <a:pt x="539" y="508"/>
                  </a:lnTo>
                  <a:lnTo>
                    <a:pt x="628" y="419"/>
                  </a:lnTo>
                  <a:lnTo>
                    <a:pt x="718" y="359"/>
                  </a:lnTo>
                  <a:lnTo>
                    <a:pt x="822" y="329"/>
                  </a:lnTo>
                  <a:close/>
                  <a:moveTo>
                    <a:pt x="748" y="0"/>
                  </a:moveTo>
                  <a:lnTo>
                    <a:pt x="658" y="15"/>
                  </a:lnTo>
                  <a:lnTo>
                    <a:pt x="583" y="45"/>
                  </a:lnTo>
                  <a:lnTo>
                    <a:pt x="509" y="90"/>
                  </a:lnTo>
                  <a:lnTo>
                    <a:pt x="434" y="135"/>
                  </a:lnTo>
                  <a:lnTo>
                    <a:pt x="374" y="180"/>
                  </a:lnTo>
                  <a:lnTo>
                    <a:pt x="314" y="254"/>
                  </a:lnTo>
                  <a:lnTo>
                    <a:pt x="210" y="404"/>
                  </a:lnTo>
                  <a:lnTo>
                    <a:pt x="120" y="583"/>
                  </a:lnTo>
                  <a:lnTo>
                    <a:pt x="60" y="792"/>
                  </a:lnTo>
                  <a:lnTo>
                    <a:pt x="16" y="1031"/>
                  </a:lnTo>
                  <a:lnTo>
                    <a:pt x="1" y="1285"/>
                  </a:lnTo>
                  <a:lnTo>
                    <a:pt x="1" y="1584"/>
                  </a:lnTo>
                  <a:lnTo>
                    <a:pt x="16" y="1868"/>
                  </a:lnTo>
                  <a:lnTo>
                    <a:pt x="60" y="2182"/>
                  </a:lnTo>
                  <a:lnTo>
                    <a:pt x="120" y="2495"/>
                  </a:lnTo>
                  <a:lnTo>
                    <a:pt x="195" y="2824"/>
                  </a:lnTo>
                  <a:lnTo>
                    <a:pt x="285" y="3153"/>
                  </a:lnTo>
                  <a:lnTo>
                    <a:pt x="389" y="3496"/>
                  </a:lnTo>
                  <a:lnTo>
                    <a:pt x="524" y="3840"/>
                  </a:lnTo>
                  <a:lnTo>
                    <a:pt x="658" y="4183"/>
                  </a:lnTo>
                  <a:lnTo>
                    <a:pt x="807" y="4527"/>
                  </a:lnTo>
                  <a:lnTo>
                    <a:pt x="972" y="4856"/>
                  </a:lnTo>
                  <a:lnTo>
                    <a:pt x="1136" y="5154"/>
                  </a:lnTo>
                  <a:lnTo>
                    <a:pt x="1315" y="5453"/>
                  </a:lnTo>
                  <a:lnTo>
                    <a:pt x="1495" y="5737"/>
                  </a:lnTo>
                  <a:lnTo>
                    <a:pt x="1689" y="6006"/>
                  </a:lnTo>
                  <a:lnTo>
                    <a:pt x="1883" y="6245"/>
                  </a:lnTo>
                  <a:lnTo>
                    <a:pt x="2077" y="6454"/>
                  </a:lnTo>
                  <a:lnTo>
                    <a:pt x="2286" y="6663"/>
                  </a:lnTo>
                  <a:lnTo>
                    <a:pt x="2496" y="6828"/>
                  </a:lnTo>
                  <a:lnTo>
                    <a:pt x="2690" y="6962"/>
                  </a:lnTo>
                  <a:lnTo>
                    <a:pt x="2884" y="7067"/>
                  </a:lnTo>
                  <a:lnTo>
                    <a:pt x="3078" y="7127"/>
                  </a:lnTo>
                  <a:lnTo>
                    <a:pt x="3258" y="7156"/>
                  </a:lnTo>
                  <a:lnTo>
                    <a:pt x="3347" y="7156"/>
                  </a:lnTo>
                  <a:lnTo>
                    <a:pt x="3422" y="7141"/>
                  </a:lnTo>
                  <a:lnTo>
                    <a:pt x="3511" y="7127"/>
                  </a:lnTo>
                  <a:lnTo>
                    <a:pt x="3586" y="7097"/>
                  </a:lnTo>
                  <a:lnTo>
                    <a:pt x="3661" y="7067"/>
                  </a:lnTo>
                  <a:lnTo>
                    <a:pt x="3736" y="7022"/>
                  </a:lnTo>
                  <a:lnTo>
                    <a:pt x="3795" y="6962"/>
                  </a:lnTo>
                  <a:lnTo>
                    <a:pt x="3855" y="6902"/>
                  </a:lnTo>
                  <a:lnTo>
                    <a:pt x="3960" y="6753"/>
                  </a:lnTo>
                  <a:lnTo>
                    <a:pt x="4049" y="6574"/>
                  </a:lnTo>
                  <a:lnTo>
                    <a:pt x="4109" y="6365"/>
                  </a:lnTo>
                  <a:lnTo>
                    <a:pt x="4154" y="6126"/>
                  </a:lnTo>
                  <a:lnTo>
                    <a:pt x="4169" y="5857"/>
                  </a:lnTo>
                  <a:lnTo>
                    <a:pt x="4169" y="5558"/>
                  </a:lnTo>
                  <a:lnTo>
                    <a:pt x="4154" y="5274"/>
                  </a:lnTo>
                  <a:lnTo>
                    <a:pt x="4109" y="4960"/>
                  </a:lnTo>
                  <a:lnTo>
                    <a:pt x="4049" y="4647"/>
                  </a:lnTo>
                  <a:lnTo>
                    <a:pt x="3975" y="4318"/>
                  </a:lnTo>
                  <a:lnTo>
                    <a:pt x="3885" y="3989"/>
                  </a:lnTo>
                  <a:lnTo>
                    <a:pt x="3780" y="3646"/>
                  </a:lnTo>
                  <a:lnTo>
                    <a:pt x="3646" y="3302"/>
                  </a:lnTo>
                  <a:lnTo>
                    <a:pt x="3511" y="2958"/>
                  </a:lnTo>
                  <a:lnTo>
                    <a:pt x="3362" y="2630"/>
                  </a:lnTo>
                  <a:lnTo>
                    <a:pt x="3198" y="2301"/>
                  </a:lnTo>
                  <a:lnTo>
                    <a:pt x="3033" y="1987"/>
                  </a:lnTo>
                  <a:lnTo>
                    <a:pt x="2854" y="1689"/>
                  </a:lnTo>
                  <a:lnTo>
                    <a:pt x="2675" y="1405"/>
                  </a:lnTo>
                  <a:lnTo>
                    <a:pt x="2481" y="1151"/>
                  </a:lnTo>
                  <a:lnTo>
                    <a:pt x="2286" y="912"/>
                  </a:lnTo>
                  <a:lnTo>
                    <a:pt x="2092" y="688"/>
                  </a:lnTo>
                  <a:lnTo>
                    <a:pt x="1883" y="493"/>
                  </a:lnTo>
                  <a:lnTo>
                    <a:pt x="1674" y="314"/>
                  </a:lnTo>
                  <a:lnTo>
                    <a:pt x="1480" y="180"/>
                  </a:lnTo>
                  <a:lnTo>
                    <a:pt x="1285" y="90"/>
                  </a:lnTo>
                  <a:lnTo>
                    <a:pt x="109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3"/>
            <p:cNvSpPr/>
            <p:nvPr/>
          </p:nvSpPr>
          <p:spPr>
            <a:xfrm>
              <a:off x="4863842" y="1411512"/>
              <a:ext cx="153076" cy="169090"/>
            </a:xfrm>
            <a:custGeom>
              <a:avLst/>
              <a:gdLst/>
              <a:ahLst/>
              <a:cxnLst/>
              <a:rect l="l" t="t" r="r" b="b"/>
              <a:pathLst>
                <a:path w="5573" h="6156" extrusionOk="0">
                  <a:moveTo>
                    <a:pt x="4811" y="344"/>
                  </a:moveTo>
                  <a:lnTo>
                    <a:pt x="4916" y="359"/>
                  </a:lnTo>
                  <a:lnTo>
                    <a:pt x="5005" y="389"/>
                  </a:lnTo>
                  <a:lnTo>
                    <a:pt x="5080" y="449"/>
                  </a:lnTo>
                  <a:lnTo>
                    <a:pt x="5140" y="523"/>
                  </a:lnTo>
                  <a:lnTo>
                    <a:pt x="5200" y="628"/>
                  </a:lnTo>
                  <a:lnTo>
                    <a:pt x="5229" y="762"/>
                  </a:lnTo>
                  <a:lnTo>
                    <a:pt x="5229" y="912"/>
                  </a:lnTo>
                  <a:lnTo>
                    <a:pt x="5229" y="1091"/>
                  </a:lnTo>
                  <a:lnTo>
                    <a:pt x="5200" y="1270"/>
                  </a:lnTo>
                  <a:lnTo>
                    <a:pt x="5140" y="1479"/>
                  </a:lnTo>
                  <a:lnTo>
                    <a:pt x="5065" y="1703"/>
                  </a:lnTo>
                  <a:lnTo>
                    <a:pt x="4960" y="1957"/>
                  </a:lnTo>
                  <a:lnTo>
                    <a:pt x="4841" y="2226"/>
                  </a:lnTo>
                  <a:lnTo>
                    <a:pt x="4692" y="2495"/>
                  </a:lnTo>
                  <a:lnTo>
                    <a:pt x="4527" y="2779"/>
                  </a:lnTo>
                  <a:lnTo>
                    <a:pt x="4348" y="3048"/>
                  </a:lnTo>
                  <a:lnTo>
                    <a:pt x="4154" y="3332"/>
                  </a:lnTo>
                  <a:lnTo>
                    <a:pt x="3930" y="3601"/>
                  </a:lnTo>
                  <a:lnTo>
                    <a:pt x="3706" y="3870"/>
                  </a:lnTo>
                  <a:lnTo>
                    <a:pt x="3467" y="4139"/>
                  </a:lnTo>
                  <a:lnTo>
                    <a:pt x="3227" y="4393"/>
                  </a:lnTo>
                  <a:lnTo>
                    <a:pt x="2974" y="4632"/>
                  </a:lnTo>
                  <a:lnTo>
                    <a:pt x="2734" y="4841"/>
                  </a:lnTo>
                  <a:lnTo>
                    <a:pt x="2481" y="5050"/>
                  </a:lnTo>
                  <a:lnTo>
                    <a:pt x="2241" y="5229"/>
                  </a:lnTo>
                  <a:lnTo>
                    <a:pt x="1987" y="5394"/>
                  </a:lnTo>
                  <a:lnTo>
                    <a:pt x="1748" y="5528"/>
                  </a:lnTo>
                  <a:lnTo>
                    <a:pt x="1539" y="5633"/>
                  </a:lnTo>
                  <a:lnTo>
                    <a:pt x="1345" y="5722"/>
                  </a:lnTo>
                  <a:lnTo>
                    <a:pt x="1166" y="5782"/>
                  </a:lnTo>
                  <a:lnTo>
                    <a:pt x="987" y="5812"/>
                  </a:lnTo>
                  <a:lnTo>
                    <a:pt x="837" y="5827"/>
                  </a:lnTo>
                  <a:lnTo>
                    <a:pt x="703" y="5812"/>
                  </a:lnTo>
                  <a:lnTo>
                    <a:pt x="598" y="5782"/>
                  </a:lnTo>
                  <a:lnTo>
                    <a:pt x="494" y="5722"/>
                  </a:lnTo>
                  <a:lnTo>
                    <a:pt x="434" y="5633"/>
                  </a:lnTo>
                  <a:lnTo>
                    <a:pt x="374" y="5528"/>
                  </a:lnTo>
                  <a:lnTo>
                    <a:pt x="344" y="5394"/>
                  </a:lnTo>
                  <a:lnTo>
                    <a:pt x="344" y="5244"/>
                  </a:lnTo>
                  <a:lnTo>
                    <a:pt x="359" y="5065"/>
                  </a:lnTo>
                  <a:lnTo>
                    <a:pt x="389" y="4871"/>
                  </a:lnTo>
                  <a:lnTo>
                    <a:pt x="434" y="4661"/>
                  </a:lnTo>
                  <a:lnTo>
                    <a:pt x="508" y="4437"/>
                  </a:lnTo>
                  <a:lnTo>
                    <a:pt x="613" y="4198"/>
                  </a:lnTo>
                  <a:lnTo>
                    <a:pt x="733" y="3959"/>
                  </a:lnTo>
                  <a:lnTo>
                    <a:pt x="867" y="3690"/>
                  </a:lnTo>
                  <a:lnTo>
                    <a:pt x="1031" y="3422"/>
                  </a:lnTo>
                  <a:lnTo>
                    <a:pt x="1211" y="3153"/>
                  </a:lnTo>
                  <a:lnTo>
                    <a:pt x="1405" y="2869"/>
                  </a:lnTo>
                  <a:lnTo>
                    <a:pt x="1629" y="2570"/>
                  </a:lnTo>
                  <a:lnTo>
                    <a:pt x="1868" y="2286"/>
                  </a:lnTo>
                  <a:lnTo>
                    <a:pt x="2107" y="2017"/>
                  </a:lnTo>
                  <a:lnTo>
                    <a:pt x="2346" y="1763"/>
                  </a:lnTo>
                  <a:lnTo>
                    <a:pt x="2600" y="1539"/>
                  </a:lnTo>
                  <a:lnTo>
                    <a:pt x="2839" y="1315"/>
                  </a:lnTo>
                  <a:lnTo>
                    <a:pt x="3093" y="1121"/>
                  </a:lnTo>
                  <a:lnTo>
                    <a:pt x="3332" y="927"/>
                  </a:lnTo>
                  <a:lnTo>
                    <a:pt x="3586" y="777"/>
                  </a:lnTo>
                  <a:lnTo>
                    <a:pt x="3825" y="628"/>
                  </a:lnTo>
                  <a:lnTo>
                    <a:pt x="4109" y="493"/>
                  </a:lnTo>
                  <a:lnTo>
                    <a:pt x="4273" y="434"/>
                  </a:lnTo>
                  <a:lnTo>
                    <a:pt x="4423" y="389"/>
                  </a:lnTo>
                  <a:lnTo>
                    <a:pt x="4557" y="359"/>
                  </a:lnTo>
                  <a:lnTo>
                    <a:pt x="4692" y="344"/>
                  </a:lnTo>
                  <a:close/>
                  <a:moveTo>
                    <a:pt x="4617" y="0"/>
                  </a:moveTo>
                  <a:lnTo>
                    <a:pt x="4408" y="45"/>
                  </a:lnTo>
                  <a:lnTo>
                    <a:pt x="4169" y="105"/>
                  </a:lnTo>
                  <a:lnTo>
                    <a:pt x="3930" y="210"/>
                  </a:lnTo>
                  <a:lnTo>
                    <a:pt x="3661" y="329"/>
                  </a:lnTo>
                  <a:lnTo>
                    <a:pt x="3407" y="478"/>
                  </a:lnTo>
                  <a:lnTo>
                    <a:pt x="3153" y="658"/>
                  </a:lnTo>
                  <a:lnTo>
                    <a:pt x="2899" y="837"/>
                  </a:lnTo>
                  <a:lnTo>
                    <a:pt x="2630" y="1046"/>
                  </a:lnTo>
                  <a:lnTo>
                    <a:pt x="2376" y="1285"/>
                  </a:lnTo>
                  <a:lnTo>
                    <a:pt x="2122" y="1524"/>
                  </a:lnTo>
                  <a:lnTo>
                    <a:pt x="1868" y="1793"/>
                  </a:lnTo>
                  <a:lnTo>
                    <a:pt x="1614" y="2062"/>
                  </a:lnTo>
                  <a:lnTo>
                    <a:pt x="1375" y="2346"/>
                  </a:lnTo>
                  <a:lnTo>
                    <a:pt x="1151" y="2630"/>
                  </a:lnTo>
                  <a:lnTo>
                    <a:pt x="942" y="2928"/>
                  </a:lnTo>
                  <a:lnTo>
                    <a:pt x="762" y="3212"/>
                  </a:lnTo>
                  <a:lnTo>
                    <a:pt x="583" y="3496"/>
                  </a:lnTo>
                  <a:lnTo>
                    <a:pt x="434" y="3780"/>
                  </a:lnTo>
                  <a:lnTo>
                    <a:pt x="299" y="4064"/>
                  </a:lnTo>
                  <a:lnTo>
                    <a:pt x="195" y="4333"/>
                  </a:lnTo>
                  <a:lnTo>
                    <a:pt x="105" y="4617"/>
                  </a:lnTo>
                  <a:lnTo>
                    <a:pt x="45" y="4871"/>
                  </a:lnTo>
                  <a:lnTo>
                    <a:pt x="1" y="5110"/>
                  </a:lnTo>
                  <a:lnTo>
                    <a:pt x="1" y="5334"/>
                  </a:lnTo>
                  <a:lnTo>
                    <a:pt x="30" y="5528"/>
                  </a:lnTo>
                  <a:lnTo>
                    <a:pt x="75" y="5707"/>
                  </a:lnTo>
                  <a:lnTo>
                    <a:pt x="120" y="5782"/>
                  </a:lnTo>
                  <a:lnTo>
                    <a:pt x="165" y="5857"/>
                  </a:lnTo>
                  <a:lnTo>
                    <a:pt x="225" y="5916"/>
                  </a:lnTo>
                  <a:lnTo>
                    <a:pt x="284" y="5976"/>
                  </a:lnTo>
                  <a:lnTo>
                    <a:pt x="389" y="6051"/>
                  </a:lnTo>
                  <a:lnTo>
                    <a:pt x="523" y="6111"/>
                  </a:lnTo>
                  <a:lnTo>
                    <a:pt x="673" y="6155"/>
                  </a:lnTo>
                  <a:lnTo>
                    <a:pt x="1001" y="6155"/>
                  </a:lnTo>
                  <a:lnTo>
                    <a:pt x="1196" y="6111"/>
                  </a:lnTo>
                  <a:lnTo>
                    <a:pt x="1390" y="6051"/>
                  </a:lnTo>
                  <a:lnTo>
                    <a:pt x="1599" y="5976"/>
                  </a:lnTo>
                  <a:lnTo>
                    <a:pt x="1913" y="5827"/>
                  </a:lnTo>
                  <a:lnTo>
                    <a:pt x="2167" y="5677"/>
                  </a:lnTo>
                  <a:lnTo>
                    <a:pt x="2421" y="5513"/>
                  </a:lnTo>
                  <a:lnTo>
                    <a:pt x="2675" y="5319"/>
                  </a:lnTo>
                  <a:lnTo>
                    <a:pt x="2944" y="5110"/>
                  </a:lnTo>
                  <a:lnTo>
                    <a:pt x="3198" y="4886"/>
                  </a:lnTo>
                  <a:lnTo>
                    <a:pt x="3452" y="4632"/>
                  </a:lnTo>
                  <a:lnTo>
                    <a:pt x="3706" y="4378"/>
                  </a:lnTo>
                  <a:lnTo>
                    <a:pt x="3960" y="4094"/>
                  </a:lnTo>
                  <a:lnTo>
                    <a:pt x="4199" y="3810"/>
                  </a:lnTo>
                  <a:lnTo>
                    <a:pt x="4423" y="3526"/>
                  </a:lnTo>
                  <a:lnTo>
                    <a:pt x="4632" y="3242"/>
                  </a:lnTo>
                  <a:lnTo>
                    <a:pt x="4811" y="2943"/>
                  </a:lnTo>
                  <a:lnTo>
                    <a:pt x="4990" y="2660"/>
                  </a:lnTo>
                  <a:lnTo>
                    <a:pt x="5140" y="2376"/>
                  </a:lnTo>
                  <a:lnTo>
                    <a:pt x="5274" y="2092"/>
                  </a:lnTo>
                  <a:lnTo>
                    <a:pt x="5379" y="1823"/>
                  </a:lnTo>
                  <a:lnTo>
                    <a:pt x="5468" y="1539"/>
                  </a:lnTo>
                  <a:lnTo>
                    <a:pt x="5528" y="1285"/>
                  </a:lnTo>
                  <a:lnTo>
                    <a:pt x="5573" y="1046"/>
                  </a:lnTo>
                  <a:lnTo>
                    <a:pt x="5573" y="822"/>
                  </a:lnTo>
                  <a:lnTo>
                    <a:pt x="5543" y="628"/>
                  </a:lnTo>
                  <a:lnTo>
                    <a:pt x="5498" y="463"/>
                  </a:lnTo>
                  <a:lnTo>
                    <a:pt x="5453" y="374"/>
                  </a:lnTo>
                  <a:lnTo>
                    <a:pt x="5409" y="314"/>
                  </a:lnTo>
                  <a:lnTo>
                    <a:pt x="5349" y="239"/>
                  </a:lnTo>
                  <a:lnTo>
                    <a:pt x="5289" y="180"/>
                  </a:lnTo>
                  <a:lnTo>
                    <a:pt x="5229" y="135"/>
                  </a:lnTo>
                  <a:lnTo>
                    <a:pt x="5155" y="90"/>
                  </a:lnTo>
                  <a:lnTo>
                    <a:pt x="5080" y="60"/>
                  </a:lnTo>
                  <a:lnTo>
                    <a:pt x="5005" y="3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3"/>
            <p:cNvSpPr/>
            <p:nvPr/>
          </p:nvSpPr>
          <p:spPr>
            <a:xfrm>
              <a:off x="4835112" y="1453371"/>
              <a:ext cx="210538" cy="85781"/>
            </a:xfrm>
            <a:custGeom>
              <a:avLst/>
              <a:gdLst/>
              <a:ahLst/>
              <a:cxnLst/>
              <a:rect l="l" t="t" r="r" b="b"/>
              <a:pathLst>
                <a:path w="7665" h="3123" extrusionOk="0">
                  <a:moveTo>
                    <a:pt x="3541" y="329"/>
                  </a:moveTo>
                  <a:lnTo>
                    <a:pt x="3900" y="344"/>
                  </a:lnTo>
                  <a:lnTo>
                    <a:pt x="4244" y="374"/>
                  </a:lnTo>
                  <a:lnTo>
                    <a:pt x="4602" y="404"/>
                  </a:lnTo>
                  <a:lnTo>
                    <a:pt x="4931" y="448"/>
                  </a:lnTo>
                  <a:lnTo>
                    <a:pt x="5259" y="508"/>
                  </a:lnTo>
                  <a:lnTo>
                    <a:pt x="5573" y="583"/>
                  </a:lnTo>
                  <a:lnTo>
                    <a:pt x="5872" y="672"/>
                  </a:lnTo>
                  <a:lnTo>
                    <a:pt x="6141" y="762"/>
                  </a:lnTo>
                  <a:lnTo>
                    <a:pt x="6395" y="867"/>
                  </a:lnTo>
                  <a:lnTo>
                    <a:pt x="6619" y="971"/>
                  </a:lnTo>
                  <a:lnTo>
                    <a:pt x="6798" y="1076"/>
                  </a:lnTo>
                  <a:lnTo>
                    <a:pt x="6963" y="1180"/>
                  </a:lnTo>
                  <a:lnTo>
                    <a:pt x="7097" y="1285"/>
                  </a:lnTo>
                  <a:lnTo>
                    <a:pt x="7202" y="1404"/>
                  </a:lnTo>
                  <a:lnTo>
                    <a:pt x="7261" y="1509"/>
                  </a:lnTo>
                  <a:lnTo>
                    <a:pt x="7306" y="1629"/>
                  </a:lnTo>
                  <a:lnTo>
                    <a:pt x="7321" y="1733"/>
                  </a:lnTo>
                  <a:lnTo>
                    <a:pt x="7306" y="1838"/>
                  </a:lnTo>
                  <a:lnTo>
                    <a:pt x="7246" y="1942"/>
                  </a:lnTo>
                  <a:lnTo>
                    <a:pt x="7157" y="2047"/>
                  </a:lnTo>
                  <a:lnTo>
                    <a:pt x="7052" y="2151"/>
                  </a:lnTo>
                  <a:lnTo>
                    <a:pt x="6903" y="2241"/>
                  </a:lnTo>
                  <a:lnTo>
                    <a:pt x="6739" y="2346"/>
                  </a:lnTo>
                  <a:lnTo>
                    <a:pt x="6544" y="2420"/>
                  </a:lnTo>
                  <a:lnTo>
                    <a:pt x="6320" y="2510"/>
                  </a:lnTo>
                  <a:lnTo>
                    <a:pt x="6051" y="2585"/>
                  </a:lnTo>
                  <a:lnTo>
                    <a:pt x="5767" y="2644"/>
                  </a:lnTo>
                  <a:lnTo>
                    <a:pt x="5469" y="2704"/>
                  </a:lnTo>
                  <a:lnTo>
                    <a:pt x="5140" y="2734"/>
                  </a:lnTo>
                  <a:lnTo>
                    <a:pt x="4811" y="2764"/>
                  </a:lnTo>
                  <a:lnTo>
                    <a:pt x="4483" y="2779"/>
                  </a:lnTo>
                  <a:lnTo>
                    <a:pt x="4124" y="2779"/>
                  </a:lnTo>
                  <a:lnTo>
                    <a:pt x="3766" y="2764"/>
                  </a:lnTo>
                  <a:lnTo>
                    <a:pt x="3392" y="2749"/>
                  </a:lnTo>
                  <a:lnTo>
                    <a:pt x="3033" y="2704"/>
                  </a:lnTo>
                  <a:lnTo>
                    <a:pt x="2690" y="2659"/>
                  </a:lnTo>
                  <a:lnTo>
                    <a:pt x="2361" y="2585"/>
                  </a:lnTo>
                  <a:lnTo>
                    <a:pt x="2062" y="2525"/>
                  </a:lnTo>
                  <a:lnTo>
                    <a:pt x="1779" y="2435"/>
                  </a:lnTo>
                  <a:lnTo>
                    <a:pt x="1510" y="2346"/>
                  </a:lnTo>
                  <a:lnTo>
                    <a:pt x="1271" y="2256"/>
                  </a:lnTo>
                  <a:lnTo>
                    <a:pt x="1061" y="2151"/>
                  </a:lnTo>
                  <a:lnTo>
                    <a:pt x="867" y="2047"/>
                  </a:lnTo>
                  <a:lnTo>
                    <a:pt x="718" y="1942"/>
                  </a:lnTo>
                  <a:lnTo>
                    <a:pt x="583" y="1823"/>
                  </a:lnTo>
                  <a:lnTo>
                    <a:pt x="479" y="1718"/>
                  </a:lnTo>
                  <a:lnTo>
                    <a:pt x="404" y="1599"/>
                  </a:lnTo>
                  <a:lnTo>
                    <a:pt x="359" y="1494"/>
                  </a:lnTo>
                  <a:lnTo>
                    <a:pt x="344" y="1375"/>
                  </a:lnTo>
                  <a:lnTo>
                    <a:pt x="359" y="1285"/>
                  </a:lnTo>
                  <a:lnTo>
                    <a:pt x="404" y="1210"/>
                  </a:lnTo>
                  <a:lnTo>
                    <a:pt x="464" y="1121"/>
                  </a:lnTo>
                  <a:lnTo>
                    <a:pt x="539" y="1031"/>
                  </a:lnTo>
                  <a:lnTo>
                    <a:pt x="628" y="956"/>
                  </a:lnTo>
                  <a:lnTo>
                    <a:pt x="748" y="867"/>
                  </a:lnTo>
                  <a:lnTo>
                    <a:pt x="897" y="792"/>
                  </a:lnTo>
                  <a:lnTo>
                    <a:pt x="1047" y="717"/>
                  </a:lnTo>
                  <a:lnTo>
                    <a:pt x="1345" y="613"/>
                  </a:lnTo>
                  <a:lnTo>
                    <a:pt x="1614" y="538"/>
                  </a:lnTo>
                  <a:lnTo>
                    <a:pt x="1898" y="463"/>
                  </a:lnTo>
                  <a:lnTo>
                    <a:pt x="2197" y="418"/>
                  </a:lnTo>
                  <a:lnTo>
                    <a:pt x="2526" y="374"/>
                  </a:lnTo>
                  <a:lnTo>
                    <a:pt x="2854" y="344"/>
                  </a:lnTo>
                  <a:lnTo>
                    <a:pt x="3183" y="329"/>
                  </a:lnTo>
                  <a:close/>
                  <a:moveTo>
                    <a:pt x="3168" y="0"/>
                  </a:moveTo>
                  <a:lnTo>
                    <a:pt x="2824" y="15"/>
                  </a:lnTo>
                  <a:lnTo>
                    <a:pt x="2481" y="45"/>
                  </a:lnTo>
                  <a:lnTo>
                    <a:pt x="2137" y="90"/>
                  </a:lnTo>
                  <a:lnTo>
                    <a:pt x="1823" y="135"/>
                  </a:lnTo>
                  <a:lnTo>
                    <a:pt x="1525" y="209"/>
                  </a:lnTo>
                  <a:lnTo>
                    <a:pt x="1241" y="284"/>
                  </a:lnTo>
                  <a:lnTo>
                    <a:pt x="972" y="389"/>
                  </a:lnTo>
                  <a:lnTo>
                    <a:pt x="733" y="493"/>
                  </a:lnTo>
                  <a:lnTo>
                    <a:pt x="524" y="628"/>
                  </a:lnTo>
                  <a:lnTo>
                    <a:pt x="344" y="747"/>
                  </a:lnTo>
                  <a:lnTo>
                    <a:pt x="210" y="897"/>
                  </a:lnTo>
                  <a:lnTo>
                    <a:pt x="105" y="1046"/>
                  </a:lnTo>
                  <a:lnTo>
                    <a:pt x="61" y="1121"/>
                  </a:lnTo>
                  <a:lnTo>
                    <a:pt x="31" y="1195"/>
                  </a:lnTo>
                  <a:lnTo>
                    <a:pt x="16" y="1285"/>
                  </a:lnTo>
                  <a:lnTo>
                    <a:pt x="1" y="1360"/>
                  </a:lnTo>
                  <a:lnTo>
                    <a:pt x="1" y="1449"/>
                  </a:lnTo>
                  <a:lnTo>
                    <a:pt x="16" y="1524"/>
                  </a:lnTo>
                  <a:lnTo>
                    <a:pt x="46" y="1614"/>
                  </a:lnTo>
                  <a:lnTo>
                    <a:pt x="75" y="1688"/>
                  </a:lnTo>
                  <a:lnTo>
                    <a:pt x="150" y="1853"/>
                  </a:lnTo>
                  <a:lnTo>
                    <a:pt x="285" y="2002"/>
                  </a:lnTo>
                  <a:lnTo>
                    <a:pt x="434" y="2151"/>
                  </a:lnTo>
                  <a:lnTo>
                    <a:pt x="643" y="2301"/>
                  </a:lnTo>
                  <a:lnTo>
                    <a:pt x="867" y="2435"/>
                  </a:lnTo>
                  <a:lnTo>
                    <a:pt x="1136" y="2555"/>
                  </a:lnTo>
                  <a:lnTo>
                    <a:pt x="1405" y="2674"/>
                  </a:lnTo>
                  <a:lnTo>
                    <a:pt x="1689" y="2764"/>
                  </a:lnTo>
                  <a:lnTo>
                    <a:pt x="2003" y="2854"/>
                  </a:lnTo>
                  <a:lnTo>
                    <a:pt x="2331" y="2928"/>
                  </a:lnTo>
                  <a:lnTo>
                    <a:pt x="2675" y="2988"/>
                  </a:lnTo>
                  <a:lnTo>
                    <a:pt x="3019" y="3048"/>
                  </a:lnTo>
                  <a:lnTo>
                    <a:pt x="3392" y="3078"/>
                  </a:lnTo>
                  <a:lnTo>
                    <a:pt x="3751" y="3108"/>
                  </a:lnTo>
                  <a:lnTo>
                    <a:pt x="4124" y="3123"/>
                  </a:lnTo>
                  <a:lnTo>
                    <a:pt x="4498" y="3123"/>
                  </a:lnTo>
                  <a:lnTo>
                    <a:pt x="4841" y="3108"/>
                  </a:lnTo>
                  <a:lnTo>
                    <a:pt x="5185" y="3078"/>
                  </a:lnTo>
                  <a:lnTo>
                    <a:pt x="5528" y="3033"/>
                  </a:lnTo>
                  <a:lnTo>
                    <a:pt x="5842" y="2973"/>
                  </a:lnTo>
                  <a:lnTo>
                    <a:pt x="6141" y="2913"/>
                  </a:lnTo>
                  <a:lnTo>
                    <a:pt x="6425" y="2824"/>
                  </a:lnTo>
                  <a:lnTo>
                    <a:pt x="6739" y="2704"/>
                  </a:lnTo>
                  <a:lnTo>
                    <a:pt x="6948" y="2615"/>
                  </a:lnTo>
                  <a:lnTo>
                    <a:pt x="7127" y="2510"/>
                  </a:lnTo>
                  <a:lnTo>
                    <a:pt x="7276" y="2391"/>
                  </a:lnTo>
                  <a:lnTo>
                    <a:pt x="7411" y="2271"/>
                  </a:lnTo>
                  <a:lnTo>
                    <a:pt x="7515" y="2151"/>
                  </a:lnTo>
                  <a:lnTo>
                    <a:pt x="7590" y="2017"/>
                  </a:lnTo>
                  <a:lnTo>
                    <a:pt x="7635" y="1883"/>
                  </a:lnTo>
                  <a:lnTo>
                    <a:pt x="7665" y="1748"/>
                  </a:lnTo>
                  <a:lnTo>
                    <a:pt x="7665" y="1658"/>
                  </a:lnTo>
                  <a:lnTo>
                    <a:pt x="7650" y="1584"/>
                  </a:lnTo>
                  <a:lnTo>
                    <a:pt x="7620" y="1494"/>
                  </a:lnTo>
                  <a:lnTo>
                    <a:pt x="7605" y="1419"/>
                  </a:lnTo>
                  <a:lnTo>
                    <a:pt x="7515" y="1255"/>
                  </a:lnTo>
                  <a:lnTo>
                    <a:pt x="7381" y="1106"/>
                  </a:lnTo>
                  <a:lnTo>
                    <a:pt x="7232" y="956"/>
                  </a:lnTo>
                  <a:lnTo>
                    <a:pt x="7022" y="822"/>
                  </a:lnTo>
                  <a:lnTo>
                    <a:pt x="6798" y="687"/>
                  </a:lnTo>
                  <a:lnTo>
                    <a:pt x="6529" y="553"/>
                  </a:lnTo>
                  <a:lnTo>
                    <a:pt x="6260" y="448"/>
                  </a:lnTo>
                  <a:lnTo>
                    <a:pt x="5977" y="344"/>
                  </a:lnTo>
                  <a:lnTo>
                    <a:pt x="5663" y="254"/>
                  </a:lnTo>
                  <a:lnTo>
                    <a:pt x="5334" y="179"/>
                  </a:lnTo>
                  <a:lnTo>
                    <a:pt x="4991" y="120"/>
                  </a:lnTo>
                  <a:lnTo>
                    <a:pt x="4647" y="75"/>
                  </a:lnTo>
                  <a:lnTo>
                    <a:pt x="4288" y="30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3"/>
            <p:cNvSpPr/>
            <p:nvPr/>
          </p:nvSpPr>
          <p:spPr>
            <a:xfrm>
              <a:off x="4917182" y="1473064"/>
              <a:ext cx="46393" cy="45981"/>
            </a:xfrm>
            <a:custGeom>
              <a:avLst/>
              <a:gdLst/>
              <a:ahLst/>
              <a:cxnLst/>
              <a:rect l="l" t="t" r="r" b="b"/>
              <a:pathLst>
                <a:path w="1689" h="1674" extrusionOk="0">
                  <a:moveTo>
                    <a:pt x="837" y="0"/>
                  </a:moveTo>
                  <a:lnTo>
                    <a:pt x="673" y="15"/>
                  </a:lnTo>
                  <a:lnTo>
                    <a:pt x="509" y="60"/>
                  </a:lnTo>
                  <a:lnTo>
                    <a:pt x="374" y="150"/>
                  </a:lnTo>
                  <a:lnTo>
                    <a:pt x="240" y="254"/>
                  </a:lnTo>
                  <a:lnTo>
                    <a:pt x="135" y="389"/>
                  </a:lnTo>
                  <a:lnTo>
                    <a:pt x="60" y="523"/>
                  </a:lnTo>
                  <a:lnTo>
                    <a:pt x="16" y="687"/>
                  </a:lnTo>
                  <a:lnTo>
                    <a:pt x="1" y="837"/>
                  </a:lnTo>
                  <a:lnTo>
                    <a:pt x="16" y="1001"/>
                  </a:lnTo>
                  <a:lnTo>
                    <a:pt x="75" y="1166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39"/>
                  </a:lnTo>
                  <a:lnTo>
                    <a:pt x="539" y="1614"/>
                  </a:lnTo>
                  <a:lnTo>
                    <a:pt x="688" y="1659"/>
                  </a:lnTo>
                  <a:lnTo>
                    <a:pt x="852" y="1674"/>
                  </a:lnTo>
                  <a:lnTo>
                    <a:pt x="1017" y="1659"/>
                  </a:lnTo>
                  <a:lnTo>
                    <a:pt x="1181" y="1614"/>
                  </a:lnTo>
                  <a:lnTo>
                    <a:pt x="1330" y="1524"/>
                  </a:lnTo>
                  <a:lnTo>
                    <a:pt x="1450" y="1420"/>
                  </a:lnTo>
                  <a:lnTo>
                    <a:pt x="1554" y="1300"/>
                  </a:lnTo>
                  <a:lnTo>
                    <a:pt x="1629" y="1151"/>
                  </a:lnTo>
                  <a:lnTo>
                    <a:pt x="1674" y="1001"/>
                  </a:lnTo>
                  <a:lnTo>
                    <a:pt x="1689" y="837"/>
                  </a:lnTo>
                  <a:lnTo>
                    <a:pt x="1674" y="673"/>
                  </a:lnTo>
                  <a:lnTo>
                    <a:pt x="1614" y="508"/>
                  </a:lnTo>
                  <a:lnTo>
                    <a:pt x="1539" y="359"/>
                  </a:lnTo>
                  <a:lnTo>
                    <a:pt x="1435" y="239"/>
                  </a:lnTo>
                  <a:lnTo>
                    <a:pt x="1300" y="135"/>
                  </a:lnTo>
                  <a:lnTo>
                    <a:pt x="1166" y="60"/>
                  </a:lnTo>
                  <a:lnTo>
                    <a:pt x="1002" y="15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3"/>
            <p:cNvSpPr/>
            <p:nvPr/>
          </p:nvSpPr>
          <p:spPr>
            <a:xfrm>
              <a:off x="4873703" y="1407804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403" y="1"/>
                  </a:moveTo>
                  <a:lnTo>
                    <a:pt x="299" y="31"/>
                  </a:lnTo>
                  <a:lnTo>
                    <a:pt x="209" y="76"/>
                  </a:lnTo>
                  <a:lnTo>
                    <a:pt x="135" y="150"/>
                  </a:lnTo>
                  <a:lnTo>
                    <a:pt x="75" y="225"/>
                  </a:lnTo>
                  <a:lnTo>
                    <a:pt x="45" y="300"/>
                  </a:lnTo>
                  <a:lnTo>
                    <a:pt x="15" y="389"/>
                  </a:lnTo>
                  <a:lnTo>
                    <a:pt x="0" y="494"/>
                  </a:lnTo>
                  <a:lnTo>
                    <a:pt x="15" y="584"/>
                  </a:lnTo>
                  <a:lnTo>
                    <a:pt x="45" y="688"/>
                  </a:lnTo>
                  <a:lnTo>
                    <a:pt x="90" y="763"/>
                  </a:lnTo>
                  <a:lnTo>
                    <a:pt x="149" y="838"/>
                  </a:lnTo>
                  <a:lnTo>
                    <a:pt x="224" y="897"/>
                  </a:lnTo>
                  <a:lnTo>
                    <a:pt x="314" y="942"/>
                  </a:lnTo>
                  <a:lnTo>
                    <a:pt x="403" y="972"/>
                  </a:lnTo>
                  <a:lnTo>
                    <a:pt x="493" y="987"/>
                  </a:lnTo>
                  <a:lnTo>
                    <a:pt x="598" y="972"/>
                  </a:lnTo>
                  <a:lnTo>
                    <a:pt x="687" y="942"/>
                  </a:lnTo>
                  <a:lnTo>
                    <a:pt x="777" y="897"/>
                  </a:lnTo>
                  <a:lnTo>
                    <a:pt x="852" y="838"/>
                  </a:lnTo>
                  <a:lnTo>
                    <a:pt x="911" y="763"/>
                  </a:lnTo>
                  <a:lnTo>
                    <a:pt x="956" y="673"/>
                  </a:lnTo>
                  <a:lnTo>
                    <a:pt x="986" y="584"/>
                  </a:lnTo>
                  <a:lnTo>
                    <a:pt x="986" y="494"/>
                  </a:lnTo>
                  <a:lnTo>
                    <a:pt x="986" y="389"/>
                  </a:lnTo>
                  <a:lnTo>
                    <a:pt x="956" y="300"/>
                  </a:lnTo>
                  <a:lnTo>
                    <a:pt x="896" y="210"/>
                  </a:lnTo>
                  <a:lnTo>
                    <a:pt x="837" y="135"/>
                  </a:lnTo>
                  <a:lnTo>
                    <a:pt x="762" y="76"/>
                  </a:lnTo>
                  <a:lnTo>
                    <a:pt x="687" y="31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3"/>
            <p:cNvSpPr/>
            <p:nvPr/>
          </p:nvSpPr>
          <p:spPr>
            <a:xfrm>
              <a:off x="5020182" y="1474300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389" y="0"/>
                  </a:moveTo>
                  <a:lnTo>
                    <a:pt x="299" y="30"/>
                  </a:lnTo>
                  <a:lnTo>
                    <a:pt x="210" y="75"/>
                  </a:lnTo>
                  <a:lnTo>
                    <a:pt x="135" y="149"/>
                  </a:lnTo>
                  <a:lnTo>
                    <a:pt x="75" y="224"/>
                  </a:lnTo>
                  <a:lnTo>
                    <a:pt x="30" y="299"/>
                  </a:lnTo>
                  <a:lnTo>
                    <a:pt x="1" y="389"/>
                  </a:lnTo>
                  <a:lnTo>
                    <a:pt x="1" y="493"/>
                  </a:lnTo>
                  <a:lnTo>
                    <a:pt x="1" y="583"/>
                  </a:lnTo>
                  <a:lnTo>
                    <a:pt x="30" y="687"/>
                  </a:lnTo>
                  <a:lnTo>
                    <a:pt x="90" y="762"/>
                  </a:lnTo>
                  <a:lnTo>
                    <a:pt x="150" y="837"/>
                  </a:lnTo>
                  <a:lnTo>
                    <a:pt x="225" y="896"/>
                  </a:lnTo>
                  <a:lnTo>
                    <a:pt x="314" y="941"/>
                  </a:lnTo>
                  <a:lnTo>
                    <a:pt x="404" y="971"/>
                  </a:lnTo>
                  <a:lnTo>
                    <a:pt x="494" y="986"/>
                  </a:lnTo>
                  <a:lnTo>
                    <a:pt x="583" y="971"/>
                  </a:lnTo>
                  <a:lnTo>
                    <a:pt x="688" y="941"/>
                  </a:lnTo>
                  <a:lnTo>
                    <a:pt x="777" y="896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42" y="672"/>
                  </a:lnTo>
                  <a:lnTo>
                    <a:pt x="972" y="583"/>
                  </a:lnTo>
                  <a:lnTo>
                    <a:pt x="987" y="478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09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3"/>
            <p:cNvSpPr/>
            <p:nvPr/>
          </p:nvSpPr>
          <p:spPr>
            <a:xfrm>
              <a:off x="4857690" y="1526816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493" y="0"/>
                  </a:moveTo>
                  <a:lnTo>
                    <a:pt x="404" y="15"/>
                  </a:lnTo>
                  <a:lnTo>
                    <a:pt x="299" y="45"/>
                  </a:lnTo>
                  <a:lnTo>
                    <a:pt x="210" y="90"/>
                  </a:lnTo>
                  <a:lnTo>
                    <a:pt x="135" y="150"/>
                  </a:lnTo>
                  <a:lnTo>
                    <a:pt x="75" y="224"/>
                  </a:lnTo>
                  <a:lnTo>
                    <a:pt x="30" y="314"/>
                  </a:lnTo>
                  <a:lnTo>
                    <a:pt x="15" y="404"/>
                  </a:lnTo>
                  <a:lnTo>
                    <a:pt x="0" y="493"/>
                  </a:lnTo>
                  <a:lnTo>
                    <a:pt x="15" y="583"/>
                  </a:lnTo>
                  <a:lnTo>
                    <a:pt x="45" y="688"/>
                  </a:lnTo>
                  <a:lnTo>
                    <a:pt x="90" y="777"/>
                  </a:lnTo>
                  <a:lnTo>
                    <a:pt x="150" y="852"/>
                  </a:lnTo>
                  <a:lnTo>
                    <a:pt x="225" y="912"/>
                  </a:lnTo>
                  <a:lnTo>
                    <a:pt x="314" y="956"/>
                  </a:lnTo>
                  <a:lnTo>
                    <a:pt x="404" y="971"/>
                  </a:lnTo>
                  <a:lnTo>
                    <a:pt x="493" y="986"/>
                  </a:lnTo>
                  <a:lnTo>
                    <a:pt x="598" y="971"/>
                  </a:lnTo>
                  <a:lnTo>
                    <a:pt x="688" y="942"/>
                  </a:lnTo>
                  <a:lnTo>
                    <a:pt x="777" y="897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57" y="673"/>
                  </a:lnTo>
                  <a:lnTo>
                    <a:pt x="986" y="583"/>
                  </a:lnTo>
                  <a:lnTo>
                    <a:pt x="986" y="493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10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3"/>
            <p:cNvSpPr/>
            <p:nvPr/>
          </p:nvSpPr>
          <p:spPr>
            <a:xfrm>
              <a:off x="3358312" y="1540769"/>
              <a:ext cx="280690" cy="280690"/>
            </a:xfrm>
            <a:custGeom>
              <a:avLst/>
              <a:gdLst/>
              <a:ahLst/>
              <a:cxnLst/>
              <a:rect l="l" t="t" r="r" b="b"/>
              <a:pathLst>
                <a:path w="10219" h="10219" extrusionOk="0">
                  <a:moveTo>
                    <a:pt x="194" y="0"/>
                  </a:moveTo>
                  <a:lnTo>
                    <a:pt x="149" y="15"/>
                  </a:lnTo>
                  <a:lnTo>
                    <a:pt x="105" y="45"/>
                  </a:lnTo>
                  <a:lnTo>
                    <a:pt x="60" y="75"/>
                  </a:lnTo>
                  <a:lnTo>
                    <a:pt x="30" y="105"/>
                  </a:lnTo>
                  <a:lnTo>
                    <a:pt x="15" y="150"/>
                  </a:lnTo>
                  <a:lnTo>
                    <a:pt x="0" y="195"/>
                  </a:lnTo>
                  <a:lnTo>
                    <a:pt x="0" y="239"/>
                  </a:lnTo>
                  <a:lnTo>
                    <a:pt x="0" y="284"/>
                  </a:lnTo>
                  <a:lnTo>
                    <a:pt x="15" y="329"/>
                  </a:lnTo>
                  <a:lnTo>
                    <a:pt x="30" y="374"/>
                  </a:lnTo>
                  <a:lnTo>
                    <a:pt x="60" y="419"/>
                  </a:lnTo>
                  <a:lnTo>
                    <a:pt x="9800" y="10159"/>
                  </a:lnTo>
                  <a:lnTo>
                    <a:pt x="9845" y="10189"/>
                  </a:lnTo>
                  <a:lnTo>
                    <a:pt x="9890" y="10204"/>
                  </a:lnTo>
                  <a:lnTo>
                    <a:pt x="9935" y="10219"/>
                  </a:lnTo>
                  <a:lnTo>
                    <a:pt x="10025" y="10219"/>
                  </a:lnTo>
                  <a:lnTo>
                    <a:pt x="10069" y="10204"/>
                  </a:lnTo>
                  <a:lnTo>
                    <a:pt x="10114" y="10189"/>
                  </a:lnTo>
                  <a:lnTo>
                    <a:pt x="10144" y="10159"/>
                  </a:lnTo>
                  <a:lnTo>
                    <a:pt x="10174" y="10114"/>
                  </a:lnTo>
                  <a:lnTo>
                    <a:pt x="10204" y="10070"/>
                  </a:lnTo>
                  <a:lnTo>
                    <a:pt x="10219" y="10025"/>
                  </a:lnTo>
                  <a:lnTo>
                    <a:pt x="10219" y="9980"/>
                  </a:lnTo>
                  <a:lnTo>
                    <a:pt x="10219" y="9935"/>
                  </a:lnTo>
                  <a:lnTo>
                    <a:pt x="10204" y="9890"/>
                  </a:lnTo>
                  <a:lnTo>
                    <a:pt x="10174" y="9860"/>
                  </a:lnTo>
                  <a:lnTo>
                    <a:pt x="10144" y="9816"/>
                  </a:lnTo>
                  <a:lnTo>
                    <a:pt x="403" y="75"/>
                  </a:lnTo>
                  <a:lnTo>
                    <a:pt x="374" y="45"/>
                  </a:lnTo>
                  <a:lnTo>
                    <a:pt x="329" y="15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3"/>
            <p:cNvSpPr/>
            <p:nvPr/>
          </p:nvSpPr>
          <p:spPr>
            <a:xfrm>
              <a:off x="3492074" y="1672060"/>
              <a:ext cx="51721" cy="51749"/>
            </a:xfrm>
            <a:custGeom>
              <a:avLst/>
              <a:gdLst/>
              <a:ahLst/>
              <a:cxnLst/>
              <a:rect l="l" t="t" r="r" b="b"/>
              <a:pathLst>
                <a:path w="1883" h="1884" extrusionOk="0">
                  <a:moveTo>
                    <a:pt x="837" y="1"/>
                  </a:moveTo>
                  <a:lnTo>
                    <a:pt x="747" y="16"/>
                  </a:lnTo>
                  <a:lnTo>
                    <a:pt x="658" y="46"/>
                  </a:lnTo>
                  <a:lnTo>
                    <a:pt x="568" y="76"/>
                  </a:lnTo>
                  <a:lnTo>
                    <a:pt x="419" y="165"/>
                  </a:lnTo>
                  <a:lnTo>
                    <a:pt x="269" y="285"/>
                  </a:lnTo>
                  <a:lnTo>
                    <a:pt x="165" y="419"/>
                  </a:lnTo>
                  <a:lnTo>
                    <a:pt x="75" y="569"/>
                  </a:lnTo>
                  <a:lnTo>
                    <a:pt x="45" y="658"/>
                  </a:lnTo>
                  <a:lnTo>
                    <a:pt x="15" y="748"/>
                  </a:lnTo>
                  <a:lnTo>
                    <a:pt x="0" y="838"/>
                  </a:lnTo>
                  <a:lnTo>
                    <a:pt x="0" y="942"/>
                  </a:lnTo>
                  <a:lnTo>
                    <a:pt x="0" y="1032"/>
                  </a:lnTo>
                  <a:lnTo>
                    <a:pt x="15" y="1136"/>
                  </a:lnTo>
                  <a:lnTo>
                    <a:pt x="45" y="1226"/>
                  </a:lnTo>
                  <a:lnTo>
                    <a:pt x="75" y="1301"/>
                  </a:lnTo>
                  <a:lnTo>
                    <a:pt x="165" y="1465"/>
                  </a:lnTo>
                  <a:lnTo>
                    <a:pt x="269" y="1599"/>
                  </a:lnTo>
                  <a:lnTo>
                    <a:pt x="419" y="1719"/>
                  </a:lnTo>
                  <a:lnTo>
                    <a:pt x="568" y="1809"/>
                  </a:lnTo>
                  <a:lnTo>
                    <a:pt x="658" y="1839"/>
                  </a:lnTo>
                  <a:lnTo>
                    <a:pt x="747" y="1853"/>
                  </a:lnTo>
                  <a:lnTo>
                    <a:pt x="837" y="1868"/>
                  </a:lnTo>
                  <a:lnTo>
                    <a:pt x="942" y="1883"/>
                  </a:lnTo>
                  <a:lnTo>
                    <a:pt x="1031" y="1868"/>
                  </a:lnTo>
                  <a:lnTo>
                    <a:pt x="1121" y="1853"/>
                  </a:lnTo>
                  <a:lnTo>
                    <a:pt x="1210" y="1839"/>
                  </a:lnTo>
                  <a:lnTo>
                    <a:pt x="1300" y="1809"/>
                  </a:lnTo>
                  <a:lnTo>
                    <a:pt x="1464" y="1719"/>
                  </a:lnTo>
                  <a:lnTo>
                    <a:pt x="1599" y="1599"/>
                  </a:lnTo>
                  <a:lnTo>
                    <a:pt x="1718" y="1465"/>
                  </a:lnTo>
                  <a:lnTo>
                    <a:pt x="1808" y="1301"/>
                  </a:lnTo>
                  <a:lnTo>
                    <a:pt x="1838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83" y="942"/>
                  </a:lnTo>
                  <a:lnTo>
                    <a:pt x="1868" y="838"/>
                  </a:lnTo>
                  <a:lnTo>
                    <a:pt x="1853" y="748"/>
                  </a:lnTo>
                  <a:lnTo>
                    <a:pt x="1838" y="658"/>
                  </a:lnTo>
                  <a:lnTo>
                    <a:pt x="1808" y="569"/>
                  </a:lnTo>
                  <a:lnTo>
                    <a:pt x="1718" y="419"/>
                  </a:lnTo>
                  <a:lnTo>
                    <a:pt x="1599" y="285"/>
                  </a:lnTo>
                  <a:lnTo>
                    <a:pt x="1464" y="165"/>
                  </a:lnTo>
                  <a:lnTo>
                    <a:pt x="1300" y="76"/>
                  </a:lnTo>
                  <a:lnTo>
                    <a:pt x="1210" y="46"/>
                  </a:lnTo>
                  <a:lnTo>
                    <a:pt x="1121" y="16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3"/>
            <p:cNvSpPr/>
            <p:nvPr/>
          </p:nvSpPr>
          <p:spPr>
            <a:xfrm>
              <a:off x="3161760" y="1332326"/>
              <a:ext cx="311481" cy="311481"/>
            </a:xfrm>
            <a:custGeom>
              <a:avLst/>
              <a:gdLst/>
              <a:ahLst/>
              <a:cxnLst/>
              <a:rect l="l" t="t" r="r" b="b"/>
              <a:pathLst>
                <a:path w="11340" h="11340" extrusionOk="0">
                  <a:moveTo>
                    <a:pt x="5378" y="0"/>
                  </a:moveTo>
                  <a:lnTo>
                    <a:pt x="5094" y="30"/>
                  </a:lnTo>
                  <a:lnTo>
                    <a:pt x="4811" y="60"/>
                  </a:lnTo>
                  <a:lnTo>
                    <a:pt x="4527" y="105"/>
                  </a:lnTo>
                  <a:lnTo>
                    <a:pt x="4258" y="179"/>
                  </a:lnTo>
                  <a:lnTo>
                    <a:pt x="3989" y="254"/>
                  </a:lnTo>
                  <a:lnTo>
                    <a:pt x="3720" y="344"/>
                  </a:lnTo>
                  <a:lnTo>
                    <a:pt x="3466" y="433"/>
                  </a:lnTo>
                  <a:lnTo>
                    <a:pt x="3212" y="553"/>
                  </a:lnTo>
                  <a:lnTo>
                    <a:pt x="2973" y="672"/>
                  </a:lnTo>
                  <a:lnTo>
                    <a:pt x="2734" y="822"/>
                  </a:lnTo>
                  <a:lnTo>
                    <a:pt x="2495" y="956"/>
                  </a:lnTo>
                  <a:lnTo>
                    <a:pt x="2271" y="1120"/>
                  </a:lnTo>
                  <a:lnTo>
                    <a:pt x="2062" y="1285"/>
                  </a:lnTo>
                  <a:lnTo>
                    <a:pt x="1853" y="1464"/>
                  </a:lnTo>
                  <a:lnTo>
                    <a:pt x="1658" y="1658"/>
                  </a:lnTo>
                  <a:lnTo>
                    <a:pt x="1464" y="1853"/>
                  </a:lnTo>
                  <a:lnTo>
                    <a:pt x="1300" y="2062"/>
                  </a:lnTo>
                  <a:lnTo>
                    <a:pt x="1120" y="2271"/>
                  </a:lnTo>
                  <a:lnTo>
                    <a:pt x="971" y="2495"/>
                  </a:lnTo>
                  <a:lnTo>
                    <a:pt x="822" y="2719"/>
                  </a:lnTo>
                  <a:lnTo>
                    <a:pt x="687" y="2958"/>
                  </a:lnTo>
                  <a:lnTo>
                    <a:pt x="553" y="3212"/>
                  </a:lnTo>
                  <a:lnTo>
                    <a:pt x="448" y="3466"/>
                  </a:lnTo>
                  <a:lnTo>
                    <a:pt x="344" y="3720"/>
                  </a:lnTo>
                  <a:lnTo>
                    <a:pt x="254" y="3974"/>
                  </a:lnTo>
                  <a:lnTo>
                    <a:pt x="179" y="4243"/>
                  </a:lnTo>
                  <a:lnTo>
                    <a:pt x="120" y="4527"/>
                  </a:lnTo>
                  <a:lnTo>
                    <a:pt x="60" y="4796"/>
                  </a:lnTo>
                  <a:lnTo>
                    <a:pt x="30" y="5079"/>
                  </a:lnTo>
                  <a:lnTo>
                    <a:pt x="0" y="5378"/>
                  </a:lnTo>
                  <a:lnTo>
                    <a:pt x="0" y="5662"/>
                  </a:lnTo>
                  <a:lnTo>
                    <a:pt x="0" y="5961"/>
                  </a:lnTo>
                  <a:lnTo>
                    <a:pt x="30" y="6245"/>
                  </a:lnTo>
                  <a:lnTo>
                    <a:pt x="60" y="6529"/>
                  </a:lnTo>
                  <a:lnTo>
                    <a:pt x="120" y="6812"/>
                  </a:lnTo>
                  <a:lnTo>
                    <a:pt x="179" y="7081"/>
                  </a:lnTo>
                  <a:lnTo>
                    <a:pt x="254" y="7350"/>
                  </a:lnTo>
                  <a:lnTo>
                    <a:pt x="344" y="7619"/>
                  </a:lnTo>
                  <a:lnTo>
                    <a:pt x="448" y="7873"/>
                  </a:lnTo>
                  <a:lnTo>
                    <a:pt x="553" y="8127"/>
                  </a:lnTo>
                  <a:lnTo>
                    <a:pt x="687" y="8366"/>
                  </a:lnTo>
                  <a:lnTo>
                    <a:pt x="822" y="8605"/>
                  </a:lnTo>
                  <a:lnTo>
                    <a:pt x="971" y="8844"/>
                  </a:lnTo>
                  <a:lnTo>
                    <a:pt x="1120" y="9053"/>
                  </a:lnTo>
                  <a:lnTo>
                    <a:pt x="1300" y="9277"/>
                  </a:lnTo>
                  <a:lnTo>
                    <a:pt x="1464" y="9487"/>
                  </a:lnTo>
                  <a:lnTo>
                    <a:pt x="1658" y="9681"/>
                  </a:lnTo>
                  <a:lnTo>
                    <a:pt x="1853" y="9860"/>
                  </a:lnTo>
                  <a:lnTo>
                    <a:pt x="2062" y="10039"/>
                  </a:lnTo>
                  <a:lnTo>
                    <a:pt x="2271" y="10219"/>
                  </a:lnTo>
                  <a:lnTo>
                    <a:pt x="2495" y="10368"/>
                  </a:lnTo>
                  <a:lnTo>
                    <a:pt x="2734" y="10517"/>
                  </a:lnTo>
                  <a:lnTo>
                    <a:pt x="2973" y="10652"/>
                  </a:lnTo>
                  <a:lnTo>
                    <a:pt x="3212" y="10786"/>
                  </a:lnTo>
                  <a:lnTo>
                    <a:pt x="3466" y="10891"/>
                  </a:lnTo>
                  <a:lnTo>
                    <a:pt x="3720" y="10996"/>
                  </a:lnTo>
                  <a:lnTo>
                    <a:pt x="3989" y="11085"/>
                  </a:lnTo>
                  <a:lnTo>
                    <a:pt x="4258" y="11160"/>
                  </a:lnTo>
                  <a:lnTo>
                    <a:pt x="4527" y="11220"/>
                  </a:lnTo>
                  <a:lnTo>
                    <a:pt x="4811" y="11279"/>
                  </a:lnTo>
                  <a:lnTo>
                    <a:pt x="5094" y="11309"/>
                  </a:lnTo>
                  <a:lnTo>
                    <a:pt x="5378" y="11324"/>
                  </a:lnTo>
                  <a:lnTo>
                    <a:pt x="5677" y="11339"/>
                  </a:lnTo>
                  <a:lnTo>
                    <a:pt x="5961" y="11324"/>
                  </a:lnTo>
                  <a:lnTo>
                    <a:pt x="6245" y="11309"/>
                  </a:lnTo>
                  <a:lnTo>
                    <a:pt x="6529" y="11279"/>
                  </a:lnTo>
                  <a:lnTo>
                    <a:pt x="6812" y="11220"/>
                  </a:lnTo>
                  <a:lnTo>
                    <a:pt x="7081" y="11160"/>
                  </a:lnTo>
                  <a:lnTo>
                    <a:pt x="7350" y="11085"/>
                  </a:lnTo>
                  <a:lnTo>
                    <a:pt x="7619" y="10996"/>
                  </a:lnTo>
                  <a:lnTo>
                    <a:pt x="7873" y="10891"/>
                  </a:lnTo>
                  <a:lnTo>
                    <a:pt x="8127" y="10786"/>
                  </a:lnTo>
                  <a:lnTo>
                    <a:pt x="8366" y="10652"/>
                  </a:lnTo>
                  <a:lnTo>
                    <a:pt x="8605" y="10517"/>
                  </a:lnTo>
                  <a:lnTo>
                    <a:pt x="8844" y="10368"/>
                  </a:lnTo>
                  <a:lnTo>
                    <a:pt x="9068" y="10219"/>
                  </a:lnTo>
                  <a:lnTo>
                    <a:pt x="9278" y="10039"/>
                  </a:lnTo>
                  <a:lnTo>
                    <a:pt x="9487" y="9860"/>
                  </a:lnTo>
                  <a:lnTo>
                    <a:pt x="9681" y="9681"/>
                  </a:lnTo>
                  <a:lnTo>
                    <a:pt x="9875" y="9487"/>
                  </a:lnTo>
                  <a:lnTo>
                    <a:pt x="10039" y="9277"/>
                  </a:lnTo>
                  <a:lnTo>
                    <a:pt x="10219" y="9053"/>
                  </a:lnTo>
                  <a:lnTo>
                    <a:pt x="10368" y="8844"/>
                  </a:lnTo>
                  <a:lnTo>
                    <a:pt x="10517" y="8605"/>
                  </a:lnTo>
                  <a:lnTo>
                    <a:pt x="10652" y="8366"/>
                  </a:lnTo>
                  <a:lnTo>
                    <a:pt x="10786" y="8127"/>
                  </a:lnTo>
                  <a:lnTo>
                    <a:pt x="10891" y="7873"/>
                  </a:lnTo>
                  <a:lnTo>
                    <a:pt x="10996" y="7619"/>
                  </a:lnTo>
                  <a:lnTo>
                    <a:pt x="11085" y="7350"/>
                  </a:lnTo>
                  <a:lnTo>
                    <a:pt x="11160" y="7081"/>
                  </a:lnTo>
                  <a:lnTo>
                    <a:pt x="11220" y="6812"/>
                  </a:lnTo>
                  <a:lnTo>
                    <a:pt x="11279" y="6529"/>
                  </a:lnTo>
                  <a:lnTo>
                    <a:pt x="11309" y="6245"/>
                  </a:lnTo>
                  <a:lnTo>
                    <a:pt x="11339" y="5961"/>
                  </a:lnTo>
                  <a:lnTo>
                    <a:pt x="11339" y="5662"/>
                  </a:lnTo>
                  <a:lnTo>
                    <a:pt x="11339" y="5378"/>
                  </a:lnTo>
                  <a:lnTo>
                    <a:pt x="11309" y="5079"/>
                  </a:lnTo>
                  <a:lnTo>
                    <a:pt x="11279" y="4796"/>
                  </a:lnTo>
                  <a:lnTo>
                    <a:pt x="11220" y="4527"/>
                  </a:lnTo>
                  <a:lnTo>
                    <a:pt x="11160" y="4243"/>
                  </a:lnTo>
                  <a:lnTo>
                    <a:pt x="11085" y="3974"/>
                  </a:lnTo>
                  <a:lnTo>
                    <a:pt x="10996" y="3720"/>
                  </a:lnTo>
                  <a:lnTo>
                    <a:pt x="10891" y="3466"/>
                  </a:lnTo>
                  <a:lnTo>
                    <a:pt x="10786" y="3212"/>
                  </a:lnTo>
                  <a:lnTo>
                    <a:pt x="10652" y="2958"/>
                  </a:lnTo>
                  <a:lnTo>
                    <a:pt x="10517" y="2719"/>
                  </a:lnTo>
                  <a:lnTo>
                    <a:pt x="10368" y="2495"/>
                  </a:lnTo>
                  <a:lnTo>
                    <a:pt x="10219" y="2271"/>
                  </a:lnTo>
                  <a:lnTo>
                    <a:pt x="10039" y="2062"/>
                  </a:lnTo>
                  <a:lnTo>
                    <a:pt x="9875" y="1853"/>
                  </a:lnTo>
                  <a:lnTo>
                    <a:pt x="9681" y="1658"/>
                  </a:lnTo>
                  <a:lnTo>
                    <a:pt x="9487" y="1464"/>
                  </a:lnTo>
                  <a:lnTo>
                    <a:pt x="9278" y="1285"/>
                  </a:lnTo>
                  <a:lnTo>
                    <a:pt x="9068" y="1120"/>
                  </a:lnTo>
                  <a:lnTo>
                    <a:pt x="8844" y="956"/>
                  </a:lnTo>
                  <a:lnTo>
                    <a:pt x="8605" y="822"/>
                  </a:lnTo>
                  <a:lnTo>
                    <a:pt x="8366" y="672"/>
                  </a:lnTo>
                  <a:lnTo>
                    <a:pt x="8127" y="553"/>
                  </a:lnTo>
                  <a:lnTo>
                    <a:pt x="7873" y="433"/>
                  </a:lnTo>
                  <a:lnTo>
                    <a:pt x="7619" y="344"/>
                  </a:lnTo>
                  <a:lnTo>
                    <a:pt x="7350" y="254"/>
                  </a:lnTo>
                  <a:lnTo>
                    <a:pt x="7081" y="179"/>
                  </a:lnTo>
                  <a:lnTo>
                    <a:pt x="6812" y="105"/>
                  </a:lnTo>
                  <a:lnTo>
                    <a:pt x="6529" y="60"/>
                  </a:lnTo>
                  <a:lnTo>
                    <a:pt x="6245" y="30"/>
                  </a:lnTo>
                  <a:lnTo>
                    <a:pt x="59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3"/>
            <p:cNvSpPr/>
            <p:nvPr/>
          </p:nvSpPr>
          <p:spPr>
            <a:xfrm>
              <a:off x="3230674" y="1397559"/>
              <a:ext cx="179775" cy="179747"/>
            </a:xfrm>
            <a:custGeom>
              <a:avLst/>
              <a:gdLst/>
              <a:ahLst/>
              <a:cxnLst/>
              <a:rect l="l" t="t" r="r" b="b"/>
              <a:pathLst>
                <a:path w="6545" h="6544" extrusionOk="0">
                  <a:moveTo>
                    <a:pt x="3377" y="2301"/>
                  </a:moveTo>
                  <a:lnTo>
                    <a:pt x="3467" y="2316"/>
                  </a:lnTo>
                  <a:lnTo>
                    <a:pt x="3556" y="2346"/>
                  </a:lnTo>
                  <a:lnTo>
                    <a:pt x="3646" y="2376"/>
                  </a:lnTo>
                  <a:lnTo>
                    <a:pt x="3736" y="2421"/>
                  </a:lnTo>
                  <a:lnTo>
                    <a:pt x="3810" y="2465"/>
                  </a:lnTo>
                  <a:lnTo>
                    <a:pt x="3960" y="2585"/>
                  </a:lnTo>
                  <a:lnTo>
                    <a:pt x="4079" y="2734"/>
                  </a:lnTo>
                  <a:lnTo>
                    <a:pt x="4124" y="2809"/>
                  </a:lnTo>
                  <a:lnTo>
                    <a:pt x="4169" y="2899"/>
                  </a:lnTo>
                  <a:lnTo>
                    <a:pt x="4199" y="2988"/>
                  </a:lnTo>
                  <a:lnTo>
                    <a:pt x="4229" y="3078"/>
                  </a:lnTo>
                  <a:lnTo>
                    <a:pt x="4244" y="3183"/>
                  </a:lnTo>
                  <a:lnTo>
                    <a:pt x="4244" y="3272"/>
                  </a:lnTo>
                  <a:lnTo>
                    <a:pt x="4244" y="3377"/>
                  </a:lnTo>
                  <a:lnTo>
                    <a:pt x="4229" y="3466"/>
                  </a:lnTo>
                  <a:lnTo>
                    <a:pt x="4199" y="3571"/>
                  </a:lnTo>
                  <a:lnTo>
                    <a:pt x="4169" y="3646"/>
                  </a:lnTo>
                  <a:lnTo>
                    <a:pt x="4124" y="3735"/>
                  </a:lnTo>
                  <a:lnTo>
                    <a:pt x="4079" y="3825"/>
                  </a:lnTo>
                  <a:lnTo>
                    <a:pt x="3960" y="3959"/>
                  </a:lnTo>
                  <a:lnTo>
                    <a:pt x="3810" y="4079"/>
                  </a:lnTo>
                  <a:lnTo>
                    <a:pt x="3736" y="4124"/>
                  </a:lnTo>
                  <a:lnTo>
                    <a:pt x="3646" y="4169"/>
                  </a:lnTo>
                  <a:lnTo>
                    <a:pt x="3556" y="4198"/>
                  </a:lnTo>
                  <a:lnTo>
                    <a:pt x="3467" y="4228"/>
                  </a:lnTo>
                  <a:lnTo>
                    <a:pt x="3377" y="4243"/>
                  </a:lnTo>
                  <a:lnTo>
                    <a:pt x="3168" y="4243"/>
                  </a:lnTo>
                  <a:lnTo>
                    <a:pt x="3078" y="4228"/>
                  </a:lnTo>
                  <a:lnTo>
                    <a:pt x="2989" y="4198"/>
                  </a:lnTo>
                  <a:lnTo>
                    <a:pt x="2899" y="4169"/>
                  </a:lnTo>
                  <a:lnTo>
                    <a:pt x="2810" y="4124"/>
                  </a:lnTo>
                  <a:lnTo>
                    <a:pt x="2735" y="4079"/>
                  </a:lnTo>
                  <a:lnTo>
                    <a:pt x="2585" y="3959"/>
                  </a:lnTo>
                  <a:lnTo>
                    <a:pt x="2466" y="3825"/>
                  </a:lnTo>
                  <a:lnTo>
                    <a:pt x="2421" y="3735"/>
                  </a:lnTo>
                  <a:lnTo>
                    <a:pt x="2376" y="3646"/>
                  </a:lnTo>
                  <a:lnTo>
                    <a:pt x="2346" y="3571"/>
                  </a:lnTo>
                  <a:lnTo>
                    <a:pt x="2316" y="3466"/>
                  </a:lnTo>
                  <a:lnTo>
                    <a:pt x="2302" y="3377"/>
                  </a:lnTo>
                  <a:lnTo>
                    <a:pt x="2302" y="3272"/>
                  </a:lnTo>
                  <a:lnTo>
                    <a:pt x="2302" y="3183"/>
                  </a:lnTo>
                  <a:lnTo>
                    <a:pt x="2316" y="3078"/>
                  </a:lnTo>
                  <a:lnTo>
                    <a:pt x="2346" y="2988"/>
                  </a:lnTo>
                  <a:lnTo>
                    <a:pt x="2376" y="2899"/>
                  </a:lnTo>
                  <a:lnTo>
                    <a:pt x="2421" y="2809"/>
                  </a:lnTo>
                  <a:lnTo>
                    <a:pt x="2466" y="2734"/>
                  </a:lnTo>
                  <a:lnTo>
                    <a:pt x="2585" y="2585"/>
                  </a:lnTo>
                  <a:lnTo>
                    <a:pt x="2735" y="2465"/>
                  </a:lnTo>
                  <a:lnTo>
                    <a:pt x="2810" y="2421"/>
                  </a:lnTo>
                  <a:lnTo>
                    <a:pt x="2899" y="2376"/>
                  </a:lnTo>
                  <a:lnTo>
                    <a:pt x="2989" y="2346"/>
                  </a:lnTo>
                  <a:lnTo>
                    <a:pt x="3078" y="2316"/>
                  </a:lnTo>
                  <a:lnTo>
                    <a:pt x="3168" y="2301"/>
                  </a:lnTo>
                  <a:close/>
                  <a:moveTo>
                    <a:pt x="2824" y="0"/>
                  </a:moveTo>
                  <a:lnTo>
                    <a:pt x="2824" y="927"/>
                  </a:lnTo>
                  <a:lnTo>
                    <a:pt x="2600" y="986"/>
                  </a:lnTo>
                  <a:lnTo>
                    <a:pt x="2361" y="1061"/>
                  </a:lnTo>
                  <a:lnTo>
                    <a:pt x="2152" y="1166"/>
                  </a:lnTo>
                  <a:lnTo>
                    <a:pt x="1943" y="1285"/>
                  </a:lnTo>
                  <a:lnTo>
                    <a:pt x="1241" y="583"/>
                  </a:lnTo>
                  <a:lnTo>
                    <a:pt x="494" y="1345"/>
                  </a:lnTo>
                  <a:lnTo>
                    <a:pt x="1226" y="2062"/>
                  </a:lnTo>
                  <a:lnTo>
                    <a:pt x="1151" y="2197"/>
                  </a:lnTo>
                  <a:lnTo>
                    <a:pt x="1077" y="2346"/>
                  </a:lnTo>
                  <a:lnTo>
                    <a:pt x="1017" y="2495"/>
                  </a:lnTo>
                  <a:lnTo>
                    <a:pt x="972" y="2660"/>
                  </a:lnTo>
                  <a:lnTo>
                    <a:pt x="1" y="2660"/>
                  </a:lnTo>
                  <a:lnTo>
                    <a:pt x="1" y="3720"/>
                  </a:lnTo>
                  <a:lnTo>
                    <a:pt x="927" y="3720"/>
                  </a:lnTo>
                  <a:lnTo>
                    <a:pt x="987" y="3959"/>
                  </a:lnTo>
                  <a:lnTo>
                    <a:pt x="1062" y="4183"/>
                  </a:lnTo>
                  <a:lnTo>
                    <a:pt x="1166" y="4393"/>
                  </a:lnTo>
                  <a:lnTo>
                    <a:pt x="1286" y="4602"/>
                  </a:lnTo>
                  <a:lnTo>
                    <a:pt x="673" y="5214"/>
                  </a:lnTo>
                  <a:lnTo>
                    <a:pt x="1420" y="5961"/>
                  </a:lnTo>
                  <a:lnTo>
                    <a:pt x="2063" y="5319"/>
                  </a:lnTo>
                  <a:lnTo>
                    <a:pt x="2242" y="5423"/>
                  </a:lnTo>
                  <a:lnTo>
                    <a:pt x="2436" y="5498"/>
                  </a:lnTo>
                  <a:lnTo>
                    <a:pt x="2630" y="5573"/>
                  </a:lnTo>
                  <a:lnTo>
                    <a:pt x="2824" y="5618"/>
                  </a:lnTo>
                  <a:lnTo>
                    <a:pt x="2824" y="6544"/>
                  </a:lnTo>
                  <a:lnTo>
                    <a:pt x="3885" y="6544"/>
                  </a:lnTo>
                  <a:lnTo>
                    <a:pt x="3885" y="5573"/>
                  </a:lnTo>
                  <a:lnTo>
                    <a:pt x="4109" y="5513"/>
                  </a:lnTo>
                  <a:lnTo>
                    <a:pt x="4318" y="5423"/>
                  </a:lnTo>
                  <a:lnTo>
                    <a:pt x="4513" y="5304"/>
                  </a:lnTo>
                  <a:lnTo>
                    <a:pt x="4692" y="5184"/>
                  </a:lnTo>
                  <a:lnTo>
                    <a:pt x="5409" y="5887"/>
                  </a:lnTo>
                  <a:lnTo>
                    <a:pt x="6156" y="5140"/>
                  </a:lnTo>
                  <a:lnTo>
                    <a:pt x="5394" y="4378"/>
                  </a:lnTo>
                  <a:lnTo>
                    <a:pt x="5469" y="4213"/>
                  </a:lnTo>
                  <a:lnTo>
                    <a:pt x="5529" y="4064"/>
                  </a:lnTo>
                  <a:lnTo>
                    <a:pt x="5573" y="3885"/>
                  </a:lnTo>
                  <a:lnTo>
                    <a:pt x="5618" y="3720"/>
                  </a:lnTo>
                  <a:lnTo>
                    <a:pt x="6544" y="3720"/>
                  </a:lnTo>
                  <a:lnTo>
                    <a:pt x="6544" y="2660"/>
                  </a:lnTo>
                  <a:lnTo>
                    <a:pt x="5573" y="2660"/>
                  </a:lnTo>
                  <a:lnTo>
                    <a:pt x="5529" y="2495"/>
                  </a:lnTo>
                  <a:lnTo>
                    <a:pt x="5469" y="2346"/>
                  </a:lnTo>
                  <a:lnTo>
                    <a:pt x="5394" y="2197"/>
                  </a:lnTo>
                  <a:lnTo>
                    <a:pt x="5319" y="2062"/>
                  </a:lnTo>
                  <a:lnTo>
                    <a:pt x="6051" y="1345"/>
                  </a:lnTo>
                  <a:lnTo>
                    <a:pt x="5304" y="583"/>
                  </a:lnTo>
                  <a:lnTo>
                    <a:pt x="4587" y="1285"/>
                  </a:lnTo>
                  <a:lnTo>
                    <a:pt x="4438" y="1196"/>
                  </a:lnTo>
                  <a:lnTo>
                    <a:pt x="4259" y="1106"/>
                  </a:lnTo>
                  <a:lnTo>
                    <a:pt x="4079" y="1031"/>
                  </a:lnTo>
                  <a:lnTo>
                    <a:pt x="3885" y="971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3"/>
            <p:cNvSpPr/>
            <p:nvPr/>
          </p:nvSpPr>
          <p:spPr>
            <a:xfrm>
              <a:off x="4149022" y="1269125"/>
              <a:ext cx="12333" cy="373448"/>
            </a:xfrm>
            <a:custGeom>
              <a:avLst/>
              <a:gdLst/>
              <a:ahLst/>
              <a:cxnLst/>
              <a:rect l="l" t="t" r="r" b="b"/>
              <a:pathLst>
                <a:path w="449" h="13596" extrusionOk="0">
                  <a:moveTo>
                    <a:pt x="180" y="0"/>
                  </a:moveTo>
                  <a:lnTo>
                    <a:pt x="135" y="15"/>
                  </a:lnTo>
                  <a:lnTo>
                    <a:pt x="60" y="60"/>
                  </a:lnTo>
                  <a:lnTo>
                    <a:pt x="16" y="135"/>
                  </a:lnTo>
                  <a:lnTo>
                    <a:pt x="1" y="180"/>
                  </a:lnTo>
                  <a:lnTo>
                    <a:pt x="1" y="224"/>
                  </a:lnTo>
                  <a:lnTo>
                    <a:pt x="1" y="13371"/>
                  </a:lnTo>
                  <a:lnTo>
                    <a:pt x="1" y="13416"/>
                  </a:lnTo>
                  <a:lnTo>
                    <a:pt x="16" y="13446"/>
                  </a:lnTo>
                  <a:lnTo>
                    <a:pt x="60" y="13521"/>
                  </a:lnTo>
                  <a:lnTo>
                    <a:pt x="135" y="13565"/>
                  </a:lnTo>
                  <a:lnTo>
                    <a:pt x="180" y="13580"/>
                  </a:lnTo>
                  <a:lnTo>
                    <a:pt x="225" y="13595"/>
                  </a:lnTo>
                  <a:lnTo>
                    <a:pt x="270" y="13580"/>
                  </a:lnTo>
                  <a:lnTo>
                    <a:pt x="314" y="13565"/>
                  </a:lnTo>
                  <a:lnTo>
                    <a:pt x="374" y="13521"/>
                  </a:lnTo>
                  <a:lnTo>
                    <a:pt x="434" y="13446"/>
                  </a:lnTo>
                  <a:lnTo>
                    <a:pt x="449" y="13416"/>
                  </a:lnTo>
                  <a:lnTo>
                    <a:pt x="449" y="13371"/>
                  </a:lnTo>
                  <a:lnTo>
                    <a:pt x="449" y="224"/>
                  </a:lnTo>
                  <a:lnTo>
                    <a:pt x="449" y="180"/>
                  </a:lnTo>
                  <a:lnTo>
                    <a:pt x="434" y="135"/>
                  </a:lnTo>
                  <a:lnTo>
                    <a:pt x="374" y="60"/>
                  </a:lnTo>
                  <a:lnTo>
                    <a:pt x="314" y="15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3"/>
            <p:cNvSpPr/>
            <p:nvPr/>
          </p:nvSpPr>
          <p:spPr>
            <a:xfrm>
              <a:off x="4129329" y="1477157"/>
              <a:ext cx="51721" cy="51749"/>
            </a:xfrm>
            <a:custGeom>
              <a:avLst/>
              <a:gdLst/>
              <a:ahLst/>
              <a:cxnLst/>
              <a:rect l="l" t="t" r="r" b="b"/>
              <a:pathLst>
                <a:path w="1883" h="1884" extrusionOk="0">
                  <a:moveTo>
                    <a:pt x="942" y="1"/>
                  </a:moveTo>
                  <a:lnTo>
                    <a:pt x="837" y="16"/>
                  </a:lnTo>
                  <a:lnTo>
                    <a:pt x="748" y="31"/>
                  </a:lnTo>
                  <a:lnTo>
                    <a:pt x="658" y="45"/>
                  </a:lnTo>
                  <a:lnTo>
                    <a:pt x="568" y="75"/>
                  </a:lnTo>
                  <a:lnTo>
                    <a:pt x="419" y="165"/>
                  </a:lnTo>
                  <a:lnTo>
                    <a:pt x="270" y="285"/>
                  </a:lnTo>
                  <a:lnTo>
                    <a:pt x="165" y="419"/>
                  </a:lnTo>
                  <a:lnTo>
                    <a:pt x="75" y="583"/>
                  </a:lnTo>
                  <a:lnTo>
                    <a:pt x="45" y="658"/>
                  </a:lnTo>
                  <a:lnTo>
                    <a:pt x="16" y="748"/>
                  </a:lnTo>
                  <a:lnTo>
                    <a:pt x="1" y="852"/>
                  </a:lnTo>
                  <a:lnTo>
                    <a:pt x="1" y="942"/>
                  </a:lnTo>
                  <a:lnTo>
                    <a:pt x="1" y="1032"/>
                  </a:lnTo>
                  <a:lnTo>
                    <a:pt x="16" y="1136"/>
                  </a:lnTo>
                  <a:lnTo>
                    <a:pt x="45" y="1226"/>
                  </a:lnTo>
                  <a:lnTo>
                    <a:pt x="75" y="1300"/>
                  </a:lnTo>
                  <a:lnTo>
                    <a:pt x="165" y="1465"/>
                  </a:lnTo>
                  <a:lnTo>
                    <a:pt x="270" y="1599"/>
                  </a:lnTo>
                  <a:lnTo>
                    <a:pt x="419" y="1719"/>
                  </a:lnTo>
                  <a:lnTo>
                    <a:pt x="568" y="1808"/>
                  </a:lnTo>
                  <a:lnTo>
                    <a:pt x="658" y="1838"/>
                  </a:lnTo>
                  <a:lnTo>
                    <a:pt x="748" y="1868"/>
                  </a:lnTo>
                  <a:lnTo>
                    <a:pt x="837" y="1883"/>
                  </a:lnTo>
                  <a:lnTo>
                    <a:pt x="1031" y="1883"/>
                  </a:lnTo>
                  <a:lnTo>
                    <a:pt x="1121" y="1868"/>
                  </a:lnTo>
                  <a:lnTo>
                    <a:pt x="1226" y="1838"/>
                  </a:lnTo>
                  <a:lnTo>
                    <a:pt x="1300" y="1808"/>
                  </a:lnTo>
                  <a:lnTo>
                    <a:pt x="1465" y="1719"/>
                  </a:lnTo>
                  <a:lnTo>
                    <a:pt x="1599" y="1599"/>
                  </a:lnTo>
                  <a:lnTo>
                    <a:pt x="1719" y="1465"/>
                  </a:lnTo>
                  <a:lnTo>
                    <a:pt x="1808" y="1300"/>
                  </a:lnTo>
                  <a:lnTo>
                    <a:pt x="1838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83" y="942"/>
                  </a:lnTo>
                  <a:lnTo>
                    <a:pt x="1868" y="852"/>
                  </a:lnTo>
                  <a:lnTo>
                    <a:pt x="1853" y="748"/>
                  </a:lnTo>
                  <a:lnTo>
                    <a:pt x="1838" y="658"/>
                  </a:lnTo>
                  <a:lnTo>
                    <a:pt x="1808" y="583"/>
                  </a:lnTo>
                  <a:lnTo>
                    <a:pt x="1719" y="419"/>
                  </a:lnTo>
                  <a:lnTo>
                    <a:pt x="1599" y="285"/>
                  </a:lnTo>
                  <a:lnTo>
                    <a:pt x="1465" y="165"/>
                  </a:lnTo>
                  <a:lnTo>
                    <a:pt x="1300" y="75"/>
                  </a:lnTo>
                  <a:lnTo>
                    <a:pt x="1226" y="45"/>
                  </a:lnTo>
                  <a:lnTo>
                    <a:pt x="1121" y="31"/>
                  </a:lnTo>
                  <a:lnTo>
                    <a:pt x="1031" y="16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3"/>
            <p:cNvSpPr/>
            <p:nvPr/>
          </p:nvSpPr>
          <p:spPr>
            <a:xfrm>
              <a:off x="3999246" y="1088175"/>
              <a:ext cx="311893" cy="311481"/>
            </a:xfrm>
            <a:custGeom>
              <a:avLst/>
              <a:gdLst/>
              <a:ahLst/>
              <a:cxnLst/>
              <a:rect l="l" t="t" r="r" b="b"/>
              <a:pathLst>
                <a:path w="11355" h="11340" extrusionOk="0">
                  <a:moveTo>
                    <a:pt x="5678" y="0"/>
                  </a:moveTo>
                  <a:lnTo>
                    <a:pt x="5379" y="15"/>
                  </a:lnTo>
                  <a:lnTo>
                    <a:pt x="5095" y="30"/>
                  </a:lnTo>
                  <a:lnTo>
                    <a:pt x="4811" y="60"/>
                  </a:lnTo>
                  <a:lnTo>
                    <a:pt x="4527" y="120"/>
                  </a:lnTo>
                  <a:lnTo>
                    <a:pt x="4259" y="179"/>
                  </a:lnTo>
                  <a:lnTo>
                    <a:pt x="3990" y="254"/>
                  </a:lnTo>
                  <a:lnTo>
                    <a:pt x="3721" y="344"/>
                  </a:lnTo>
                  <a:lnTo>
                    <a:pt x="3467" y="448"/>
                  </a:lnTo>
                  <a:lnTo>
                    <a:pt x="3213" y="568"/>
                  </a:lnTo>
                  <a:lnTo>
                    <a:pt x="2974" y="687"/>
                  </a:lnTo>
                  <a:lnTo>
                    <a:pt x="2735" y="822"/>
                  </a:lnTo>
                  <a:lnTo>
                    <a:pt x="2511" y="971"/>
                  </a:lnTo>
                  <a:lnTo>
                    <a:pt x="2287" y="1135"/>
                  </a:lnTo>
                  <a:lnTo>
                    <a:pt x="2062" y="1300"/>
                  </a:lnTo>
                  <a:lnTo>
                    <a:pt x="1868" y="1479"/>
                  </a:lnTo>
                  <a:lnTo>
                    <a:pt x="1659" y="1658"/>
                  </a:lnTo>
                  <a:lnTo>
                    <a:pt x="1480" y="1853"/>
                  </a:lnTo>
                  <a:lnTo>
                    <a:pt x="1301" y="2062"/>
                  </a:lnTo>
                  <a:lnTo>
                    <a:pt x="1136" y="2286"/>
                  </a:lnTo>
                  <a:lnTo>
                    <a:pt x="972" y="2495"/>
                  </a:lnTo>
                  <a:lnTo>
                    <a:pt x="822" y="2734"/>
                  </a:lnTo>
                  <a:lnTo>
                    <a:pt x="688" y="2973"/>
                  </a:lnTo>
                  <a:lnTo>
                    <a:pt x="568" y="3212"/>
                  </a:lnTo>
                  <a:lnTo>
                    <a:pt x="449" y="3466"/>
                  </a:lnTo>
                  <a:lnTo>
                    <a:pt x="344" y="3720"/>
                  </a:lnTo>
                  <a:lnTo>
                    <a:pt x="255" y="3989"/>
                  </a:lnTo>
                  <a:lnTo>
                    <a:pt x="180" y="4258"/>
                  </a:lnTo>
                  <a:lnTo>
                    <a:pt x="120" y="4527"/>
                  </a:lnTo>
                  <a:lnTo>
                    <a:pt x="75" y="4811"/>
                  </a:lnTo>
                  <a:lnTo>
                    <a:pt x="31" y="5094"/>
                  </a:lnTo>
                  <a:lnTo>
                    <a:pt x="16" y="5378"/>
                  </a:lnTo>
                  <a:lnTo>
                    <a:pt x="1" y="5677"/>
                  </a:lnTo>
                  <a:lnTo>
                    <a:pt x="16" y="5961"/>
                  </a:lnTo>
                  <a:lnTo>
                    <a:pt x="31" y="6260"/>
                  </a:lnTo>
                  <a:lnTo>
                    <a:pt x="75" y="6544"/>
                  </a:lnTo>
                  <a:lnTo>
                    <a:pt x="120" y="6812"/>
                  </a:lnTo>
                  <a:lnTo>
                    <a:pt x="180" y="7096"/>
                  </a:lnTo>
                  <a:lnTo>
                    <a:pt x="255" y="7365"/>
                  </a:lnTo>
                  <a:lnTo>
                    <a:pt x="344" y="7619"/>
                  </a:lnTo>
                  <a:lnTo>
                    <a:pt x="449" y="7888"/>
                  </a:lnTo>
                  <a:lnTo>
                    <a:pt x="568" y="8127"/>
                  </a:lnTo>
                  <a:lnTo>
                    <a:pt x="688" y="8381"/>
                  </a:lnTo>
                  <a:lnTo>
                    <a:pt x="822" y="8620"/>
                  </a:lnTo>
                  <a:lnTo>
                    <a:pt x="972" y="8844"/>
                  </a:lnTo>
                  <a:lnTo>
                    <a:pt x="1136" y="9068"/>
                  </a:lnTo>
                  <a:lnTo>
                    <a:pt x="1301" y="9277"/>
                  </a:lnTo>
                  <a:lnTo>
                    <a:pt x="1480" y="9487"/>
                  </a:lnTo>
                  <a:lnTo>
                    <a:pt x="1659" y="9681"/>
                  </a:lnTo>
                  <a:lnTo>
                    <a:pt x="1868" y="9875"/>
                  </a:lnTo>
                  <a:lnTo>
                    <a:pt x="2062" y="10054"/>
                  </a:lnTo>
                  <a:lnTo>
                    <a:pt x="2287" y="10219"/>
                  </a:lnTo>
                  <a:lnTo>
                    <a:pt x="2511" y="10383"/>
                  </a:lnTo>
                  <a:lnTo>
                    <a:pt x="2735" y="10517"/>
                  </a:lnTo>
                  <a:lnTo>
                    <a:pt x="2974" y="10667"/>
                  </a:lnTo>
                  <a:lnTo>
                    <a:pt x="3213" y="10786"/>
                  </a:lnTo>
                  <a:lnTo>
                    <a:pt x="3467" y="10906"/>
                  </a:lnTo>
                  <a:lnTo>
                    <a:pt x="3721" y="10995"/>
                  </a:lnTo>
                  <a:lnTo>
                    <a:pt x="3990" y="11085"/>
                  </a:lnTo>
                  <a:lnTo>
                    <a:pt x="4259" y="11160"/>
                  </a:lnTo>
                  <a:lnTo>
                    <a:pt x="4527" y="11235"/>
                  </a:lnTo>
                  <a:lnTo>
                    <a:pt x="4811" y="11279"/>
                  </a:lnTo>
                  <a:lnTo>
                    <a:pt x="5095" y="11309"/>
                  </a:lnTo>
                  <a:lnTo>
                    <a:pt x="5379" y="11339"/>
                  </a:lnTo>
                  <a:lnTo>
                    <a:pt x="5962" y="11339"/>
                  </a:lnTo>
                  <a:lnTo>
                    <a:pt x="6260" y="11309"/>
                  </a:lnTo>
                  <a:lnTo>
                    <a:pt x="6544" y="11279"/>
                  </a:lnTo>
                  <a:lnTo>
                    <a:pt x="6813" y="11235"/>
                  </a:lnTo>
                  <a:lnTo>
                    <a:pt x="7097" y="11160"/>
                  </a:lnTo>
                  <a:lnTo>
                    <a:pt x="7366" y="11085"/>
                  </a:lnTo>
                  <a:lnTo>
                    <a:pt x="7620" y="10995"/>
                  </a:lnTo>
                  <a:lnTo>
                    <a:pt x="7889" y="10906"/>
                  </a:lnTo>
                  <a:lnTo>
                    <a:pt x="8128" y="10786"/>
                  </a:lnTo>
                  <a:lnTo>
                    <a:pt x="8382" y="10667"/>
                  </a:lnTo>
                  <a:lnTo>
                    <a:pt x="8621" y="10517"/>
                  </a:lnTo>
                  <a:lnTo>
                    <a:pt x="8845" y="10383"/>
                  </a:lnTo>
                  <a:lnTo>
                    <a:pt x="9069" y="10219"/>
                  </a:lnTo>
                  <a:lnTo>
                    <a:pt x="9278" y="10054"/>
                  </a:lnTo>
                  <a:lnTo>
                    <a:pt x="9487" y="9875"/>
                  </a:lnTo>
                  <a:lnTo>
                    <a:pt x="9682" y="9681"/>
                  </a:lnTo>
                  <a:lnTo>
                    <a:pt x="9876" y="9487"/>
                  </a:lnTo>
                  <a:lnTo>
                    <a:pt x="10055" y="9277"/>
                  </a:lnTo>
                  <a:lnTo>
                    <a:pt x="10219" y="9068"/>
                  </a:lnTo>
                  <a:lnTo>
                    <a:pt x="10384" y="8844"/>
                  </a:lnTo>
                  <a:lnTo>
                    <a:pt x="10533" y="8620"/>
                  </a:lnTo>
                  <a:lnTo>
                    <a:pt x="10668" y="8381"/>
                  </a:lnTo>
                  <a:lnTo>
                    <a:pt x="10787" y="8127"/>
                  </a:lnTo>
                  <a:lnTo>
                    <a:pt x="10907" y="7888"/>
                  </a:lnTo>
                  <a:lnTo>
                    <a:pt x="10996" y="7619"/>
                  </a:lnTo>
                  <a:lnTo>
                    <a:pt x="11086" y="7365"/>
                  </a:lnTo>
                  <a:lnTo>
                    <a:pt x="11176" y="7096"/>
                  </a:lnTo>
                  <a:lnTo>
                    <a:pt x="11235" y="6812"/>
                  </a:lnTo>
                  <a:lnTo>
                    <a:pt x="11280" y="6544"/>
                  </a:lnTo>
                  <a:lnTo>
                    <a:pt x="11325" y="6260"/>
                  </a:lnTo>
                  <a:lnTo>
                    <a:pt x="11340" y="5961"/>
                  </a:lnTo>
                  <a:lnTo>
                    <a:pt x="11355" y="5677"/>
                  </a:lnTo>
                  <a:lnTo>
                    <a:pt x="11340" y="5378"/>
                  </a:lnTo>
                  <a:lnTo>
                    <a:pt x="11325" y="5094"/>
                  </a:lnTo>
                  <a:lnTo>
                    <a:pt x="11280" y="4811"/>
                  </a:lnTo>
                  <a:lnTo>
                    <a:pt x="11235" y="4527"/>
                  </a:lnTo>
                  <a:lnTo>
                    <a:pt x="11176" y="4258"/>
                  </a:lnTo>
                  <a:lnTo>
                    <a:pt x="11086" y="3989"/>
                  </a:lnTo>
                  <a:lnTo>
                    <a:pt x="10996" y="3720"/>
                  </a:lnTo>
                  <a:lnTo>
                    <a:pt x="10907" y="3466"/>
                  </a:lnTo>
                  <a:lnTo>
                    <a:pt x="10787" y="3212"/>
                  </a:lnTo>
                  <a:lnTo>
                    <a:pt x="10668" y="2973"/>
                  </a:lnTo>
                  <a:lnTo>
                    <a:pt x="10533" y="2734"/>
                  </a:lnTo>
                  <a:lnTo>
                    <a:pt x="10384" y="2495"/>
                  </a:lnTo>
                  <a:lnTo>
                    <a:pt x="10219" y="2286"/>
                  </a:lnTo>
                  <a:lnTo>
                    <a:pt x="10055" y="2062"/>
                  </a:lnTo>
                  <a:lnTo>
                    <a:pt x="9876" y="1853"/>
                  </a:lnTo>
                  <a:lnTo>
                    <a:pt x="9682" y="1658"/>
                  </a:lnTo>
                  <a:lnTo>
                    <a:pt x="9487" y="1479"/>
                  </a:lnTo>
                  <a:lnTo>
                    <a:pt x="9278" y="1300"/>
                  </a:lnTo>
                  <a:lnTo>
                    <a:pt x="9069" y="1135"/>
                  </a:lnTo>
                  <a:lnTo>
                    <a:pt x="8845" y="971"/>
                  </a:lnTo>
                  <a:lnTo>
                    <a:pt x="8621" y="822"/>
                  </a:lnTo>
                  <a:lnTo>
                    <a:pt x="8382" y="687"/>
                  </a:lnTo>
                  <a:lnTo>
                    <a:pt x="8128" y="568"/>
                  </a:lnTo>
                  <a:lnTo>
                    <a:pt x="7889" y="448"/>
                  </a:lnTo>
                  <a:lnTo>
                    <a:pt x="7620" y="344"/>
                  </a:lnTo>
                  <a:lnTo>
                    <a:pt x="7366" y="254"/>
                  </a:lnTo>
                  <a:lnTo>
                    <a:pt x="7097" y="179"/>
                  </a:lnTo>
                  <a:lnTo>
                    <a:pt x="6813" y="120"/>
                  </a:lnTo>
                  <a:lnTo>
                    <a:pt x="6544" y="60"/>
                  </a:lnTo>
                  <a:lnTo>
                    <a:pt x="6260" y="30"/>
                  </a:lnTo>
                  <a:lnTo>
                    <a:pt x="5962" y="15"/>
                  </a:lnTo>
                  <a:lnTo>
                    <a:pt x="56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3"/>
            <p:cNvSpPr/>
            <p:nvPr/>
          </p:nvSpPr>
          <p:spPr>
            <a:xfrm>
              <a:off x="4067776" y="1152584"/>
              <a:ext cx="178127" cy="178127"/>
            </a:xfrm>
            <a:custGeom>
              <a:avLst/>
              <a:gdLst/>
              <a:ahLst/>
              <a:cxnLst/>
              <a:rect l="l" t="t" r="r" b="b"/>
              <a:pathLst>
                <a:path w="6485" h="6485" extrusionOk="0">
                  <a:moveTo>
                    <a:pt x="2585" y="329"/>
                  </a:moveTo>
                  <a:lnTo>
                    <a:pt x="2361" y="583"/>
                  </a:lnTo>
                  <a:lnTo>
                    <a:pt x="2167" y="852"/>
                  </a:lnTo>
                  <a:lnTo>
                    <a:pt x="2047" y="1031"/>
                  </a:lnTo>
                  <a:lnTo>
                    <a:pt x="1928" y="1240"/>
                  </a:lnTo>
                  <a:lnTo>
                    <a:pt x="1823" y="1435"/>
                  </a:lnTo>
                  <a:lnTo>
                    <a:pt x="1734" y="1644"/>
                  </a:lnTo>
                  <a:lnTo>
                    <a:pt x="733" y="1644"/>
                  </a:lnTo>
                  <a:lnTo>
                    <a:pt x="897" y="1405"/>
                  </a:lnTo>
                  <a:lnTo>
                    <a:pt x="1091" y="1181"/>
                  </a:lnTo>
                  <a:lnTo>
                    <a:pt x="1300" y="987"/>
                  </a:lnTo>
                  <a:lnTo>
                    <a:pt x="1525" y="807"/>
                  </a:lnTo>
                  <a:lnTo>
                    <a:pt x="1778" y="643"/>
                  </a:lnTo>
                  <a:lnTo>
                    <a:pt x="2032" y="523"/>
                  </a:lnTo>
                  <a:lnTo>
                    <a:pt x="2301" y="419"/>
                  </a:lnTo>
                  <a:lnTo>
                    <a:pt x="2585" y="329"/>
                  </a:lnTo>
                  <a:close/>
                  <a:moveTo>
                    <a:pt x="3123" y="269"/>
                  </a:moveTo>
                  <a:lnTo>
                    <a:pt x="3123" y="1644"/>
                  </a:lnTo>
                  <a:lnTo>
                    <a:pt x="2018" y="1644"/>
                  </a:lnTo>
                  <a:lnTo>
                    <a:pt x="2182" y="1315"/>
                  </a:lnTo>
                  <a:lnTo>
                    <a:pt x="2376" y="1001"/>
                  </a:lnTo>
                  <a:lnTo>
                    <a:pt x="2585" y="733"/>
                  </a:lnTo>
                  <a:lnTo>
                    <a:pt x="2765" y="523"/>
                  </a:lnTo>
                  <a:lnTo>
                    <a:pt x="2929" y="374"/>
                  </a:lnTo>
                  <a:lnTo>
                    <a:pt x="3033" y="269"/>
                  </a:lnTo>
                  <a:close/>
                  <a:moveTo>
                    <a:pt x="3497" y="269"/>
                  </a:moveTo>
                  <a:lnTo>
                    <a:pt x="3676" y="434"/>
                  </a:lnTo>
                  <a:lnTo>
                    <a:pt x="3795" y="568"/>
                  </a:lnTo>
                  <a:lnTo>
                    <a:pt x="3930" y="718"/>
                  </a:lnTo>
                  <a:lnTo>
                    <a:pt x="4079" y="912"/>
                  </a:lnTo>
                  <a:lnTo>
                    <a:pt x="4229" y="1121"/>
                  </a:lnTo>
                  <a:lnTo>
                    <a:pt x="4378" y="1375"/>
                  </a:lnTo>
                  <a:lnTo>
                    <a:pt x="4512" y="1644"/>
                  </a:lnTo>
                  <a:lnTo>
                    <a:pt x="3377" y="1644"/>
                  </a:lnTo>
                  <a:lnTo>
                    <a:pt x="3377" y="269"/>
                  </a:lnTo>
                  <a:close/>
                  <a:moveTo>
                    <a:pt x="3945" y="344"/>
                  </a:moveTo>
                  <a:lnTo>
                    <a:pt x="4229" y="419"/>
                  </a:lnTo>
                  <a:lnTo>
                    <a:pt x="4483" y="523"/>
                  </a:lnTo>
                  <a:lnTo>
                    <a:pt x="4737" y="658"/>
                  </a:lnTo>
                  <a:lnTo>
                    <a:pt x="4976" y="822"/>
                  </a:lnTo>
                  <a:lnTo>
                    <a:pt x="5200" y="987"/>
                  </a:lnTo>
                  <a:lnTo>
                    <a:pt x="5409" y="1196"/>
                  </a:lnTo>
                  <a:lnTo>
                    <a:pt x="5603" y="1405"/>
                  </a:lnTo>
                  <a:lnTo>
                    <a:pt x="5767" y="1644"/>
                  </a:lnTo>
                  <a:lnTo>
                    <a:pt x="4796" y="1644"/>
                  </a:lnTo>
                  <a:lnTo>
                    <a:pt x="4707" y="1435"/>
                  </a:lnTo>
                  <a:lnTo>
                    <a:pt x="4602" y="1240"/>
                  </a:lnTo>
                  <a:lnTo>
                    <a:pt x="4483" y="1031"/>
                  </a:lnTo>
                  <a:lnTo>
                    <a:pt x="4363" y="852"/>
                  </a:lnTo>
                  <a:lnTo>
                    <a:pt x="4154" y="583"/>
                  </a:lnTo>
                  <a:lnTo>
                    <a:pt x="3945" y="344"/>
                  </a:lnTo>
                  <a:close/>
                  <a:moveTo>
                    <a:pt x="1629" y="1913"/>
                  </a:moveTo>
                  <a:lnTo>
                    <a:pt x="1554" y="2182"/>
                  </a:lnTo>
                  <a:lnTo>
                    <a:pt x="1480" y="2466"/>
                  </a:lnTo>
                  <a:lnTo>
                    <a:pt x="1450" y="2749"/>
                  </a:lnTo>
                  <a:lnTo>
                    <a:pt x="1420" y="3048"/>
                  </a:lnTo>
                  <a:lnTo>
                    <a:pt x="270" y="3048"/>
                  </a:lnTo>
                  <a:lnTo>
                    <a:pt x="314" y="2749"/>
                  </a:lnTo>
                  <a:lnTo>
                    <a:pt x="374" y="2451"/>
                  </a:lnTo>
                  <a:lnTo>
                    <a:pt x="464" y="2182"/>
                  </a:lnTo>
                  <a:lnTo>
                    <a:pt x="583" y="1913"/>
                  </a:lnTo>
                  <a:close/>
                  <a:moveTo>
                    <a:pt x="3123" y="1913"/>
                  </a:moveTo>
                  <a:lnTo>
                    <a:pt x="3123" y="3048"/>
                  </a:lnTo>
                  <a:lnTo>
                    <a:pt x="1689" y="3048"/>
                  </a:lnTo>
                  <a:lnTo>
                    <a:pt x="1704" y="2749"/>
                  </a:lnTo>
                  <a:lnTo>
                    <a:pt x="1749" y="2466"/>
                  </a:lnTo>
                  <a:lnTo>
                    <a:pt x="1823" y="2182"/>
                  </a:lnTo>
                  <a:lnTo>
                    <a:pt x="1913" y="1913"/>
                  </a:lnTo>
                  <a:close/>
                  <a:moveTo>
                    <a:pt x="4617" y="1913"/>
                  </a:moveTo>
                  <a:lnTo>
                    <a:pt x="4707" y="2182"/>
                  </a:lnTo>
                  <a:lnTo>
                    <a:pt x="4781" y="2466"/>
                  </a:lnTo>
                  <a:lnTo>
                    <a:pt x="4826" y="2749"/>
                  </a:lnTo>
                  <a:lnTo>
                    <a:pt x="4841" y="3048"/>
                  </a:lnTo>
                  <a:lnTo>
                    <a:pt x="3377" y="3048"/>
                  </a:lnTo>
                  <a:lnTo>
                    <a:pt x="3377" y="1913"/>
                  </a:lnTo>
                  <a:close/>
                  <a:moveTo>
                    <a:pt x="5917" y="1913"/>
                  </a:moveTo>
                  <a:lnTo>
                    <a:pt x="6036" y="2182"/>
                  </a:lnTo>
                  <a:lnTo>
                    <a:pt x="6126" y="2451"/>
                  </a:lnTo>
                  <a:lnTo>
                    <a:pt x="6186" y="2749"/>
                  </a:lnTo>
                  <a:lnTo>
                    <a:pt x="6216" y="3048"/>
                  </a:lnTo>
                  <a:lnTo>
                    <a:pt x="5110" y="3048"/>
                  </a:lnTo>
                  <a:lnTo>
                    <a:pt x="5080" y="2749"/>
                  </a:lnTo>
                  <a:lnTo>
                    <a:pt x="5035" y="2466"/>
                  </a:lnTo>
                  <a:lnTo>
                    <a:pt x="4976" y="2182"/>
                  </a:lnTo>
                  <a:lnTo>
                    <a:pt x="4901" y="1913"/>
                  </a:lnTo>
                  <a:close/>
                  <a:moveTo>
                    <a:pt x="1420" y="3302"/>
                  </a:moveTo>
                  <a:lnTo>
                    <a:pt x="1435" y="3601"/>
                  </a:lnTo>
                  <a:lnTo>
                    <a:pt x="1465" y="3885"/>
                  </a:lnTo>
                  <a:lnTo>
                    <a:pt x="1525" y="4169"/>
                  </a:lnTo>
                  <a:lnTo>
                    <a:pt x="1584" y="4438"/>
                  </a:lnTo>
                  <a:lnTo>
                    <a:pt x="524" y="4438"/>
                  </a:lnTo>
                  <a:lnTo>
                    <a:pt x="419" y="4169"/>
                  </a:lnTo>
                  <a:lnTo>
                    <a:pt x="329" y="3885"/>
                  </a:lnTo>
                  <a:lnTo>
                    <a:pt x="285" y="3601"/>
                  </a:lnTo>
                  <a:lnTo>
                    <a:pt x="270" y="3302"/>
                  </a:lnTo>
                  <a:close/>
                  <a:moveTo>
                    <a:pt x="3123" y="3302"/>
                  </a:moveTo>
                  <a:lnTo>
                    <a:pt x="3123" y="4438"/>
                  </a:lnTo>
                  <a:lnTo>
                    <a:pt x="1853" y="4438"/>
                  </a:lnTo>
                  <a:lnTo>
                    <a:pt x="1778" y="4169"/>
                  </a:lnTo>
                  <a:lnTo>
                    <a:pt x="1734" y="3885"/>
                  </a:lnTo>
                  <a:lnTo>
                    <a:pt x="1704" y="3601"/>
                  </a:lnTo>
                  <a:lnTo>
                    <a:pt x="1689" y="3302"/>
                  </a:lnTo>
                  <a:close/>
                  <a:moveTo>
                    <a:pt x="4841" y="3302"/>
                  </a:moveTo>
                  <a:lnTo>
                    <a:pt x="4826" y="3601"/>
                  </a:lnTo>
                  <a:lnTo>
                    <a:pt x="4796" y="3885"/>
                  </a:lnTo>
                  <a:lnTo>
                    <a:pt x="4737" y="4169"/>
                  </a:lnTo>
                  <a:lnTo>
                    <a:pt x="4677" y="4438"/>
                  </a:lnTo>
                  <a:lnTo>
                    <a:pt x="3377" y="4438"/>
                  </a:lnTo>
                  <a:lnTo>
                    <a:pt x="3377" y="3302"/>
                  </a:lnTo>
                  <a:close/>
                  <a:moveTo>
                    <a:pt x="6230" y="3302"/>
                  </a:moveTo>
                  <a:lnTo>
                    <a:pt x="6201" y="3601"/>
                  </a:lnTo>
                  <a:lnTo>
                    <a:pt x="6156" y="3885"/>
                  </a:lnTo>
                  <a:lnTo>
                    <a:pt x="6081" y="4169"/>
                  </a:lnTo>
                  <a:lnTo>
                    <a:pt x="5977" y="4438"/>
                  </a:lnTo>
                  <a:lnTo>
                    <a:pt x="4946" y="4438"/>
                  </a:lnTo>
                  <a:lnTo>
                    <a:pt x="5005" y="4169"/>
                  </a:lnTo>
                  <a:lnTo>
                    <a:pt x="5050" y="3885"/>
                  </a:lnTo>
                  <a:lnTo>
                    <a:pt x="5095" y="3601"/>
                  </a:lnTo>
                  <a:lnTo>
                    <a:pt x="5110" y="3302"/>
                  </a:lnTo>
                  <a:close/>
                  <a:moveTo>
                    <a:pt x="5842" y="4692"/>
                  </a:moveTo>
                  <a:lnTo>
                    <a:pt x="5678" y="4960"/>
                  </a:lnTo>
                  <a:lnTo>
                    <a:pt x="5484" y="5214"/>
                  </a:lnTo>
                  <a:lnTo>
                    <a:pt x="5274" y="5438"/>
                  </a:lnTo>
                  <a:lnTo>
                    <a:pt x="5035" y="5633"/>
                  </a:lnTo>
                  <a:lnTo>
                    <a:pt x="4766" y="5797"/>
                  </a:lnTo>
                  <a:lnTo>
                    <a:pt x="4497" y="5946"/>
                  </a:lnTo>
                  <a:lnTo>
                    <a:pt x="4214" y="6066"/>
                  </a:lnTo>
                  <a:lnTo>
                    <a:pt x="3900" y="6156"/>
                  </a:lnTo>
                  <a:lnTo>
                    <a:pt x="3900" y="6156"/>
                  </a:lnTo>
                  <a:lnTo>
                    <a:pt x="4109" y="5946"/>
                  </a:lnTo>
                  <a:lnTo>
                    <a:pt x="4303" y="5737"/>
                  </a:lnTo>
                  <a:lnTo>
                    <a:pt x="4468" y="5498"/>
                  </a:lnTo>
                  <a:lnTo>
                    <a:pt x="4617" y="5244"/>
                  </a:lnTo>
                  <a:lnTo>
                    <a:pt x="4751" y="4975"/>
                  </a:lnTo>
                  <a:lnTo>
                    <a:pt x="4856" y="4692"/>
                  </a:lnTo>
                  <a:close/>
                  <a:moveTo>
                    <a:pt x="1659" y="4692"/>
                  </a:moveTo>
                  <a:lnTo>
                    <a:pt x="1778" y="4975"/>
                  </a:lnTo>
                  <a:lnTo>
                    <a:pt x="1913" y="5244"/>
                  </a:lnTo>
                  <a:lnTo>
                    <a:pt x="2062" y="5498"/>
                  </a:lnTo>
                  <a:lnTo>
                    <a:pt x="2227" y="5737"/>
                  </a:lnTo>
                  <a:lnTo>
                    <a:pt x="2421" y="5961"/>
                  </a:lnTo>
                  <a:lnTo>
                    <a:pt x="2630" y="6156"/>
                  </a:lnTo>
                  <a:lnTo>
                    <a:pt x="2316" y="6081"/>
                  </a:lnTo>
                  <a:lnTo>
                    <a:pt x="2032" y="5961"/>
                  </a:lnTo>
                  <a:lnTo>
                    <a:pt x="1749" y="5812"/>
                  </a:lnTo>
                  <a:lnTo>
                    <a:pt x="1480" y="5648"/>
                  </a:lnTo>
                  <a:lnTo>
                    <a:pt x="1241" y="5438"/>
                  </a:lnTo>
                  <a:lnTo>
                    <a:pt x="1017" y="5214"/>
                  </a:lnTo>
                  <a:lnTo>
                    <a:pt x="822" y="4975"/>
                  </a:lnTo>
                  <a:lnTo>
                    <a:pt x="643" y="4692"/>
                  </a:lnTo>
                  <a:close/>
                  <a:moveTo>
                    <a:pt x="3123" y="4692"/>
                  </a:moveTo>
                  <a:lnTo>
                    <a:pt x="3123" y="6200"/>
                  </a:lnTo>
                  <a:lnTo>
                    <a:pt x="3018" y="6141"/>
                  </a:lnTo>
                  <a:lnTo>
                    <a:pt x="2899" y="6051"/>
                  </a:lnTo>
                  <a:lnTo>
                    <a:pt x="2750" y="5917"/>
                  </a:lnTo>
                  <a:lnTo>
                    <a:pt x="2585" y="5752"/>
                  </a:lnTo>
                  <a:lnTo>
                    <a:pt x="2421" y="5558"/>
                  </a:lnTo>
                  <a:lnTo>
                    <a:pt x="2257" y="5304"/>
                  </a:lnTo>
                  <a:lnTo>
                    <a:pt x="2092" y="5020"/>
                  </a:lnTo>
                  <a:lnTo>
                    <a:pt x="2018" y="4871"/>
                  </a:lnTo>
                  <a:lnTo>
                    <a:pt x="1943" y="4692"/>
                  </a:lnTo>
                  <a:close/>
                  <a:moveTo>
                    <a:pt x="4587" y="4692"/>
                  </a:moveTo>
                  <a:lnTo>
                    <a:pt x="4483" y="4931"/>
                  </a:lnTo>
                  <a:lnTo>
                    <a:pt x="4363" y="5155"/>
                  </a:lnTo>
                  <a:lnTo>
                    <a:pt x="4244" y="5364"/>
                  </a:lnTo>
                  <a:lnTo>
                    <a:pt x="4094" y="5558"/>
                  </a:lnTo>
                  <a:lnTo>
                    <a:pt x="3975" y="5707"/>
                  </a:lnTo>
                  <a:lnTo>
                    <a:pt x="3870" y="5827"/>
                  </a:lnTo>
                  <a:lnTo>
                    <a:pt x="3661" y="6021"/>
                  </a:lnTo>
                  <a:lnTo>
                    <a:pt x="3482" y="6141"/>
                  </a:lnTo>
                  <a:lnTo>
                    <a:pt x="3377" y="6215"/>
                  </a:lnTo>
                  <a:lnTo>
                    <a:pt x="3377" y="4692"/>
                  </a:lnTo>
                  <a:close/>
                  <a:moveTo>
                    <a:pt x="3243" y="1"/>
                  </a:moveTo>
                  <a:lnTo>
                    <a:pt x="2914" y="15"/>
                  </a:lnTo>
                  <a:lnTo>
                    <a:pt x="2600" y="60"/>
                  </a:lnTo>
                  <a:lnTo>
                    <a:pt x="2286" y="150"/>
                  </a:lnTo>
                  <a:lnTo>
                    <a:pt x="1988" y="254"/>
                  </a:lnTo>
                  <a:lnTo>
                    <a:pt x="1704" y="389"/>
                  </a:lnTo>
                  <a:lnTo>
                    <a:pt x="1435" y="553"/>
                  </a:lnTo>
                  <a:lnTo>
                    <a:pt x="1181" y="747"/>
                  </a:lnTo>
                  <a:lnTo>
                    <a:pt x="957" y="957"/>
                  </a:lnTo>
                  <a:lnTo>
                    <a:pt x="748" y="1181"/>
                  </a:lnTo>
                  <a:lnTo>
                    <a:pt x="553" y="1435"/>
                  </a:lnTo>
                  <a:lnTo>
                    <a:pt x="404" y="1704"/>
                  </a:lnTo>
                  <a:lnTo>
                    <a:pt x="255" y="1987"/>
                  </a:lnTo>
                  <a:lnTo>
                    <a:pt x="150" y="2271"/>
                  </a:lnTo>
                  <a:lnTo>
                    <a:pt x="75" y="2585"/>
                  </a:lnTo>
                  <a:lnTo>
                    <a:pt x="16" y="2914"/>
                  </a:lnTo>
                  <a:lnTo>
                    <a:pt x="1" y="3242"/>
                  </a:lnTo>
                  <a:lnTo>
                    <a:pt x="16" y="3571"/>
                  </a:lnTo>
                  <a:lnTo>
                    <a:pt x="75" y="3900"/>
                  </a:lnTo>
                  <a:lnTo>
                    <a:pt x="150" y="4199"/>
                  </a:lnTo>
                  <a:lnTo>
                    <a:pt x="255" y="4497"/>
                  </a:lnTo>
                  <a:lnTo>
                    <a:pt x="404" y="4781"/>
                  </a:lnTo>
                  <a:lnTo>
                    <a:pt x="553" y="5050"/>
                  </a:lnTo>
                  <a:lnTo>
                    <a:pt x="748" y="5304"/>
                  </a:lnTo>
                  <a:lnTo>
                    <a:pt x="957" y="5528"/>
                  </a:lnTo>
                  <a:lnTo>
                    <a:pt x="1181" y="5737"/>
                  </a:lnTo>
                  <a:lnTo>
                    <a:pt x="1435" y="5931"/>
                  </a:lnTo>
                  <a:lnTo>
                    <a:pt x="1704" y="6096"/>
                  </a:lnTo>
                  <a:lnTo>
                    <a:pt x="1988" y="6230"/>
                  </a:lnTo>
                  <a:lnTo>
                    <a:pt x="2286" y="6335"/>
                  </a:lnTo>
                  <a:lnTo>
                    <a:pt x="2600" y="6410"/>
                  </a:lnTo>
                  <a:lnTo>
                    <a:pt x="2914" y="6469"/>
                  </a:lnTo>
                  <a:lnTo>
                    <a:pt x="3243" y="6484"/>
                  </a:lnTo>
                  <a:lnTo>
                    <a:pt x="3571" y="6469"/>
                  </a:lnTo>
                  <a:lnTo>
                    <a:pt x="3900" y="6410"/>
                  </a:lnTo>
                  <a:lnTo>
                    <a:pt x="4214" y="6335"/>
                  </a:lnTo>
                  <a:lnTo>
                    <a:pt x="4512" y="6230"/>
                  </a:lnTo>
                  <a:lnTo>
                    <a:pt x="4796" y="6096"/>
                  </a:lnTo>
                  <a:lnTo>
                    <a:pt x="5065" y="5931"/>
                  </a:lnTo>
                  <a:lnTo>
                    <a:pt x="5304" y="5737"/>
                  </a:lnTo>
                  <a:lnTo>
                    <a:pt x="5543" y="5528"/>
                  </a:lnTo>
                  <a:lnTo>
                    <a:pt x="5752" y="5304"/>
                  </a:lnTo>
                  <a:lnTo>
                    <a:pt x="5932" y="5050"/>
                  </a:lnTo>
                  <a:lnTo>
                    <a:pt x="6096" y="4781"/>
                  </a:lnTo>
                  <a:lnTo>
                    <a:pt x="6230" y="4497"/>
                  </a:lnTo>
                  <a:lnTo>
                    <a:pt x="6350" y="4199"/>
                  </a:lnTo>
                  <a:lnTo>
                    <a:pt x="6425" y="3900"/>
                  </a:lnTo>
                  <a:lnTo>
                    <a:pt x="6470" y="3571"/>
                  </a:lnTo>
                  <a:lnTo>
                    <a:pt x="6484" y="3242"/>
                  </a:lnTo>
                  <a:lnTo>
                    <a:pt x="6470" y="2914"/>
                  </a:lnTo>
                  <a:lnTo>
                    <a:pt x="6425" y="2585"/>
                  </a:lnTo>
                  <a:lnTo>
                    <a:pt x="6350" y="2271"/>
                  </a:lnTo>
                  <a:lnTo>
                    <a:pt x="6230" y="1987"/>
                  </a:lnTo>
                  <a:lnTo>
                    <a:pt x="6096" y="1704"/>
                  </a:lnTo>
                  <a:lnTo>
                    <a:pt x="5932" y="1435"/>
                  </a:lnTo>
                  <a:lnTo>
                    <a:pt x="5752" y="1181"/>
                  </a:lnTo>
                  <a:lnTo>
                    <a:pt x="5543" y="957"/>
                  </a:lnTo>
                  <a:lnTo>
                    <a:pt x="5304" y="747"/>
                  </a:lnTo>
                  <a:lnTo>
                    <a:pt x="5065" y="553"/>
                  </a:lnTo>
                  <a:lnTo>
                    <a:pt x="4796" y="389"/>
                  </a:lnTo>
                  <a:lnTo>
                    <a:pt x="4512" y="254"/>
                  </a:lnTo>
                  <a:lnTo>
                    <a:pt x="4214" y="150"/>
                  </a:lnTo>
                  <a:lnTo>
                    <a:pt x="3900" y="60"/>
                  </a:lnTo>
                  <a:lnTo>
                    <a:pt x="3571" y="15"/>
                  </a:lnTo>
                  <a:lnTo>
                    <a:pt x="3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3817620" y="1434831"/>
            <a:ext cx="849681" cy="238438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797300" y="1356888"/>
            <a:ext cx="870001" cy="90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5151688" y="1462423"/>
            <a:ext cx="896762" cy="23437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6466452" y="1469173"/>
            <a:ext cx="896762" cy="2343774"/>
          </a:xfrm>
          <a:prstGeom prst="rect">
            <a:avLst/>
          </a:prstGeom>
          <a:solidFill>
            <a:srgbClr val="26EA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MODEL EVALUATION contd.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80442"/>
            <a:ext cx="8229600" cy="408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7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MODEL EVALUATION contd.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630" y="850757"/>
            <a:ext cx="4808739" cy="429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9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MODEL EVALUATION contd.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68" y="838199"/>
            <a:ext cx="7412064" cy="420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/>
          <p:nvPr/>
        </p:nvSpPr>
        <p:spPr>
          <a:xfrm>
            <a:off x="6763600" y="2425750"/>
            <a:ext cx="1203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3714882" y="2416472"/>
            <a:ext cx="1203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MODEL DEPLOYMENT</a:t>
            </a:r>
            <a:endParaRPr dirty="0"/>
          </a:p>
        </p:txBody>
      </p:sp>
      <p:grpSp>
        <p:nvGrpSpPr>
          <p:cNvPr id="475" name="Google Shape;475;p19"/>
          <p:cNvGrpSpPr/>
          <p:nvPr/>
        </p:nvGrpSpPr>
        <p:grpSpPr>
          <a:xfrm>
            <a:off x="3841807" y="2520447"/>
            <a:ext cx="949783" cy="995673"/>
            <a:chOff x="-2429875" y="2285350"/>
            <a:chExt cx="949783" cy="995673"/>
          </a:xfrm>
          <a:blipFill>
            <a:blip r:embed="rId3"/>
            <a:stretch>
              <a:fillRect/>
            </a:stretch>
          </a:blipFill>
        </p:grpSpPr>
        <p:sp>
          <p:nvSpPr>
            <p:cNvPr id="476" name="Google Shape;476;p19"/>
            <p:cNvSpPr/>
            <p:nvPr/>
          </p:nvSpPr>
          <p:spPr>
            <a:xfrm>
              <a:off x="-2132002" y="2285350"/>
              <a:ext cx="348957" cy="302025"/>
            </a:xfrm>
            <a:custGeom>
              <a:avLst/>
              <a:gdLst/>
              <a:ahLst/>
              <a:cxnLst/>
              <a:rect l="l" t="t" r="r" b="b"/>
              <a:pathLst>
                <a:path w="27337" h="23665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65"/>
                  </a:lnTo>
                  <a:lnTo>
                    <a:pt x="20492" y="23665"/>
                  </a:lnTo>
                  <a:lnTo>
                    <a:pt x="27336" y="11840"/>
                  </a:lnTo>
                  <a:lnTo>
                    <a:pt x="204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-2132002" y="2285350"/>
              <a:ext cx="348957" cy="302025"/>
            </a:xfrm>
            <a:custGeom>
              <a:avLst/>
              <a:gdLst/>
              <a:ahLst/>
              <a:cxnLst/>
              <a:rect l="l" t="t" r="r" b="b"/>
              <a:pathLst>
                <a:path w="27337" h="23665" fill="none" extrusionOk="0">
                  <a:moveTo>
                    <a:pt x="20492" y="1"/>
                  </a:moveTo>
                  <a:lnTo>
                    <a:pt x="6831" y="1"/>
                  </a:lnTo>
                  <a:lnTo>
                    <a:pt x="1" y="11840"/>
                  </a:lnTo>
                  <a:lnTo>
                    <a:pt x="6831" y="23665"/>
                  </a:lnTo>
                  <a:lnTo>
                    <a:pt x="20492" y="23665"/>
                  </a:lnTo>
                  <a:lnTo>
                    <a:pt x="27336" y="11840"/>
                  </a:lnTo>
                  <a:lnTo>
                    <a:pt x="20492" y="1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-1837767" y="2457712"/>
              <a:ext cx="348957" cy="302037"/>
            </a:xfrm>
            <a:custGeom>
              <a:avLst/>
              <a:gdLst/>
              <a:ahLst/>
              <a:cxnLst/>
              <a:rect l="l" t="t" r="r" b="b"/>
              <a:pathLst>
                <a:path w="27337" h="23666" extrusionOk="0">
                  <a:moveTo>
                    <a:pt x="6846" y="1"/>
                  </a:moveTo>
                  <a:lnTo>
                    <a:pt x="1" y="11826"/>
                  </a:lnTo>
                  <a:lnTo>
                    <a:pt x="6846" y="23665"/>
                  </a:lnTo>
                  <a:lnTo>
                    <a:pt x="20506" y="23665"/>
                  </a:lnTo>
                  <a:lnTo>
                    <a:pt x="27337" y="11826"/>
                  </a:lnTo>
                  <a:lnTo>
                    <a:pt x="205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-2132002" y="2638613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492" y="23679"/>
                  </a:lnTo>
                  <a:lnTo>
                    <a:pt x="27336" y="11840"/>
                  </a:lnTo>
                  <a:lnTo>
                    <a:pt x="204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-2132002" y="2638613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fill="none" extrusionOk="0">
                  <a:moveTo>
                    <a:pt x="20492" y="1"/>
                  </a:moveTo>
                  <a:lnTo>
                    <a:pt x="6831" y="1"/>
                  </a:lnTo>
                  <a:lnTo>
                    <a:pt x="1" y="11840"/>
                  </a:lnTo>
                  <a:lnTo>
                    <a:pt x="6831" y="23679"/>
                  </a:lnTo>
                  <a:lnTo>
                    <a:pt x="20492" y="23679"/>
                  </a:lnTo>
                  <a:lnTo>
                    <a:pt x="27336" y="11840"/>
                  </a:lnTo>
                  <a:lnTo>
                    <a:pt x="20492" y="1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-1829036" y="2804262"/>
              <a:ext cx="348944" cy="302025"/>
            </a:xfrm>
            <a:custGeom>
              <a:avLst/>
              <a:gdLst/>
              <a:ahLst/>
              <a:cxnLst/>
              <a:rect l="l" t="t" r="r" b="b"/>
              <a:pathLst>
                <a:path w="27336" h="23665" extrusionOk="0">
                  <a:moveTo>
                    <a:pt x="6830" y="0"/>
                  </a:moveTo>
                  <a:lnTo>
                    <a:pt x="0" y="11826"/>
                  </a:lnTo>
                  <a:lnTo>
                    <a:pt x="6830" y="23665"/>
                  </a:lnTo>
                  <a:lnTo>
                    <a:pt x="20505" y="23665"/>
                  </a:lnTo>
                  <a:lnTo>
                    <a:pt x="27336" y="11826"/>
                  </a:lnTo>
                  <a:lnTo>
                    <a:pt x="205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-2429875" y="2463711"/>
              <a:ext cx="348957" cy="302203"/>
            </a:xfrm>
            <a:custGeom>
              <a:avLst/>
              <a:gdLst/>
              <a:ahLst/>
              <a:cxnLst/>
              <a:rect l="l" t="t" r="r" b="b"/>
              <a:pathLst>
                <a:path w="27337" h="23679" extrusionOk="0">
                  <a:moveTo>
                    <a:pt x="6831" y="0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6" y="11840"/>
                  </a:lnTo>
                  <a:lnTo>
                    <a:pt x="205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-2429875" y="2811524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6" y="11840"/>
                  </a:lnTo>
                  <a:lnTo>
                    <a:pt x="205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-2126195" y="2978806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0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7" y="11840"/>
                  </a:lnTo>
                  <a:lnTo>
                    <a:pt x="205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19"/>
          <p:cNvSpPr txBox="1"/>
          <p:nvPr/>
        </p:nvSpPr>
        <p:spPr>
          <a:xfrm>
            <a:off x="3326097" y="4049285"/>
            <a:ext cx="19812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Streamlit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1770183" y="4357294"/>
            <a:ext cx="5436908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 smtClean="0">
                <a:latin typeface="Roboto"/>
                <a:ea typeface="Roboto"/>
                <a:cs typeface="Roboto"/>
                <a:sym typeface="Roboto"/>
              </a:rPr>
              <a:t>devnagari-character-predictor-xwy93napvjb8m6b8wdlcsz.streamlit.app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3924317" y="1202472"/>
            <a:ext cx="784800" cy="78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93" name="Google Shape;493;p19"/>
          <p:cNvGrpSpPr/>
          <p:nvPr/>
        </p:nvGrpSpPr>
        <p:grpSpPr>
          <a:xfrm>
            <a:off x="6466608" y="1114533"/>
            <a:ext cx="1371604" cy="3617430"/>
            <a:chOff x="3886200" y="1114550"/>
            <a:chExt cx="1371604" cy="3617430"/>
          </a:xfrm>
        </p:grpSpPr>
        <p:grpSp>
          <p:nvGrpSpPr>
            <p:cNvPr id="494" name="Google Shape;494;p19"/>
            <p:cNvGrpSpPr/>
            <p:nvPr/>
          </p:nvGrpSpPr>
          <p:grpSpPr>
            <a:xfrm>
              <a:off x="3886200" y="1114550"/>
              <a:ext cx="1371604" cy="3617430"/>
              <a:chOff x="1657350" y="1114550"/>
              <a:chExt cx="1371604" cy="3617430"/>
            </a:xfrm>
          </p:grpSpPr>
          <p:sp>
            <p:nvSpPr>
              <p:cNvPr id="495" name="Google Shape;495;p19"/>
              <p:cNvSpPr/>
              <p:nvPr/>
            </p:nvSpPr>
            <p:spPr>
              <a:xfrm>
                <a:off x="1914024" y="3062466"/>
                <a:ext cx="208914" cy="934473"/>
              </a:xfrm>
              <a:custGeom>
                <a:avLst/>
                <a:gdLst/>
                <a:ahLst/>
                <a:cxnLst/>
                <a:rect l="l" t="t" r="r" b="b"/>
                <a:pathLst>
                  <a:path w="6277" h="28077" extrusionOk="0">
                    <a:moveTo>
                      <a:pt x="2747" y="1"/>
                    </a:moveTo>
                    <a:lnTo>
                      <a:pt x="2648" y="214"/>
                    </a:lnTo>
                    <a:lnTo>
                      <a:pt x="2420" y="741"/>
                    </a:lnTo>
                    <a:lnTo>
                      <a:pt x="2263" y="1125"/>
                    </a:lnTo>
                    <a:lnTo>
                      <a:pt x="2078" y="1580"/>
                    </a:lnTo>
                    <a:lnTo>
                      <a:pt x="1893" y="2107"/>
                    </a:lnTo>
                    <a:lnTo>
                      <a:pt x="1680" y="2704"/>
                    </a:lnTo>
                    <a:lnTo>
                      <a:pt x="1481" y="3359"/>
                    </a:lnTo>
                    <a:lnTo>
                      <a:pt x="1267" y="4070"/>
                    </a:lnTo>
                    <a:lnTo>
                      <a:pt x="1054" y="4839"/>
                    </a:lnTo>
                    <a:lnTo>
                      <a:pt x="840" y="5664"/>
                    </a:lnTo>
                    <a:lnTo>
                      <a:pt x="655" y="6532"/>
                    </a:lnTo>
                    <a:lnTo>
                      <a:pt x="485" y="7457"/>
                    </a:lnTo>
                    <a:lnTo>
                      <a:pt x="328" y="8411"/>
                    </a:lnTo>
                    <a:lnTo>
                      <a:pt x="200" y="9421"/>
                    </a:lnTo>
                    <a:lnTo>
                      <a:pt x="143" y="9933"/>
                    </a:lnTo>
                    <a:lnTo>
                      <a:pt x="100" y="10460"/>
                    </a:lnTo>
                    <a:lnTo>
                      <a:pt x="58" y="10986"/>
                    </a:lnTo>
                    <a:lnTo>
                      <a:pt x="29" y="11527"/>
                    </a:lnTo>
                    <a:lnTo>
                      <a:pt x="15" y="12068"/>
                    </a:lnTo>
                    <a:lnTo>
                      <a:pt x="1" y="12623"/>
                    </a:lnTo>
                    <a:lnTo>
                      <a:pt x="1" y="13178"/>
                    </a:lnTo>
                    <a:lnTo>
                      <a:pt x="29" y="13747"/>
                    </a:lnTo>
                    <a:lnTo>
                      <a:pt x="44" y="14316"/>
                    </a:lnTo>
                    <a:lnTo>
                      <a:pt x="86" y="14899"/>
                    </a:lnTo>
                    <a:lnTo>
                      <a:pt x="143" y="15483"/>
                    </a:lnTo>
                    <a:lnTo>
                      <a:pt x="214" y="16066"/>
                    </a:lnTo>
                    <a:lnTo>
                      <a:pt x="285" y="16650"/>
                    </a:lnTo>
                    <a:lnTo>
                      <a:pt x="385" y="17247"/>
                    </a:lnTo>
                    <a:lnTo>
                      <a:pt x="499" y="17845"/>
                    </a:lnTo>
                    <a:lnTo>
                      <a:pt x="627" y="18443"/>
                    </a:lnTo>
                    <a:lnTo>
                      <a:pt x="769" y="19040"/>
                    </a:lnTo>
                    <a:lnTo>
                      <a:pt x="940" y="19652"/>
                    </a:lnTo>
                    <a:lnTo>
                      <a:pt x="1111" y="20250"/>
                    </a:lnTo>
                    <a:lnTo>
                      <a:pt x="1310" y="20862"/>
                    </a:lnTo>
                    <a:lnTo>
                      <a:pt x="1538" y="21474"/>
                    </a:lnTo>
                    <a:lnTo>
                      <a:pt x="1765" y="22071"/>
                    </a:lnTo>
                    <a:lnTo>
                      <a:pt x="2022" y="22683"/>
                    </a:lnTo>
                    <a:lnTo>
                      <a:pt x="2306" y="23295"/>
                    </a:lnTo>
                    <a:lnTo>
                      <a:pt x="2605" y="23893"/>
                    </a:lnTo>
                    <a:lnTo>
                      <a:pt x="2932" y="24505"/>
                    </a:lnTo>
                    <a:lnTo>
                      <a:pt x="3274" y="25102"/>
                    </a:lnTo>
                    <a:lnTo>
                      <a:pt x="3630" y="25700"/>
                    </a:lnTo>
                    <a:lnTo>
                      <a:pt x="4028" y="26298"/>
                    </a:lnTo>
                    <a:lnTo>
                      <a:pt x="4441" y="26895"/>
                    </a:lnTo>
                    <a:lnTo>
                      <a:pt x="4882" y="27493"/>
                    </a:lnTo>
                    <a:lnTo>
                      <a:pt x="5351" y="28076"/>
                    </a:lnTo>
                    <a:lnTo>
                      <a:pt x="6276" y="27322"/>
                    </a:lnTo>
                    <a:lnTo>
                      <a:pt x="5821" y="26767"/>
                    </a:lnTo>
                    <a:lnTo>
                      <a:pt x="5408" y="26198"/>
                    </a:lnTo>
                    <a:lnTo>
                      <a:pt x="5010" y="25629"/>
                    </a:lnTo>
                    <a:lnTo>
                      <a:pt x="4640" y="25060"/>
                    </a:lnTo>
                    <a:lnTo>
                      <a:pt x="4298" y="24490"/>
                    </a:lnTo>
                    <a:lnTo>
                      <a:pt x="3971" y="23921"/>
                    </a:lnTo>
                    <a:lnTo>
                      <a:pt x="3658" y="23338"/>
                    </a:lnTo>
                    <a:lnTo>
                      <a:pt x="3373" y="22769"/>
                    </a:lnTo>
                    <a:lnTo>
                      <a:pt x="3117" y="22185"/>
                    </a:lnTo>
                    <a:lnTo>
                      <a:pt x="2861" y="21602"/>
                    </a:lnTo>
                    <a:lnTo>
                      <a:pt x="2648" y="21033"/>
                    </a:lnTo>
                    <a:lnTo>
                      <a:pt x="2434" y="20449"/>
                    </a:lnTo>
                    <a:lnTo>
                      <a:pt x="2249" y="19866"/>
                    </a:lnTo>
                    <a:lnTo>
                      <a:pt x="2078" y="19297"/>
                    </a:lnTo>
                    <a:lnTo>
                      <a:pt x="1922" y="18713"/>
                    </a:lnTo>
                    <a:lnTo>
                      <a:pt x="1780" y="18144"/>
                    </a:lnTo>
                    <a:lnTo>
                      <a:pt x="1666" y="17575"/>
                    </a:lnTo>
                    <a:lnTo>
                      <a:pt x="1552" y="17005"/>
                    </a:lnTo>
                    <a:lnTo>
                      <a:pt x="1467" y="16436"/>
                    </a:lnTo>
                    <a:lnTo>
                      <a:pt x="1381" y="15867"/>
                    </a:lnTo>
                    <a:lnTo>
                      <a:pt x="1324" y="15312"/>
                    </a:lnTo>
                    <a:lnTo>
                      <a:pt x="1267" y="14757"/>
                    </a:lnTo>
                    <a:lnTo>
                      <a:pt x="1239" y="14216"/>
                    </a:lnTo>
                    <a:lnTo>
                      <a:pt x="1210" y="13661"/>
                    </a:lnTo>
                    <a:lnTo>
                      <a:pt x="1196" y="13121"/>
                    </a:lnTo>
                    <a:lnTo>
                      <a:pt x="1196" y="12594"/>
                    </a:lnTo>
                    <a:lnTo>
                      <a:pt x="1196" y="12068"/>
                    </a:lnTo>
                    <a:lnTo>
                      <a:pt x="1225" y="11541"/>
                    </a:lnTo>
                    <a:lnTo>
                      <a:pt x="1239" y="11029"/>
                    </a:lnTo>
                    <a:lnTo>
                      <a:pt x="1282" y="10517"/>
                    </a:lnTo>
                    <a:lnTo>
                      <a:pt x="1324" y="10019"/>
                    </a:lnTo>
                    <a:lnTo>
                      <a:pt x="1381" y="9535"/>
                    </a:lnTo>
                    <a:lnTo>
                      <a:pt x="1495" y="8581"/>
                    </a:lnTo>
                    <a:lnTo>
                      <a:pt x="1652" y="7656"/>
                    </a:lnTo>
                    <a:lnTo>
                      <a:pt x="1822" y="6774"/>
                    </a:lnTo>
                    <a:lnTo>
                      <a:pt x="2007" y="5949"/>
                    </a:lnTo>
                    <a:lnTo>
                      <a:pt x="2192" y="5166"/>
                    </a:lnTo>
                    <a:lnTo>
                      <a:pt x="2392" y="4426"/>
                    </a:lnTo>
                    <a:lnTo>
                      <a:pt x="2605" y="3743"/>
                    </a:lnTo>
                    <a:lnTo>
                      <a:pt x="2804" y="3117"/>
                    </a:lnTo>
                    <a:lnTo>
                      <a:pt x="3003" y="2548"/>
                    </a:lnTo>
                    <a:lnTo>
                      <a:pt x="3174" y="2050"/>
                    </a:lnTo>
                    <a:lnTo>
                      <a:pt x="3501" y="1253"/>
                    </a:lnTo>
                    <a:lnTo>
                      <a:pt x="3715" y="741"/>
                    </a:lnTo>
                    <a:lnTo>
                      <a:pt x="3814" y="541"/>
                    </a:lnTo>
                    <a:lnTo>
                      <a:pt x="2747" y="1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2211002" y="3288386"/>
                <a:ext cx="168609" cy="466055"/>
              </a:xfrm>
              <a:custGeom>
                <a:avLst/>
                <a:gdLst/>
                <a:ahLst/>
                <a:cxnLst/>
                <a:rect l="l" t="t" r="r" b="b"/>
                <a:pathLst>
                  <a:path w="5066" h="14003" extrusionOk="0">
                    <a:moveTo>
                      <a:pt x="0" y="0"/>
                    </a:moveTo>
                    <a:lnTo>
                      <a:pt x="0" y="14003"/>
                    </a:lnTo>
                    <a:lnTo>
                      <a:pt x="5066" y="14003"/>
                    </a:lnTo>
                    <a:lnTo>
                      <a:pt x="5066" y="0"/>
                    </a:lnTo>
                    <a:close/>
                  </a:path>
                </a:pathLst>
              </a:custGeom>
              <a:solidFill>
                <a:srgbClr val="7271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2496099" y="3258532"/>
                <a:ext cx="168642" cy="495909"/>
              </a:xfrm>
              <a:custGeom>
                <a:avLst/>
                <a:gdLst/>
                <a:ahLst/>
                <a:cxnLst/>
                <a:rect l="l" t="t" r="r" b="b"/>
                <a:pathLst>
                  <a:path w="5067" h="14900" extrusionOk="0">
                    <a:moveTo>
                      <a:pt x="0" y="1"/>
                    </a:moveTo>
                    <a:lnTo>
                      <a:pt x="0" y="14900"/>
                    </a:lnTo>
                    <a:lnTo>
                      <a:pt x="5066" y="14900"/>
                    </a:lnTo>
                    <a:lnTo>
                      <a:pt x="5066" y="1"/>
                    </a:lnTo>
                    <a:close/>
                  </a:path>
                </a:pathLst>
              </a:custGeom>
              <a:solidFill>
                <a:srgbClr val="7271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2107261" y="3650232"/>
                <a:ext cx="667813" cy="1081748"/>
              </a:xfrm>
              <a:custGeom>
                <a:avLst/>
                <a:gdLst/>
                <a:ahLst/>
                <a:cxnLst/>
                <a:rect l="l" t="t" r="r" b="b"/>
                <a:pathLst>
                  <a:path w="20065" h="32502" extrusionOk="0">
                    <a:moveTo>
                      <a:pt x="10033" y="0"/>
                    </a:moveTo>
                    <a:lnTo>
                      <a:pt x="9520" y="14"/>
                    </a:lnTo>
                    <a:lnTo>
                      <a:pt x="9008" y="57"/>
                    </a:lnTo>
                    <a:lnTo>
                      <a:pt x="8510" y="128"/>
                    </a:lnTo>
                    <a:lnTo>
                      <a:pt x="8012" y="214"/>
                    </a:lnTo>
                    <a:lnTo>
                      <a:pt x="7528" y="327"/>
                    </a:lnTo>
                    <a:lnTo>
                      <a:pt x="7044" y="455"/>
                    </a:lnTo>
                    <a:lnTo>
                      <a:pt x="6589" y="612"/>
                    </a:lnTo>
                    <a:lnTo>
                      <a:pt x="6134" y="797"/>
                    </a:lnTo>
                    <a:lnTo>
                      <a:pt x="5678" y="996"/>
                    </a:lnTo>
                    <a:lnTo>
                      <a:pt x="5252" y="1224"/>
                    </a:lnTo>
                    <a:lnTo>
                      <a:pt x="4825" y="1466"/>
                    </a:lnTo>
                    <a:lnTo>
                      <a:pt x="4426" y="1722"/>
                    </a:lnTo>
                    <a:lnTo>
                      <a:pt x="4028" y="2006"/>
                    </a:lnTo>
                    <a:lnTo>
                      <a:pt x="3658" y="2291"/>
                    </a:lnTo>
                    <a:lnTo>
                      <a:pt x="3288" y="2618"/>
                    </a:lnTo>
                    <a:lnTo>
                      <a:pt x="2946" y="2946"/>
                    </a:lnTo>
                    <a:lnTo>
                      <a:pt x="2605" y="3287"/>
                    </a:lnTo>
                    <a:lnTo>
                      <a:pt x="2292" y="3657"/>
                    </a:lnTo>
                    <a:lnTo>
                      <a:pt x="1993" y="4041"/>
                    </a:lnTo>
                    <a:lnTo>
                      <a:pt x="1708" y="4426"/>
                    </a:lnTo>
                    <a:lnTo>
                      <a:pt x="1452" y="4838"/>
                    </a:lnTo>
                    <a:lnTo>
                      <a:pt x="1210" y="5251"/>
                    </a:lnTo>
                    <a:lnTo>
                      <a:pt x="997" y="5692"/>
                    </a:lnTo>
                    <a:lnTo>
                      <a:pt x="798" y="6133"/>
                    </a:lnTo>
                    <a:lnTo>
                      <a:pt x="613" y="6589"/>
                    </a:lnTo>
                    <a:lnTo>
                      <a:pt x="456" y="7058"/>
                    </a:lnTo>
                    <a:lnTo>
                      <a:pt x="314" y="7528"/>
                    </a:lnTo>
                    <a:lnTo>
                      <a:pt x="200" y="8012"/>
                    </a:lnTo>
                    <a:lnTo>
                      <a:pt x="115" y="8510"/>
                    </a:lnTo>
                    <a:lnTo>
                      <a:pt x="58" y="9008"/>
                    </a:lnTo>
                    <a:lnTo>
                      <a:pt x="15" y="9520"/>
                    </a:lnTo>
                    <a:lnTo>
                      <a:pt x="1" y="10032"/>
                    </a:lnTo>
                    <a:lnTo>
                      <a:pt x="1" y="22483"/>
                    </a:lnTo>
                    <a:lnTo>
                      <a:pt x="15" y="22996"/>
                    </a:lnTo>
                    <a:lnTo>
                      <a:pt x="58" y="23508"/>
                    </a:lnTo>
                    <a:lnTo>
                      <a:pt x="115" y="24006"/>
                    </a:lnTo>
                    <a:lnTo>
                      <a:pt x="200" y="24504"/>
                    </a:lnTo>
                    <a:lnTo>
                      <a:pt x="314" y="24988"/>
                    </a:lnTo>
                    <a:lnTo>
                      <a:pt x="456" y="25457"/>
                    </a:lnTo>
                    <a:lnTo>
                      <a:pt x="613" y="25927"/>
                    </a:lnTo>
                    <a:lnTo>
                      <a:pt x="798" y="26382"/>
                    </a:lnTo>
                    <a:lnTo>
                      <a:pt x="997" y="26823"/>
                    </a:lnTo>
                    <a:lnTo>
                      <a:pt x="1210" y="27265"/>
                    </a:lnTo>
                    <a:lnTo>
                      <a:pt x="1452" y="27677"/>
                    </a:lnTo>
                    <a:lnTo>
                      <a:pt x="1708" y="28090"/>
                    </a:lnTo>
                    <a:lnTo>
                      <a:pt x="1993" y="28474"/>
                    </a:lnTo>
                    <a:lnTo>
                      <a:pt x="2292" y="28858"/>
                    </a:lnTo>
                    <a:lnTo>
                      <a:pt x="2605" y="29214"/>
                    </a:lnTo>
                    <a:lnTo>
                      <a:pt x="2946" y="29570"/>
                    </a:lnTo>
                    <a:lnTo>
                      <a:pt x="3288" y="29897"/>
                    </a:lnTo>
                    <a:lnTo>
                      <a:pt x="3658" y="30210"/>
                    </a:lnTo>
                    <a:lnTo>
                      <a:pt x="4028" y="30509"/>
                    </a:lnTo>
                    <a:lnTo>
                      <a:pt x="4426" y="30794"/>
                    </a:lnTo>
                    <a:lnTo>
                      <a:pt x="4825" y="31050"/>
                    </a:lnTo>
                    <a:lnTo>
                      <a:pt x="5252" y="31292"/>
                    </a:lnTo>
                    <a:lnTo>
                      <a:pt x="5678" y="31519"/>
                    </a:lnTo>
                    <a:lnTo>
                      <a:pt x="6134" y="31719"/>
                    </a:lnTo>
                    <a:lnTo>
                      <a:pt x="6589" y="31904"/>
                    </a:lnTo>
                    <a:lnTo>
                      <a:pt x="7044" y="32060"/>
                    </a:lnTo>
                    <a:lnTo>
                      <a:pt x="7528" y="32188"/>
                    </a:lnTo>
                    <a:lnTo>
                      <a:pt x="8012" y="32302"/>
                    </a:lnTo>
                    <a:lnTo>
                      <a:pt x="8510" y="32387"/>
                    </a:lnTo>
                    <a:lnTo>
                      <a:pt x="9008" y="32459"/>
                    </a:lnTo>
                    <a:lnTo>
                      <a:pt x="9520" y="32487"/>
                    </a:lnTo>
                    <a:lnTo>
                      <a:pt x="10033" y="32501"/>
                    </a:lnTo>
                    <a:lnTo>
                      <a:pt x="10545" y="32487"/>
                    </a:lnTo>
                    <a:lnTo>
                      <a:pt x="11057" y="32459"/>
                    </a:lnTo>
                    <a:lnTo>
                      <a:pt x="11555" y="32387"/>
                    </a:lnTo>
                    <a:lnTo>
                      <a:pt x="12053" y="32302"/>
                    </a:lnTo>
                    <a:lnTo>
                      <a:pt x="12537" y="32188"/>
                    </a:lnTo>
                    <a:lnTo>
                      <a:pt x="13021" y="32060"/>
                    </a:lnTo>
                    <a:lnTo>
                      <a:pt x="13476" y="31904"/>
                    </a:lnTo>
                    <a:lnTo>
                      <a:pt x="13932" y="31719"/>
                    </a:lnTo>
                    <a:lnTo>
                      <a:pt x="14387" y="31519"/>
                    </a:lnTo>
                    <a:lnTo>
                      <a:pt x="14814" y="31292"/>
                    </a:lnTo>
                    <a:lnTo>
                      <a:pt x="15227" y="31050"/>
                    </a:lnTo>
                    <a:lnTo>
                      <a:pt x="15639" y="30794"/>
                    </a:lnTo>
                    <a:lnTo>
                      <a:pt x="16038" y="30509"/>
                    </a:lnTo>
                    <a:lnTo>
                      <a:pt x="16408" y="30210"/>
                    </a:lnTo>
                    <a:lnTo>
                      <a:pt x="16778" y="29897"/>
                    </a:lnTo>
                    <a:lnTo>
                      <a:pt x="17119" y="29570"/>
                    </a:lnTo>
                    <a:lnTo>
                      <a:pt x="17461" y="29214"/>
                    </a:lnTo>
                    <a:lnTo>
                      <a:pt x="17774" y="28858"/>
                    </a:lnTo>
                    <a:lnTo>
                      <a:pt x="18073" y="28474"/>
                    </a:lnTo>
                    <a:lnTo>
                      <a:pt x="18343" y="28090"/>
                    </a:lnTo>
                    <a:lnTo>
                      <a:pt x="18613" y="27677"/>
                    </a:lnTo>
                    <a:lnTo>
                      <a:pt x="18855" y="27265"/>
                    </a:lnTo>
                    <a:lnTo>
                      <a:pt x="19069" y="26823"/>
                    </a:lnTo>
                    <a:lnTo>
                      <a:pt x="19268" y="26382"/>
                    </a:lnTo>
                    <a:lnTo>
                      <a:pt x="19453" y="25927"/>
                    </a:lnTo>
                    <a:lnTo>
                      <a:pt x="19609" y="25457"/>
                    </a:lnTo>
                    <a:lnTo>
                      <a:pt x="19752" y="24988"/>
                    </a:lnTo>
                    <a:lnTo>
                      <a:pt x="19866" y="24504"/>
                    </a:lnTo>
                    <a:lnTo>
                      <a:pt x="19951" y="24006"/>
                    </a:lnTo>
                    <a:lnTo>
                      <a:pt x="20008" y="23508"/>
                    </a:lnTo>
                    <a:lnTo>
                      <a:pt x="20051" y="22996"/>
                    </a:lnTo>
                    <a:lnTo>
                      <a:pt x="20065" y="22483"/>
                    </a:lnTo>
                    <a:lnTo>
                      <a:pt x="20065" y="10032"/>
                    </a:lnTo>
                    <a:lnTo>
                      <a:pt x="20051" y="9520"/>
                    </a:lnTo>
                    <a:lnTo>
                      <a:pt x="20008" y="9008"/>
                    </a:lnTo>
                    <a:lnTo>
                      <a:pt x="19951" y="8510"/>
                    </a:lnTo>
                    <a:lnTo>
                      <a:pt x="19866" y="8012"/>
                    </a:lnTo>
                    <a:lnTo>
                      <a:pt x="19752" y="7528"/>
                    </a:lnTo>
                    <a:lnTo>
                      <a:pt x="19609" y="7058"/>
                    </a:lnTo>
                    <a:lnTo>
                      <a:pt x="19453" y="6589"/>
                    </a:lnTo>
                    <a:lnTo>
                      <a:pt x="19268" y="6133"/>
                    </a:lnTo>
                    <a:lnTo>
                      <a:pt x="19069" y="5692"/>
                    </a:lnTo>
                    <a:lnTo>
                      <a:pt x="18855" y="5251"/>
                    </a:lnTo>
                    <a:lnTo>
                      <a:pt x="18613" y="4838"/>
                    </a:lnTo>
                    <a:lnTo>
                      <a:pt x="18343" y="4426"/>
                    </a:lnTo>
                    <a:lnTo>
                      <a:pt x="18073" y="4041"/>
                    </a:lnTo>
                    <a:lnTo>
                      <a:pt x="17774" y="3657"/>
                    </a:lnTo>
                    <a:lnTo>
                      <a:pt x="17461" y="3287"/>
                    </a:lnTo>
                    <a:lnTo>
                      <a:pt x="17119" y="2946"/>
                    </a:lnTo>
                    <a:lnTo>
                      <a:pt x="16778" y="2618"/>
                    </a:lnTo>
                    <a:lnTo>
                      <a:pt x="16408" y="2291"/>
                    </a:lnTo>
                    <a:lnTo>
                      <a:pt x="16038" y="2006"/>
                    </a:lnTo>
                    <a:lnTo>
                      <a:pt x="15639" y="1722"/>
                    </a:lnTo>
                    <a:lnTo>
                      <a:pt x="15227" y="1466"/>
                    </a:lnTo>
                    <a:lnTo>
                      <a:pt x="14814" y="1224"/>
                    </a:lnTo>
                    <a:lnTo>
                      <a:pt x="14387" y="996"/>
                    </a:lnTo>
                    <a:lnTo>
                      <a:pt x="13932" y="797"/>
                    </a:lnTo>
                    <a:lnTo>
                      <a:pt x="13476" y="612"/>
                    </a:lnTo>
                    <a:lnTo>
                      <a:pt x="13021" y="455"/>
                    </a:lnTo>
                    <a:lnTo>
                      <a:pt x="12537" y="327"/>
                    </a:lnTo>
                    <a:lnTo>
                      <a:pt x="12053" y="214"/>
                    </a:lnTo>
                    <a:lnTo>
                      <a:pt x="11555" y="128"/>
                    </a:lnTo>
                    <a:lnTo>
                      <a:pt x="11057" y="57"/>
                    </a:lnTo>
                    <a:lnTo>
                      <a:pt x="10545" y="14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2107261" y="3236766"/>
                <a:ext cx="667813" cy="185683"/>
              </a:xfrm>
              <a:custGeom>
                <a:avLst/>
                <a:gdLst/>
                <a:ahLst/>
                <a:cxnLst/>
                <a:rect l="l" t="t" r="r" b="b"/>
                <a:pathLst>
                  <a:path w="20065" h="5579" extrusionOk="0">
                    <a:moveTo>
                      <a:pt x="2790" y="0"/>
                    </a:moveTo>
                    <a:lnTo>
                      <a:pt x="2505" y="15"/>
                    </a:lnTo>
                    <a:lnTo>
                      <a:pt x="2235" y="57"/>
                    </a:lnTo>
                    <a:lnTo>
                      <a:pt x="1964" y="128"/>
                    </a:lnTo>
                    <a:lnTo>
                      <a:pt x="1708" y="214"/>
                    </a:lnTo>
                    <a:lnTo>
                      <a:pt x="1466" y="342"/>
                    </a:lnTo>
                    <a:lnTo>
                      <a:pt x="1239" y="470"/>
                    </a:lnTo>
                    <a:lnTo>
                      <a:pt x="1025" y="641"/>
                    </a:lnTo>
                    <a:lnTo>
                      <a:pt x="826" y="811"/>
                    </a:lnTo>
                    <a:lnTo>
                      <a:pt x="641" y="1011"/>
                    </a:lnTo>
                    <a:lnTo>
                      <a:pt x="484" y="1224"/>
                    </a:lnTo>
                    <a:lnTo>
                      <a:pt x="342" y="1466"/>
                    </a:lnTo>
                    <a:lnTo>
                      <a:pt x="228" y="1708"/>
                    </a:lnTo>
                    <a:lnTo>
                      <a:pt x="129" y="1964"/>
                    </a:lnTo>
                    <a:lnTo>
                      <a:pt x="58" y="2220"/>
                    </a:lnTo>
                    <a:lnTo>
                      <a:pt x="15" y="2505"/>
                    </a:lnTo>
                    <a:lnTo>
                      <a:pt x="1" y="2789"/>
                    </a:lnTo>
                    <a:lnTo>
                      <a:pt x="15" y="3074"/>
                    </a:lnTo>
                    <a:lnTo>
                      <a:pt x="58" y="3344"/>
                    </a:lnTo>
                    <a:lnTo>
                      <a:pt x="129" y="3615"/>
                    </a:lnTo>
                    <a:lnTo>
                      <a:pt x="228" y="3871"/>
                    </a:lnTo>
                    <a:lnTo>
                      <a:pt x="342" y="4113"/>
                    </a:lnTo>
                    <a:lnTo>
                      <a:pt x="484" y="4340"/>
                    </a:lnTo>
                    <a:lnTo>
                      <a:pt x="641" y="4554"/>
                    </a:lnTo>
                    <a:lnTo>
                      <a:pt x="826" y="4753"/>
                    </a:lnTo>
                    <a:lnTo>
                      <a:pt x="1025" y="4938"/>
                    </a:lnTo>
                    <a:lnTo>
                      <a:pt x="1239" y="5095"/>
                    </a:lnTo>
                    <a:lnTo>
                      <a:pt x="1466" y="5237"/>
                    </a:lnTo>
                    <a:lnTo>
                      <a:pt x="1708" y="5351"/>
                    </a:lnTo>
                    <a:lnTo>
                      <a:pt x="1964" y="5450"/>
                    </a:lnTo>
                    <a:lnTo>
                      <a:pt x="2235" y="5522"/>
                    </a:lnTo>
                    <a:lnTo>
                      <a:pt x="2505" y="5564"/>
                    </a:lnTo>
                    <a:lnTo>
                      <a:pt x="2790" y="5578"/>
                    </a:lnTo>
                    <a:lnTo>
                      <a:pt x="17276" y="5578"/>
                    </a:lnTo>
                    <a:lnTo>
                      <a:pt x="17560" y="5564"/>
                    </a:lnTo>
                    <a:lnTo>
                      <a:pt x="17831" y="5522"/>
                    </a:lnTo>
                    <a:lnTo>
                      <a:pt x="18101" y="5450"/>
                    </a:lnTo>
                    <a:lnTo>
                      <a:pt x="18357" y="5351"/>
                    </a:lnTo>
                    <a:lnTo>
                      <a:pt x="18599" y="5237"/>
                    </a:lnTo>
                    <a:lnTo>
                      <a:pt x="18827" y="5095"/>
                    </a:lnTo>
                    <a:lnTo>
                      <a:pt x="19040" y="4938"/>
                    </a:lnTo>
                    <a:lnTo>
                      <a:pt x="19239" y="4753"/>
                    </a:lnTo>
                    <a:lnTo>
                      <a:pt x="19424" y="4554"/>
                    </a:lnTo>
                    <a:lnTo>
                      <a:pt x="19581" y="4340"/>
                    </a:lnTo>
                    <a:lnTo>
                      <a:pt x="19723" y="4113"/>
                    </a:lnTo>
                    <a:lnTo>
                      <a:pt x="19837" y="3871"/>
                    </a:lnTo>
                    <a:lnTo>
                      <a:pt x="19937" y="3615"/>
                    </a:lnTo>
                    <a:lnTo>
                      <a:pt x="20008" y="3344"/>
                    </a:lnTo>
                    <a:lnTo>
                      <a:pt x="20051" y="3074"/>
                    </a:lnTo>
                    <a:lnTo>
                      <a:pt x="20065" y="2789"/>
                    </a:lnTo>
                    <a:lnTo>
                      <a:pt x="20051" y="2505"/>
                    </a:lnTo>
                    <a:lnTo>
                      <a:pt x="20008" y="2220"/>
                    </a:lnTo>
                    <a:lnTo>
                      <a:pt x="19937" y="1964"/>
                    </a:lnTo>
                    <a:lnTo>
                      <a:pt x="19837" y="1708"/>
                    </a:lnTo>
                    <a:lnTo>
                      <a:pt x="19723" y="1466"/>
                    </a:lnTo>
                    <a:lnTo>
                      <a:pt x="19581" y="1224"/>
                    </a:lnTo>
                    <a:lnTo>
                      <a:pt x="19424" y="1011"/>
                    </a:lnTo>
                    <a:lnTo>
                      <a:pt x="19239" y="811"/>
                    </a:lnTo>
                    <a:lnTo>
                      <a:pt x="19040" y="641"/>
                    </a:lnTo>
                    <a:lnTo>
                      <a:pt x="18827" y="470"/>
                    </a:lnTo>
                    <a:lnTo>
                      <a:pt x="18599" y="342"/>
                    </a:lnTo>
                    <a:lnTo>
                      <a:pt x="18357" y="214"/>
                    </a:lnTo>
                    <a:lnTo>
                      <a:pt x="18101" y="128"/>
                    </a:lnTo>
                    <a:lnTo>
                      <a:pt x="17831" y="57"/>
                    </a:lnTo>
                    <a:lnTo>
                      <a:pt x="17560" y="15"/>
                    </a:lnTo>
                    <a:lnTo>
                      <a:pt x="17276" y="0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821199" y="2075012"/>
                <a:ext cx="1207755" cy="1252720"/>
              </a:xfrm>
              <a:custGeom>
                <a:avLst/>
                <a:gdLst/>
                <a:ahLst/>
                <a:cxnLst/>
                <a:rect l="l" t="t" r="r" b="b"/>
                <a:pathLst>
                  <a:path w="36288" h="37639" extrusionOk="0">
                    <a:moveTo>
                      <a:pt x="9734" y="0"/>
                    </a:moveTo>
                    <a:lnTo>
                      <a:pt x="9236" y="15"/>
                    </a:lnTo>
                    <a:lnTo>
                      <a:pt x="8738" y="43"/>
                    </a:lnTo>
                    <a:lnTo>
                      <a:pt x="8254" y="114"/>
                    </a:lnTo>
                    <a:lnTo>
                      <a:pt x="7785" y="200"/>
                    </a:lnTo>
                    <a:lnTo>
                      <a:pt x="7315" y="313"/>
                    </a:lnTo>
                    <a:lnTo>
                      <a:pt x="6845" y="441"/>
                    </a:lnTo>
                    <a:lnTo>
                      <a:pt x="6390" y="598"/>
                    </a:lnTo>
                    <a:lnTo>
                      <a:pt x="5949" y="769"/>
                    </a:lnTo>
                    <a:lnTo>
                      <a:pt x="5522" y="968"/>
                    </a:lnTo>
                    <a:lnTo>
                      <a:pt x="5109" y="1181"/>
                    </a:lnTo>
                    <a:lnTo>
                      <a:pt x="4697" y="1409"/>
                    </a:lnTo>
                    <a:lnTo>
                      <a:pt x="4298" y="1665"/>
                    </a:lnTo>
                    <a:lnTo>
                      <a:pt x="3914" y="1936"/>
                    </a:lnTo>
                    <a:lnTo>
                      <a:pt x="3558" y="2234"/>
                    </a:lnTo>
                    <a:lnTo>
                      <a:pt x="3203" y="2533"/>
                    </a:lnTo>
                    <a:lnTo>
                      <a:pt x="2861" y="2861"/>
                    </a:lnTo>
                    <a:lnTo>
                      <a:pt x="2534" y="3202"/>
                    </a:lnTo>
                    <a:lnTo>
                      <a:pt x="2235" y="3544"/>
                    </a:lnTo>
                    <a:lnTo>
                      <a:pt x="1936" y="3914"/>
                    </a:lnTo>
                    <a:lnTo>
                      <a:pt x="1666" y="4298"/>
                    </a:lnTo>
                    <a:lnTo>
                      <a:pt x="1410" y="4696"/>
                    </a:lnTo>
                    <a:lnTo>
                      <a:pt x="1182" y="5109"/>
                    </a:lnTo>
                    <a:lnTo>
                      <a:pt x="968" y="5522"/>
                    </a:lnTo>
                    <a:lnTo>
                      <a:pt x="769" y="5948"/>
                    </a:lnTo>
                    <a:lnTo>
                      <a:pt x="598" y="6390"/>
                    </a:lnTo>
                    <a:lnTo>
                      <a:pt x="442" y="6845"/>
                    </a:lnTo>
                    <a:lnTo>
                      <a:pt x="314" y="7300"/>
                    </a:lnTo>
                    <a:lnTo>
                      <a:pt x="200" y="7770"/>
                    </a:lnTo>
                    <a:lnTo>
                      <a:pt x="115" y="8254"/>
                    </a:lnTo>
                    <a:lnTo>
                      <a:pt x="58" y="8737"/>
                    </a:lnTo>
                    <a:lnTo>
                      <a:pt x="15" y="9236"/>
                    </a:lnTo>
                    <a:lnTo>
                      <a:pt x="1" y="9734"/>
                    </a:lnTo>
                    <a:lnTo>
                      <a:pt x="1" y="19495"/>
                    </a:lnTo>
                    <a:lnTo>
                      <a:pt x="1" y="19965"/>
                    </a:lnTo>
                    <a:lnTo>
                      <a:pt x="29" y="20434"/>
                    </a:lnTo>
                    <a:lnTo>
                      <a:pt x="58" y="20890"/>
                    </a:lnTo>
                    <a:lnTo>
                      <a:pt x="100" y="21345"/>
                    </a:lnTo>
                    <a:lnTo>
                      <a:pt x="143" y="21801"/>
                    </a:lnTo>
                    <a:lnTo>
                      <a:pt x="214" y="22256"/>
                    </a:lnTo>
                    <a:lnTo>
                      <a:pt x="285" y="22697"/>
                    </a:lnTo>
                    <a:lnTo>
                      <a:pt x="371" y="23138"/>
                    </a:lnTo>
                    <a:lnTo>
                      <a:pt x="470" y="23579"/>
                    </a:lnTo>
                    <a:lnTo>
                      <a:pt x="570" y="24020"/>
                    </a:lnTo>
                    <a:lnTo>
                      <a:pt x="698" y="24447"/>
                    </a:lnTo>
                    <a:lnTo>
                      <a:pt x="826" y="24874"/>
                    </a:lnTo>
                    <a:lnTo>
                      <a:pt x="954" y="25301"/>
                    </a:lnTo>
                    <a:lnTo>
                      <a:pt x="1111" y="25714"/>
                    </a:lnTo>
                    <a:lnTo>
                      <a:pt x="1267" y="26141"/>
                    </a:lnTo>
                    <a:lnTo>
                      <a:pt x="1438" y="26539"/>
                    </a:lnTo>
                    <a:lnTo>
                      <a:pt x="1609" y="26952"/>
                    </a:lnTo>
                    <a:lnTo>
                      <a:pt x="1794" y="27350"/>
                    </a:lnTo>
                    <a:lnTo>
                      <a:pt x="1993" y="27734"/>
                    </a:lnTo>
                    <a:lnTo>
                      <a:pt x="2206" y="28133"/>
                    </a:lnTo>
                    <a:lnTo>
                      <a:pt x="2420" y="28517"/>
                    </a:lnTo>
                    <a:lnTo>
                      <a:pt x="2633" y="28887"/>
                    </a:lnTo>
                    <a:lnTo>
                      <a:pt x="2875" y="29257"/>
                    </a:lnTo>
                    <a:lnTo>
                      <a:pt x="3117" y="29627"/>
                    </a:lnTo>
                    <a:lnTo>
                      <a:pt x="3359" y="29983"/>
                    </a:lnTo>
                    <a:lnTo>
                      <a:pt x="3615" y="30339"/>
                    </a:lnTo>
                    <a:lnTo>
                      <a:pt x="3886" y="30680"/>
                    </a:lnTo>
                    <a:lnTo>
                      <a:pt x="4156" y="31022"/>
                    </a:lnTo>
                    <a:lnTo>
                      <a:pt x="4441" y="31349"/>
                    </a:lnTo>
                    <a:lnTo>
                      <a:pt x="4725" y="31676"/>
                    </a:lnTo>
                    <a:lnTo>
                      <a:pt x="5024" y="32003"/>
                    </a:lnTo>
                    <a:lnTo>
                      <a:pt x="5337" y="32316"/>
                    </a:lnTo>
                    <a:lnTo>
                      <a:pt x="5650" y="32615"/>
                    </a:lnTo>
                    <a:lnTo>
                      <a:pt x="5963" y="32914"/>
                    </a:lnTo>
                    <a:lnTo>
                      <a:pt x="6290" y="33199"/>
                    </a:lnTo>
                    <a:lnTo>
                      <a:pt x="6618" y="33483"/>
                    </a:lnTo>
                    <a:lnTo>
                      <a:pt x="6959" y="33754"/>
                    </a:lnTo>
                    <a:lnTo>
                      <a:pt x="7301" y="34024"/>
                    </a:lnTo>
                    <a:lnTo>
                      <a:pt x="7657" y="34280"/>
                    </a:lnTo>
                    <a:lnTo>
                      <a:pt x="8012" y="34536"/>
                    </a:lnTo>
                    <a:lnTo>
                      <a:pt x="8382" y="34778"/>
                    </a:lnTo>
                    <a:lnTo>
                      <a:pt x="8752" y="35006"/>
                    </a:lnTo>
                    <a:lnTo>
                      <a:pt x="9136" y="35234"/>
                    </a:lnTo>
                    <a:lnTo>
                      <a:pt x="9521" y="35447"/>
                    </a:lnTo>
                    <a:lnTo>
                      <a:pt x="9905" y="35646"/>
                    </a:lnTo>
                    <a:lnTo>
                      <a:pt x="10303" y="35846"/>
                    </a:lnTo>
                    <a:lnTo>
                      <a:pt x="10702" y="36031"/>
                    </a:lnTo>
                    <a:lnTo>
                      <a:pt x="11100" y="36215"/>
                    </a:lnTo>
                    <a:lnTo>
                      <a:pt x="11513" y="36372"/>
                    </a:lnTo>
                    <a:lnTo>
                      <a:pt x="11925" y="36543"/>
                    </a:lnTo>
                    <a:lnTo>
                      <a:pt x="12338" y="36685"/>
                    </a:lnTo>
                    <a:lnTo>
                      <a:pt x="12765" y="36827"/>
                    </a:lnTo>
                    <a:lnTo>
                      <a:pt x="13192" y="36955"/>
                    </a:lnTo>
                    <a:lnTo>
                      <a:pt x="13619" y="37069"/>
                    </a:lnTo>
                    <a:lnTo>
                      <a:pt x="14060" y="37169"/>
                    </a:lnTo>
                    <a:lnTo>
                      <a:pt x="14501" y="37269"/>
                    </a:lnTo>
                    <a:lnTo>
                      <a:pt x="14942" y="37354"/>
                    </a:lnTo>
                    <a:lnTo>
                      <a:pt x="15398" y="37425"/>
                    </a:lnTo>
                    <a:lnTo>
                      <a:pt x="15839" y="37496"/>
                    </a:lnTo>
                    <a:lnTo>
                      <a:pt x="16294" y="37553"/>
                    </a:lnTo>
                    <a:lnTo>
                      <a:pt x="16749" y="37596"/>
                    </a:lnTo>
                    <a:lnTo>
                      <a:pt x="17219" y="37624"/>
                    </a:lnTo>
                    <a:lnTo>
                      <a:pt x="17674" y="37638"/>
                    </a:lnTo>
                    <a:lnTo>
                      <a:pt x="18614" y="37638"/>
                    </a:lnTo>
                    <a:lnTo>
                      <a:pt x="19069" y="37624"/>
                    </a:lnTo>
                    <a:lnTo>
                      <a:pt x="19538" y="37596"/>
                    </a:lnTo>
                    <a:lnTo>
                      <a:pt x="19994" y="37553"/>
                    </a:lnTo>
                    <a:lnTo>
                      <a:pt x="20449" y="37496"/>
                    </a:lnTo>
                    <a:lnTo>
                      <a:pt x="20905" y="37425"/>
                    </a:lnTo>
                    <a:lnTo>
                      <a:pt x="21346" y="37354"/>
                    </a:lnTo>
                    <a:lnTo>
                      <a:pt x="21787" y="37269"/>
                    </a:lnTo>
                    <a:lnTo>
                      <a:pt x="22228" y="37169"/>
                    </a:lnTo>
                    <a:lnTo>
                      <a:pt x="22669" y="37069"/>
                    </a:lnTo>
                    <a:lnTo>
                      <a:pt x="23096" y="36955"/>
                    </a:lnTo>
                    <a:lnTo>
                      <a:pt x="23523" y="36827"/>
                    </a:lnTo>
                    <a:lnTo>
                      <a:pt x="23950" y="36685"/>
                    </a:lnTo>
                    <a:lnTo>
                      <a:pt x="24362" y="36543"/>
                    </a:lnTo>
                    <a:lnTo>
                      <a:pt x="24775" y="36372"/>
                    </a:lnTo>
                    <a:lnTo>
                      <a:pt x="25188" y="36215"/>
                    </a:lnTo>
                    <a:lnTo>
                      <a:pt x="25600" y="36031"/>
                    </a:lnTo>
                    <a:lnTo>
                      <a:pt x="25999" y="35846"/>
                    </a:lnTo>
                    <a:lnTo>
                      <a:pt x="26383" y="35646"/>
                    </a:lnTo>
                    <a:lnTo>
                      <a:pt x="26781" y="35447"/>
                    </a:lnTo>
                    <a:lnTo>
                      <a:pt x="27151" y="35234"/>
                    </a:lnTo>
                    <a:lnTo>
                      <a:pt x="27536" y="35006"/>
                    </a:lnTo>
                    <a:lnTo>
                      <a:pt x="27906" y="34778"/>
                    </a:lnTo>
                    <a:lnTo>
                      <a:pt x="28276" y="34536"/>
                    </a:lnTo>
                    <a:lnTo>
                      <a:pt x="28631" y="34280"/>
                    </a:lnTo>
                    <a:lnTo>
                      <a:pt x="28987" y="34024"/>
                    </a:lnTo>
                    <a:lnTo>
                      <a:pt x="29329" y="33754"/>
                    </a:lnTo>
                    <a:lnTo>
                      <a:pt x="29670" y="33483"/>
                    </a:lnTo>
                    <a:lnTo>
                      <a:pt x="29997" y="33199"/>
                    </a:lnTo>
                    <a:lnTo>
                      <a:pt x="30325" y="32914"/>
                    </a:lnTo>
                    <a:lnTo>
                      <a:pt x="30652" y="32615"/>
                    </a:lnTo>
                    <a:lnTo>
                      <a:pt x="30965" y="32316"/>
                    </a:lnTo>
                    <a:lnTo>
                      <a:pt x="31264" y="32003"/>
                    </a:lnTo>
                    <a:lnTo>
                      <a:pt x="31563" y="31676"/>
                    </a:lnTo>
                    <a:lnTo>
                      <a:pt x="31847" y="31349"/>
                    </a:lnTo>
                    <a:lnTo>
                      <a:pt x="32132" y="31022"/>
                    </a:lnTo>
                    <a:lnTo>
                      <a:pt x="32402" y="30680"/>
                    </a:lnTo>
                    <a:lnTo>
                      <a:pt x="32673" y="30339"/>
                    </a:lnTo>
                    <a:lnTo>
                      <a:pt x="32929" y="29983"/>
                    </a:lnTo>
                    <a:lnTo>
                      <a:pt x="33185" y="29627"/>
                    </a:lnTo>
                    <a:lnTo>
                      <a:pt x="33427" y="29257"/>
                    </a:lnTo>
                    <a:lnTo>
                      <a:pt x="33655" y="28887"/>
                    </a:lnTo>
                    <a:lnTo>
                      <a:pt x="33882" y="28517"/>
                    </a:lnTo>
                    <a:lnTo>
                      <a:pt x="34096" y="28133"/>
                    </a:lnTo>
                    <a:lnTo>
                      <a:pt x="34295" y="27734"/>
                    </a:lnTo>
                    <a:lnTo>
                      <a:pt x="34494" y="27350"/>
                    </a:lnTo>
                    <a:lnTo>
                      <a:pt x="34679" y="26952"/>
                    </a:lnTo>
                    <a:lnTo>
                      <a:pt x="34864" y="26539"/>
                    </a:lnTo>
                    <a:lnTo>
                      <a:pt x="35021" y="26141"/>
                    </a:lnTo>
                    <a:lnTo>
                      <a:pt x="35177" y="25714"/>
                    </a:lnTo>
                    <a:lnTo>
                      <a:pt x="35334" y="25301"/>
                    </a:lnTo>
                    <a:lnTo>
                      <a:pt x="35476" y="24874"/>
                    </a:lnTo>
                    <a:lnTo>
                      <a:pt x="35604" y="24447"/>
                    </a:lnTo>
                    <a:lnTo>
                      <a:pt x="35718" y="24020"/>
                    </a:lnTo>
                    <a:lnTo>
                      <a:pt x="35817" y="23579"/>
                    </a:lnTo>
                    <a:lnTo>
                      <a:pt x="35917" y="23138"/>
                    </a:lnTo>
                    <a:lnTo>
                      <a:pt x="36002" y="22697"/>
                    </a:lnTo>
                    <a:lnTo>
                      <a:pt x="36074" y="22256"/>
                    </a:lnTo>
                    <a:lnTo>
                      <a:pt x="36145" y="21801"/>
                    </a:lnTo>
                    <a:lnTo>
                      <a:pt x="36202" y="21345"/>
                    </a:lnTo>
                    <a:lnTo>
                      <a:pt x="36230" y="20890"/>
                    </a:lnTo>
                    <a:lnTo>
                      <a:pt x="36259" y="20434"/>
                    </a:lnTo>
                    <a:lnTo>
                      <a:pt x="36287" y="19965"/>
                    </a:lnTo>
                    <a:lnTo>
                      <a:pt x="36287" y="19495"/>
                    </a:lnTo>
                    <a:lnTo>
                      <a:pt x="36287" y="9734"/>
                    </a:lnTo>
                    <a:lnTo>
                      <a:pt x="36273" y="9236"/>
                    </a:lnTo>
                    <a:lnTo>
                      <a:pt x="36244" y="8737"/>
                    </a:lnTo>
                    <a:lnTo>
                      <a:pt x="36173" y="8254"/>
                    </a:lnTo>
                    <a:lnTo>
                      <a:pt x="36088" y="7770"/>
                    </a:lnTo>
                    <a:lnTo>
                      <a:pt x="35988" y="7300"/>
                    </a:lnTo>
                    <a:lnTo>
                      <a:pt x="35846" y="6845"/>
                    </a:lnTo>
                    <a:lnTo>
                      <a:pt x="35689" y="6390"/>
                    </a:lnTo>
                    <a:lnTo>
                      <a:pt x="35519" y="5948"/>
                    </a:lnTo>
                    <a:lnTo>
                      <a:pt x="35319" y="5522"/>
                    </a:lnTo>
                    <a:lnTo>
                      <a:pt x="35106" y="5109"/>
                    </a:lnTo>
                    <a:lnTo>
                      <a:pt x="34878" y="4696"/>
                    </a:lnTo>
                    <a:lnTo>
                      <a:pt x="34622" y="4298"/>
                    </a:lnTo>
                    <a:lnTo>
                      <a:pt x="34352" y="3914"/>
                    </a:lnTo>
                    <a:lnTo>
                      <a:pt x="34053" y="3544"/>
                    </a:lnTo>
                    <a:lnTo>
                      <a:pt x="33754" y="3202"/>
                    </a:lnTo>
                    <a:lnTo>
                      <a:pt x="33427" y="2861"/>
                    </a:lnTo>
                    <a:lnTo>
                      <a:pt x="33085" y="2533"/>
                    </a:lnTo>
                    <a:lnTo>
                      <a:pt x="32744" y="2234"/>
                    </a:lnTo>
                    <a:lnTo>
                      <a:pt x="32374" y="1936"/>
                    </a:lnTo>
                    <a:lnTo>
                      <a:pt x="31990" y="1665"/>
                    </a:lnTo>
                    <a:lnTo>
                      <a:pt x="31591" y="1409"/>
                    </a:lnTo>
                    <a:lnTo>
                      <a:pt x="31193" y="1181"/>
                    </a:lnTo>
                    <a:lnTo>
                      <a:pt x="30766" y="968"/>
                    </a:lnTo>
                    <a:lnTo>
                      <a:pt x="30339" y="769"/>
                    </a:lnTo>
                    <a:lnTo>
                      <a:pt x="29898" y="598"/>
                    </a:lnTo>
                    <a:lnTo>
                      <a:pt x="29442" y="441"/>
                    </a:lnTo>
                    <a:lnTo>
                      <a:pt x="28987" y="313"/>
                    </a:lnTo>
                    <a:lnTo>
                      <a:pt x="28518" y="200"/>
                    </a:lnTo>
                    <a:lnTo>
                      <a:pt x="28034" y="114"/>
                    </a:lnTo>
                    <a:lnTo>
                      <a:pt x="27550" y="43"/>
                    </a:lnTo>
                    <a:lnTo>
                      <a:pt x="27052" y="15"/>
                    </a:lnTo>
                    <a:lnTo>
                      <a:pt x="265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2038600" y="2210471"/>
                <a:ext cx="765364" cy="765364"/>
              </a:xfrm>
              <a:custGeom>
                <a:avLst/>
                <a:gdLst/>
                <a:ahLst/>
                <a:cxnLst/>
                <a:rect l="l" t="t" r="r" b="b"/>
                <a:pathLst>
                  <a:path w="22996" h="22996" extrusionOk="0">
                    <a:moveTo>
                      <a:pt x="11498" y="0"/>
                    </a:moveTo>
                    <a:lnTo>
                      <a:pt x="10900" y="14"/>
                    </a:lnTo>
                    <a:lnTo>
                      <a:pt x="10317" y="57"/>
                    </a:lnTo>
                    <a:lnTo>
                      <a:pt x="9748" y="128"/>
                    </a:lnTo>
                    <a:lnTo>
                      <a:pt x="9179" y="242"/>
                    </a:lnTo>
                    <a:lnTo>
                      <a:pt x="8624" y="370"/>
                    </a:lnTo>
                    <a:lnTo>
                      <a:pt x="8083" y="512"/>
                    </a:lnTo>
                    <a:lnTo>
                      <a:pt x="7542" y="697"/>
                    </a:lnTo>
                    <a:lnTo>
                      <a:pt x="7030" y="911"/>
                    </a:lnTo>
                    <a:lnTo>
                      <a:pt x="6518" y="1138"/>
                    </a:lnTo>
                    <a:lnTo>
                      <a:pt x="6020" y="1395"/>
                    </a:lnTo>
                    <a:lnTo>
                      <a:pt x="5536" y="1665"/>
                    </a:lnTo>
                    <a:lnTo>
                      <a:pt x="5066" y="1964"/>
                    </a:lnTo>
                    <a:lnTo>
                      <a:pt x="4625" y="2291"/>
                    </a:lnTo>
                    <a:lnTo>
                      <a:pt x="4184" y="2633"/>
                    </a:lnTo>
                    <a:lnTo>
                      <a:pt x="3771" y="2988"/>
                    </a:lnTo>
                    <a:lnTo>
                      <a:pt x="3373" y="3373"/>
                    </a:lnTo>
                    <a:lnTo>
                      <a:pt x="2989" y="3771"/>
                    </a:lnTo>
                    <a:lnTo>
                      <a:pt x="2633" y="4184"/>
                    </a:lnTo>
                    <a:lnTo>
                      <a:pt x="2291" y="4625"/>
                    </a:lnTo>
                    <a:lnTo>
                      <a:pt x="1964" y="5066"/>
                    </a:lnTo>
                    <a:lnTo>
                      <a:pt x="1665" y="5536"/>
                    </a:lnTo>
                    <a:lnTo>
                      <a:pt x="1395" y="6019"/>
                    </a:lnTo>
                    <a:lnTo>
                      <a:pt x="1139" y="6517"/>
                    </a:lnTo>
                    <a:lnTo>
                      <a:pt x="911" y="7015"/>
                    </a:lnTo>
                    <a:lnTo>
                      <a:pt x="698" y="7542"/>
                    </a:lnTo>
                    <a:lnTo>
                      <a:pt x="527" y="8083"/>
                    </a:lnTo>
                    <a:lnTo>
                      <a:pt x="370" y="8623"/>
                    </a:lnTo>
                    <a:lnTo>
                      <a:pt x="242" y="9178"/>
                    </a:lnTo>
                    <a:lnTo>
                      <a:pt x="143" y="9748"/>
                    </a:lnTo>
                    <a:lnTo>
                      <a:pt x="57" y="10317"/>
                    </a:lnTo>
                    <a:lnTo>
                      <a:pt x="15" y="10900"/>
                    </a:lnTo>
                    <a:lnTo>
                      <a:pt x="0" y="11498"/>
                    </a:lnTo>
                    <a:lnTo>
                      <a:pt x="15" y="12081"/>
                    </a:lnTo>
                    <a:lnTo>
                      <a:pt x="57" y="12665"/>
                    </a:lnTo>
                    <a:lnTo>
                      <a:pt x="143" y="13248"/>
                    </a:lnTo>
                    <a:lnTo>
                      <a:pt x="242" y="13817"/>
                    </a:lnTo>
                    <a:lnTo>
                      <a:pt x="370" y="14372"/>
                    </a:lnTo>
                    <a:lnTo>
                      <a:pt x="527" y="14913"/>
                    </a:lnTo>
                    <a:lnTo>
                      <a:pt x="698" y="15454"/>
                    </a:lnTo>
                    <a:lnTo>
                      <a:pt x="911" y="15966"/>
                    </a:lnTo>
                    <a:lnTo>
                      <a:pt x="1139" y="16478"/>
                    </a:lnTo>
                    <a:lnTo>
                      <a:pt x="1395" y="16976"/>
                    </a:lnTo>
                    <a:lnTo>
                      <a:pt x="1665" y="17460"/>
                    </a:lnTo>
                    <a:lnTo>
                      <a:pt x="1964" y="17916"/>
                    </a:lnTo>
                    <a:lnTo>
                      <a:pt x="2291" y="18371"/>
                    </a:lnTo>
                    <a:lnTo>
                      <a:pt x="2633" y="18812"/>
                    </a:lnTo>
                    <a:lnTo>
                      <a:pt x="2989" y="19225"/>
                    </a:lnTo>
                    <a:lnTo>
                      <a:pt x="3373" y="19623"/>
                    </a:lnTo>
                    <a:lnTo>
                      <a:pt x="3771" y="20007"/>
                    </a:lnTo>
                    <a:lnTo>
                      <a:pt x="4184" y="20363"/>
                    </a:lnTo>
                    <a:lnTo>
                      <a:pt x="4625" y="20705"/>
                    </a:lnTo>
                    <a:lnTo>
                      <a:pt x="5066" y="21032"/>
                    </a:lnTo>
                    <a:lnTo>
                      <a:pt x="5536" y="21331"/>
                    </a:lnTo>
                    <a:lnTo>
                      <a:pt x="6020" y="21601"/>
                    </a:lnTo>
                    <a:lnTo>
                      <a:pt x="6518" y="21857"/>
                    </a:lnTo>
                    <a:lnTo>
                      <a:pt x="7030" y="22085"/>
                    </a:lnTo>
                    <a:lnTo>
                      <a:pt x="7542" y="22298"/>
                    </a:lnTo>
                    <a:lnTo>
                      <a:pt x="8083" y="22469"/>
                    </a:lnTo>
                    <a:lnTo>
                      <a:pt x="8624" y="22626"/>
                    </a:lnTo>
                    <a:lnTo>
                      <a:pt x="9179" y="22754"/>
                    </a:lnTo>
                    <a:lnTo>
                      <a:pt x="9748" y="22853"/>
                    </a:lnTo>
                    <a:lnTo>
                      <a:pt x="10317" y="22924"/>
                    </a:lnTo>
                    <a:lnTo>
                      <a:pt x="10900" y="22981"/>
                    </a:lnTo>
                    <a:lnTo>
                      <a:pt x="11498" y="22996"/>
                    </a:lnTo>
                    <a:lnTo>
                      <a:pt x="12096" y="22981"/>
                    </a:lnTo>
                    <a:lnTo>
                      <a:pt x="12679" y="22924"/>
                    </a:lnTo>
                    <a:lnTo>
                      <a:pt x="13248" y="22853"/>
                    </a:lnTo>
                    <a:lnTo>
                      <a:pt x="13818" y="22754"/>
                    </a:lnTo>
                    <a:lnTo>
                      <a:pt x="14373" y="22626"/>
                    </a:lnTo>
                    <a:lnTo>
                      <a:pt x="14913" y="22469"/>
                    </a:lnTo>
                    <a:lnTo>
                      <a:pt x="15454" y="22298"/>
                    </a:lnTo>
                    <a:lnTo>
                      <a:pt x="15966" y="22085"/>
                    </a:lnTo>
                    <a:lnTo>
                      <a:pt x="16479" y="21857"/>
                    </a:lnTo>
                    <a:lnTo>
                      <a:pt x="16977" y="21601"/>
                    </a:lnTo>
                    <a:lnTo>
                      <a:pt x="17460" y="21331"/>
                    </a:lnTo>
                    <a:lnTo>
                      <a:pt x="17930" y="21032"/>
                    </a:lnTo>
                    <a:lnTo>
                      <a:pt x="18371" y="20705"/>
                    </a:lnTo>
                    <a:lnTo>
                      <a:pt x="18812" y="20363"/>
                    </a:lnTo>
                    <a:lnTo>
                      <a:pt x="19225" y="20007"/>
                    </a:lnTo>
                    <a:lnTo>
                      <a:pt x="19623" y="19623"/>
                    </a:lnTo>
                    <a:lnTo>
                      <a:pt x="20008" y="19225"/>
                    </a:lnTo>
                    <a:lnTo>
                      <a:pt x="20363" y="18812"/>
                    </a:lnTo>
                    <a:lnTo>
                      <a:pt x="20705" y="18371"/>
                    </a:lnTo>
                    <a:lnTo>
                      <a:pt x="21032" y="17916"/>
                    </a:lnTo>
                    <a:lnTo>
                      <a:pt x="21331" y="17460"/>
                    </a:lnTo>
                    <a:lnTo>
                      <a:pt x="21601" y="16976"/>
                    </a:lnTo>
                    <a:lnTo>
                      <a:pt x="21857" y="16478"/>
                    </a:lnTo>
                    <a:lnTo>
                      <a:pt x="22085" y="15966"/>
                    </a:lnTo>
                    <a:lnTo>
                      <a:pt x="22299" y="15454"/>
                    </a:lnTo>
                    <a:lnTo>
                      <a:pt x="22469" y="14913"/>
                    </a:lnTo>
                    <a:lnTo>
                      <a:pt x="22626" y="14372"/>
                    </a:lnTo>
                    <a:lnTo>
                      <a:pt x="22754" y="13817"/>
                    </a:lnTo>
                    <a:lnTo>
                      <a:pt x="22854" y="13248"/>
                    </a:lnTo>
                    <a:lnTo>
                      <a:pt x="22939" y="12665"/>
                    </a:lnTo>
                    <a:lnTo>
                      <a:pt x="22982" y="12081"/>
                    </a:lnTo>
                    <a:lnTo>
                      <a:pt x="22996" y="11498"/>
                    </a:lnTo>
                    <a:lnTo>
                      <a:pt x="22982" y="10900"/>
                    </a:lnTo>
                    <a:lnTo>
                      <a:pt x="22939" y="10317"/>
                    </a:lnTo>
                    <a:lnTo>
                      <a:pt x="22854" y="9748"/>
                    </a:lnTo>
                    <a:lnTo>
                      <a:pt x="22754" y="9178"/>
                    </a:lnTo>
                    <a:lnTo>
                      <a:pt x="22626" y="8623"/>
                    </a:lnTo>
                    <a:lnTo>
                      <a:pt x="22469" y="8083"/>
                    </a:lnTo>
                    <a:lnTo>
                      <a:pt x="22299" y="7542"/>
                    </a:lnTo>
                    <a:lnTo>
                      <a:pt x="22085" y="7015"/>
                    </a:lnTo>
                    <a:lnTo>
                      <a:pt x="21857" y="6517"/>
                    </a:lnTo>
                    <a:lnTo>
                      <a:pt x="21601" y="6019"/>
                    </a:lnTo>
                    <a:lnTo>
                      <a:pt x="21331" y="5536"/>
                    </a:lnTo>
                    <a:lnTo>
                      <a:pt x="21032" y="5066"/>
                    </a:lnTo>
                    <a:lnTo>
                      <a:pt x="20705" y="4625"/>
                    </a:lnTo>
                    <a:lnTo>
                      <a:pt x="20363" y="4184"/>
                    </a:lnTo>
                    <a:lnTo>
                      <a:pt x="20008" y="3771"/>
                    </a:lnTo>
                    <a:lnTo>
                      <a:pt x="19623" y="3373"/>
                    </a:lnTo>
                    <a:lnTo>
                      <a:pt x="19225" y="2988"/>
                    </a:lnTo>
                    <a:lnTo>
                      <a:pt x="18812" y="2633"/>
                    </a:lnTo>
                    <a:lnTo>
                      <a:pt x="18371" y="2291"/>
                    </a:lnTo>
                    <a:lnTo>
                      <a:pt x="17930" y="1964"/>
                    </a:lnTo>
                    <a:lnTo>
                      <a:pt x="17460" y="1665"/>
                    </a:lnTo>
                    <a:lnTo>
                      <a:pt x="16977" y="1395"/>
                    </a:lnTo>
                    <a:lnTo>
                      <a:pt x="16479" y="1138"/>
                    </a:lnTo>
                    <a:lnTo>
                      <a:pt x="15966" y="911"/>
                    </a:lnTo>
                    <a:lnTo>
                      <a:pt x="15454" y="697"/>
                    </a:lnTo>
                    <a:lnTo>
                      <a:pt x="14913" y="512"/>
                    </a:lnTo>
                    <a:lnTo>
                      <a:pt x="14373" y="370"/>
                    </a:lnTo>
                    <a:lnTo>
                      <a:pt x="13818" y="242"/>
                    </a:lnTo>
                    <a:lnTo>
                      <a:pt x="13248" y="128"/>
                    </a:lnTo>
                    <a:lnTo>
                      <a:pt x="12679" y="57"/>
                    </a:lnTo>
                    <a:lnTo>
                      <a:pt x="12096" y="14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2190134" y="2362006"/>
                <a:ext cx="462294" cy="462294"/>
              </a:xfrm>
              <a:custGeom>
                <a:avLst/>
                <a:gdLst/>
                <a:ahLst/>
                <a:cxnLst/>
                <a:rect l="l" t="t" r="r" b="b"/>
                <a:pathLst>
                  <a:path w="13890" h="13890" extrusionOk="0">
                    <a:moveTo>
                      <a:pt x="6945" y="1"/>
                    </a:moveTo>
                    <a:lnTo>
                      <a:pt x="6589" y="15"/>
                    </a:lnTo>
                    <a:lnTo>
                      <a:pt x="6234" y="29"/>
                    </a:lnTo>
                    <a:lnTo>
                      <a:pt x="5892" y="86"/>
                    </a:lnTo>
                    <a:lnTo>
                      <a:pt x="5551" y="143"/>
                    </a:lnTo>
                    <a:lnTo>
                      <a:pt x="5209" y="214"/>
                    </a:lnTo>
                    <a:lnTo>
                      <a:pt x="4882" y="314"/>
                    </a:lnTo>
                    <a:lnTo>
                      <a:pt x="4554" y="428"/>
                    </a:lnTo>
                    <a:lnTo>
                      <a:pt x="4241" y="541"/>
                    </a:lnTo>
                    <a:lnTo>
                      <a:pt x="3928" y="684"/>
                    </a:lnTo>
                    <a:lnTo>
                      <a:pt x="3630" y="840"/>
                    </a:lnTo>
                    <a:lnTo>
                      <a:pt x="3345" y="1011"/>
                    </a:lnTo>
                    <a:lnTo>
                      <a:pt x="3060" y="1182"/>
                    </a:lnTo>
                    <a:lnTo>
                      <a:pt x="2790" y="1381"/>
                    </a:lnTo>
                    <a:lnTo>
                      <a:pt x="2534" y="1580"/>
                    </a:lnTo>
                    <a:lnTo>
                      <a:pt x="2278" y="1808"/>
                    </a:lnTo>
                    <a:lnTo>
                      <a:pt x="2036" y="2036"/>
                    </a:lnTo>
                    <a:lnTo>
                      <a:pt x="1808" y="2277"/>
                    </a:lnTo>
                    <a:lnTo>
                      <a:pt x="1580" y="2519"/>
                    </a:lnTo>
                    <a:lnTo>
                      <a:pt x="1381" y="2790"/>
                    </a:lnTo>
                    <a:lnTo>
                      <a:pt x="1182" y="3060"/>
                    </a:lnTo>
                    <a:lnTo>
                      <a:pt x="1011" y="3345"/>
                    </a:lnTo>
                    <a:lnTo>
                      <a:pt x="840" y="3629"/>
                    </a:lnTo>
                    <a:lnTo>
                      <a:pt x="684" y="3928"/>
                    </a:lnTo>
                    <a:lnTo>
                      <a:pt x="542" y="4241"/>
                    </a:lnTo>
                    <a:lnTo>
                      <a:pt x="428" y="4554"/>
                    </a:lnTo>
                    <a:lnTo>
                      <a:pt x="314" y="4882"/>
                    </a:lnTo>
                    <a:lnTo>
                      <a:pt x="214" y="5209"/>
                    </a:lnTo>
                    <a:lnTo>
                      <a:pt x="143" y="5550"/>
                    </a:lnTo>
                    <a:lnTo>
                      <a:pt x="86" y="5892"/>
                    </a:lnTo>
                    <a:lnTo>
                      <a:pt x="44" y="6233"/>
                    </a:lnTo>
                    <a:lnTo>
                      <a:pt x="15" y="6589"/>
                    </a:lnTo>
                    <a:lnTo>
                      <a:pt x="1" y="6945"/>
                    </a:lnTo>
                    <a:lnTo>
                      <a:pt x="15" y="7301"/>
                    </a:lnTo>
                    <a:lnTo>
                      <a:pt x="44" y="7656"/>
                    </a:lnTo>
                    <a:lnTo>
                      <a:pt x="86" y="7998"/>
                    </a:lnTo>
                    <a:lnTo>
                      <a:pt x="143" y="8339"/>
                    </a:lnTo>
                    <a:lnTo>
                      <a:pt x="214" y="8681"/>
                    </a:lnTo>
                    <a:lnTo>
                      <a:pt x="314" y="9008"/>
                    </a:lnTo>
                    <a:lnTo>
                      <a:pt x="428" y="9335"/>
                    </a:lnTo>
                    <a:lnTo>
                      <a:pt x="542" y="9649"/>
                    </a:lnTo>
                    <a:lnTo>
                      <a:pt x="684" y="9947"/>
                    </a:lnTo>
                    <a:lnTo>
                      <a:pt x="840" y="10246"/>
                    </a:lnTo>
                    <a:lnTo>
                      <a:pt x="1011" y="10545"/>
                    </a:lnTo>
                    <a:lnTo>
                      <a:pt x="1182" y="10830"/>
                    </a:lnTo>
                    <a:lnTo>
                      <a:pt x="1381" y="11100"/>
                    </a:lnTo>
                    <a:lnTo>
                      <a:pt x="1580" y="11356"/>
                    </a:lnTo>
                    <a:lnTo>
                      <a:pt x="1808" y="11612"/>
                    </a:lnTo>
                    <a:lnTo>
                      <a:pt x="2036" y="11854"/>
                    </a:lnTo>
                    <a:lnTo>
                      <a:pt x="2278" y="12082"/>
                    </a:lnTo>
                    <a:lnTo>
                      <a:pt x="2534" y="12295"/>
                    </a:lnTo>
                    <a:lnTo>
                      <a:pt x="2790" y="12509"/>
                    </a:lnTo>
                    <a:lnTo>
                      <a:pt x="3060" y="12708"/>
                    </a:lnTo>
                    <a:lnTo>
                      <a:pt x="3345" y="12879"/>
                    </a:lnTo>
                    <a:lnTo>
                      <a:pt x="3630" y="13049"/>
                    </a:lnTo>
                    <a:lnTo>
                      <a:pt x="3928" y="13206"/>
                    </a:lnTo>
                    <a:lnTo>
                      <a:pt x="4241" y="13348"/>
                    </a:lnTo>
                    <a:lnTo>
                      <a:pt x="4554" y="13462"/>
                    </a:lnTo>
                    <a:lnTo>
                      <a:pt x="4882" y="13576"/>
                    </a:lnTo>
                    <a:lnTo>
                      <a:pt x="5209" y="13661"/>
                    </a:lnTo>
                    <a:lnTo>
                      <a:pt x="5551" y="13747"/>
                    </a:lnTo>
                    <a:lnTo>
                      <a:pt x="5892" y="13804"/>
                    </a:lnTo>
                    <a:lnTo>
                      <a:pt x="6234" y="13846"/>
                    </a:lnTo>
                    <a:lnTo>
                      <a:pt x="6589" y="13875"/>
                    </a:lnTo>
                    <a:lnTo>
                      <a:pt x="6945" y="13889"/>
                    </a:lnTo>
                    <a:lnTo>
                      <a:pt x="7301" y="13875"/>
                    </a:lnTo>
                    <a:lnTo>
                      <a:pt x="7657" y="13846"/>
                    </a:lnTo>
                    <a:lnTo>
                      <a:pt x="7998" y="13804"/>
                    </a:lnTo>
                    <a:lnTo>
                      <a:pt x="8340" y="13747"/>
                    </a:lnTo>
                    <a:lnTo>
                      <a:pt x="8681" y="13661"/>
                    </a:lnTo>
                    <a:lnTo>
                      <a:pt x="9008" y="13576"/>
                    </a:lnTo>
                    <a:lnTo>
                      <a:pt x="9336" y="13462"/>
                    </a:lnTo>
                    <a:lnTo>
                      <a:pt x="9649" y="13348"/>
                    </a:lnTo>
                    <a:lnTo>
                      <a:pt x="9962" y="13206"/>
                    </a:lnTo>
                    <a:lnTo>
                      <a:pt x="10261" y="13049"/>
                    </a:lnTo>
                    <a:lnTo>
                      <a:pt x="10545" y="12879"/>
                    </a:lnTo>
                    <a:lnTo>
                      <a:pt x="10830" y="12708"/>
                    </a:lnTo>
                    <a:lnTo>
                      <a:pt x="11100" y="12509"/>
                    </a:lnTo>
                    <a:lnTo>
                      <a:pt x="11356" y="12295"/>
                    </a:lnTo>
                    <a:lnTo>
                      <a:pt x="11613" y="12082"/>
                    </a:lnTo>
                    <a:lnTo>
                      <a:pt x="11854" y="11854"/>
                    </a:lnTo>
                    <a:lnTo>
                      <a:pt x="12082" y="11612"/>
                    </a:lnTo>
                    <a:lnTo>
                      <a:pt x="12310" y="11356"/>
                    </a:lnTo>
                    <a:lnTo>
                      <a:pt x="12509" y="11100"/>
                    </a:lnTo>
                    <a:lnTo>
                      <a:pt x="12708" y="10830"/>
                    </a:lnTo>
                    <a:lnTo>
                      <a:pt x="12879" y="10545"/>
                    </a:lnTo>
                    <a:lnTo>
                      <a:pt x="13050" y="10246"/>
                    </a:lnTo>
                    <a:lnTo>
                      <a:pt x="13206" y="9947"/>
                    </a:lnTo>
                    <a:lnTo>
                      <a:pt x="13349" y="9649"/>
                    </a:lnTo>
                    <a:lnTo>
                      <a:pt x="13462" y="9335"/>
                    </a:lnTo>
                    <a:lnTo>
                      <a:pt x="13576" y="9008"/>
                    </a:lnTo>
                    <a:lnTo>
                      <a:pt x="13676" y="8681"/>
                    </a:lnTo>
                    <a:lnTo>
                      <a:pt x="13747" y="8339"/>
                    </a:lnTo>
                    <a:lnTo>
                      <a:pt x="13804" y="7998"/>
                    </a:lnTo>
                    <a:lnTo>
                      <a:pt x="13847" y="7656"/>
                    </a:lnTo>
                    <a:lnTo>
                      <a:pt x="13875" y="7301"/>
                    </a:lnTo>
                    <a:lnTo>
                      <a:pt x="13889" y="6945"/>
                    </a:lnTo>
                    <a:lnTo>
                      <a:pt x="13875" y="6589"/>
                    </a:lnTo>
                    <a:lnTo>
                      <a:pt x="13847" y="6233"/>
                    </a:lnTo>
                    <a:lnTo>
                      <a:pt x="13804" y="5892"/>
                    </a:lnTo>
                    <a:lnTo>
                      <a:pt x="13747" y="5550"/>
                    </a:lnTo>
                    <a:lnTo>
                      <a:pt x="13676" y="5209"/>
                    </a:lnTo>
                    <a:lnTo>
                      <a:pt x="13576" y="4882"/>
                    </a:lnTo>
                    <a:lnTo>
                      <a:pt x="13462" y="4554"/>
                    </a:lnTo>
                    <a:lnTo>
                      <a:pt x="13349" y="4241"/>
                    </a:lnTo>
                    <a:lnTo>
                      <a:pt x="13206" y="3928"/>
                    </a:lnTo>
                    <a:lnTo>
                      <a:pt x="13050" y="3629"/>
                    </a:lnTo>
                    <a:lnTo>
                      <a:pt x="12879" y="3345"/>
                    </a:lnTo>
                    <a:lnTo>
                      <a:pt x="12708" y="3060"/>
                    </a:lnTo>
                    <a:lnTo>
                      <a:pt x="12509" y="2790"/>
                    </a:lnTo>
                    <a:lnTo>
                      <a:pt x="12310" y="2519"/>
                    </a:lnTo>
                    <a:lnTo>
                      <a:pt x="12082" y="2277"/>
                    </a:lnTo>
                    <a:lnTo>
                      <a:pt x="11854" y="2036"/>
                    </a:lnTo>
                    <a:lnTo>
                      <a:pt x="11613" y="1808"/>
                    </a:lnTo>
                    <a:lnTo>
                      <a:pt x="11356" y="1580"/>
                    </a:lnTo>
                    <a:lnTo>
                      <a:pt x="11100" y="1381"/>
                    </a:lnTo>
                    <a:lnTo>
                      <a:pt x="10830" y="1182"/>
                    </a:lnTo>
                    <a:lnTo>
                      <a:pt x="10545" y="1011"/>
                    </a:lnTo>
                    <a:lnTo>
                      <a:pt x="10261" y="840"/>
                    </a:lnTo>
                    <a:lnTo>
                      <a:pt x="9962" y="684"/>
                    </a:lnTo>
                    <a:lnTo>
                      <a:pt x="9649" y="541"/>
                    </a:lnTo>
                    <a:lnTo>
                      <a:pt x="9336" y="428"/>
                    </a:lnTo>
                    <a:lnTo>
                      <a:pt x="9008" y="314"/>
                    </a:lnTo>
                    <a:lnTo>
                      <a:pt x="8681" y="214"/>
                    </a:lnTo>
                    <a:lnTo>
                      <a:pt x="8340" y="143"/>
                    </a:lnTo>
                    <a:lnTo>
                      <a:pt x="7998" y="86"/>
                    </a:lnTo>
                    <a:lnTo>
                      <a:pt x="7657" y="29"/>
                    </a:lnTo>
                    <a:lnTo>
                      <a:pt x="7301" y="15"/>
                    </a:lnTo>
                    <a:lnTo>
                      <a:pt x="6945" y="1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2282027" y="2416489"/>
                <a:ext cx="101378" cy="101378"/>
              </a:xfrm>
              <a:custGeom>
                <a:avLst/>
                <a:gdLst/>
                <a:ahLst/>
                <a:cxnLst/>
                <a:rect l="l" t="t" r="r" b="b"/>
                <a:pathLst>
                  <a:path w="3046" h="3046" extrusionOk="0">
                    <a:moveTo>
                      <a:pt x="1367" y="0"/>
                    </a:moveTo>
                    <a:lnTo>
                      <a:pt x="1210" y="29"/>
                    </a:lnTo>
                    <a:lnTo>
                      <a:pt x="1068" y="71"/>
                    </a:lnTo>
                    <a:lnTo>
                      <a:pt x="925" y="114"/>
                    </a:lnTo>
                    <a:lnTo>
                      <a:pt x="797" y="185"/>
                    </a:lnTo>
                    <a:lnTo>
                      <a:pt x="669" y="256"/>
                    </a:lnTo>
                    <a:lnTo>
                      <a:pt x="555" y="342"/>
                    </a:lnTo>
                    <a:lnTo>
                      <a:pt x="442" y="441"/>
                    </a:lnTo>
                    <a:lnTo>
                      <a:pt x="342" y="555"/>
                    </a:lnTo>
                    <a:lnTo>
                      <a:pt x="257" y="669"/>
                    </a:lnTo>
                    <a:lnTo>
                      <a:pt x="185" y="797"/>
                    </a:lnTo>
                    <a:lnTo>
                      <a:pt x="114" y="925"/>
                    </a:lnTo>
                    <a:lnTo>
                      <a:pt x="57" y="1067"/>
                    </a:lnTo>
                    <a:lnTo>
                      <a:pt x="29" y="1210"/>
                    </a:lnTo>
                    <a:lnTo>
                      <a:pt x="1" y="1366"/>
                    </a:lnTo>
                    <a:lnTo>
                      <a:pt x="1" y="1523"/>
                    </a:lnTo>
                    <a:lnTo>
                      <a:pt x="1" y="1679"/>
                    </a:lnTo>
                    <a:lnTo>
                      <a:pt x="29" y="1836"/>
                    </a:lnTo>
                    <a:lnTo>
                      <a:pt x="57" y="1978"/>
                    </a:lnTo>
                    <a:lnTo>
                      <a:pt x="114" y="2120"/>
                    </a:lnTo>
                    <a:lnTo>
                      <a:pt x="185" y="2248"/>
                    </a:lnTo>
                    <a:lnTo>
                      <a:pt x="257" y="2376"/>
                    </a:lnTo>
                    <a:lnTo>
                      <a:pt x="342" y="2490"/>
                    </a:lnTo>
                    <a:lnTo>
                      <a:pt x="442" y="2604"/>
                    </a:lnTo>
                    <a:lnTo>
                      <a:pt x="555" y="2704"/>
                    </a:lnTo>
                    <a:lnTo>
                      <a:pt x="669" y="2789"/>
                    </a:lnTo>
                    <a:lnTo>
                      <a:pt x="797" y="2860"/>
                    </a:lnTo>
                    <a:lnTo>
                      <a:pt x="925" y="2931"/>
                    </a:lnTo>
                    <a:lnTo>
                      <a:pt x="1068" y="2974"/>
                    </a:lnTo>
                    <a:lnTo>
                      <a:pt x="1210" y="3017"/>
                    </a:lnTo>
                    <a:lnTo>
                      <a:pt x="1367" y="3045"/>
                    </a:lnTo>
                    <a:lnTo>
                      <a:pt x="1680" y="3045"/>
                    </a:lnTo>
                    <a:lnTo>
                      <a:pt x="1822" y="3017"/>
                    </a:lnTo>
                    <a:lnTo>
                      <a:pt x="1978" y="2974"/>
                    </a:lnTo>
                    <a:lnTo>
                      <a:pt x="2121" y="2931"/>
                    </a:lnTo>
                    <a:lnTo>
                      <a:pt x="2249" y="2860"/>
                    </a:lnTo>
                    <a:lnTo>
                      <a:pt x="2377" y="2789"/>
                    </a:lnTo>
                    <a:lnTo>
                      <a:pt x="2491" y="2704"/>
                    </a:lnTo>
                    <a:lnTo>
                      <a:pt x="2605" y="2604"/>
                    </a:lnTo>
                    <a:lnTo>
                      <a:pt x="2704" y="2490"/>
                    </a:lnTo>
                    <a:lnTo>
                      <a:pt x="2790" y="2376"/>
                    </a:lnTo>
                    <a:lnTo>
                      <a:pt x="2861" y="2248"/>
                    </a:lnTo>
                    <a:lnTo>
                      <a:pt x="2932" y="2120"/>
                    </a:lnTo>
                    <a:lnTo>
                      <a:pt x="2975" y="1978"/>
                    </a:lnTo>
                    <a:lnTo>
                      <a:pt x="3017" y="1836"/>
                    </a:lnTo>
                    <a:lnTo>
                      <a:pt x="3046" y="1679"/>
                    </a:lnTo>
                    <a:lnTo>
                      <a:pt x="3046" y="1523"/>
                    </a:lnTo>
                    <a:lnTo>
                      <a:pt x="3046" y="1366"/>
                    </a:lnTo>
                    <a:lnTo>
                      <a:pt x="3017" y="1210"/>
                    </a:lnTo>
                    <a:lnTo>
                      <a:pt x="2975" y="1067"/>
                    </a:lnTo>
                    <a:lnTo>
                      <a:pt x="2932" y="925"/>
                    </a:lnTo>
                    <a:lnTo>
                      <a:pt x="2861" y="797"/>
                    </a:lnTo>
                    <a:lnTo>
                      <a:pt x="2790" y="669"/>
                    </a:lnTo>
                    <a:lnTo>
                      <a:pt x="2704" y="555"/>
                    </a:lnTo>
                    <a:lnTo>
                      <a:pt x="2605" y="441"/>
                    </a:lnTo>
                    <a:lnTo>
                      <a:pt x="2491" y="342"/>
                    </a:lnTo>
                    <a:lnTo>
                      <a:pt x="2377" y="256"/>
                    </a:lnTo>
                    <a:lnTo>
                      <a:pt x="2249" y="185"/>
                    </a:lnTo>
                    <a:lnTo>
                      <a:pt x="2121" y="114"/>
                    </a:lnTo>
                    <a:lnTo>
                      <a:pt x="1978" y="71"/>
                    </a:lnTo>
                    <a:lnTo>
                      <a:pt x="1822" y="29"/>
                    </a:lnTo>
                    <a:lnTo>
                      <a:pt x="16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657350" y="1114550"/>
                <a:ext cx="484527" cy="1381523"/>
              </a:xfrm>
              <a:custGeom>
                <a:avLst/>
                <a:gdLst/>
                <a:ahLst/>
                <a:cxnLst/>
                <a:rect l="l" t="t" r="r" b="b"/>
                <a:pathLst>
                  <a:path w="14558" h="41509" extrusionOk="0">
                    <a:moveTo>
                      <a:pt x="4525" y="0"/>
                    </a:moveTo>
                    <a:lnTo>
                      <a:pt x="4283" y="28"/>
                    </a:lnTo>
                    <a:lnTo>
                      <a:pt x="4042" y="57"/>
                    </a:lnTo>
                    <a:lnTo>
                      <a:pt x="3800" y="100"/>
                    </a:lnTo>
                    <a:lnTo>
                      <a:pt x="3558" y="157"/>
                    </a:lnTo>
                    <a:lnTo>
                      <a:pt x="3330" y="228"/>
                    </a:lnTo>
                    <a:lnTo>
                      <a:pt x="3102" y="299"/>
                    </a:lnTo>
                    <a:lnTo>
                      <a:pt x="2875" y="384"/>
                    </a:lnTo>
                    <a:lnTo>
                      <a:pt x="2661" y="484"/>
                    </a:lnTo>
                    <a:lnTo>
                      <a:pt x="2462" y="598"/>
                    </a:lnTo>
                    <a:lnTo>
                      <a:pt x="2263" y="711"/>
                    </a:lnTo>
                    <a:lnTo>
                      <a:pt x="2064" y="840"/>
                    </a:lnTo>
                    <a:lnTo>
                      <a:pt x="1879" y="982"/>
                    </a:lnTo>
                    <a:lnTo>
                      <a:pt x="1694" y="1124"/>
                    </a:lnTo>
                    <a:lnTo>
                      <a:pt x="1523" y="1281"/>
                    </a:lnTo>
                    <a:lnTo>
                      <a:pt x="1366" y="1437"/>
                    </a:lnTo>
                    <a:lnTo>
                      <a:pt x="1210" y="1608"/>
                    </a:lnTo>
                    <a:lnTo>
                      <a:pt x="1053" y="1779"/>
                    </a:lnTo>
                    <a:lnTo>
                      <a:pt x="911" y="1964"/>
                    </a:lnTo>
                    <a:lnTo>
                      <a:pt x="783" y="2149"/>
                    </a:lnTo>
                    <a:lnTo>
                      <a:pt x="669" y="2348"/>
                    </a:lnTo>
                    <a:lnTo>
                      <a:pt x="555" y="2547"/>
                    </a:lnTo>
                    <a:lnTo>
                      <a:pt x="456" y="2761"/>
                    </a:lnTo>
                    <a:lnTo>
                      <a:pt x="356" y="2960"/>
                    </a:lnTo>
                    <a:lnTo>
                      <a:pt x="271" y="3188"/>
                    </a:lnTo>
                    <a:lnTo>
                      <a:pt x="199" y="3401"/>
                    </a:lnTo>
                    <a:lnTo>
                      <a:pt x="143" y="3629"/>
                    </a:lnTo>
                    <a:lnTo>
                      <a:pt x="86" y="3856"/>
                    </a:lnTo>
                    <a:lnTo>
                      <a:pt x="43" y="4084"/>
                    </a:lnTo>
                    <a:lnTo>
                      <a:pt x="15" y="4312"/>
                    </a:lnTo>
                    <a:lnTo>
                      <a:pt x="0" y="4554"/>
                    </a:lnTo>
                    <a:lnTo>
                      <a:pt x="0" y="4795"/>
                    </a:lnTo>
                    <a:lnTo>
                      <a:pt x="0" y="5037"/>
                    </a:lnTo>
                    <a:lnTo>
                      <a:pt x="15" y="5279"/>
                    </a:lnTo>
                    <a:lnTo>
                      <a:pt x="57" y="5521"/>
                    </a:lnTo>
                    <a:lnTo>
                      <a:pt x="5052" y="37467"/>
                    </a:lnTo>
                    <a:lnTo>
                      <a:pt x="5109" y="37709"/>
                    </a:lnTo>
                    <a:lnTo>
                      <a:pt x="5152" y="37951"/>
                    </a:lnTo>
                    <a:lnTo>
                      <a:pt x="5223" y="38179"/>
                    </a:lnTo>
                    <a:lnTo>
                      <a:pt x="5308" y="38407"/>
                    </a:lnTo>
                    <a:lnTo>
                      <a:pt x="5393" y="38620"/>
                    </a:lnTo>
                    <a:lnTo>
                      <a:pt x="5493" y="38833"/>
                    </a:lnTo>
                    <a:lnTo>
                      <a:pt x="5607" y="39047"/>
                    </a:lnTo>
                    <a:lnTo>
                      <a:pt x="5721" y="39246"/>
                    </a:lnTo>
                    <a:lnTo>
                      <a:pt x="5849" y="39431"/>
                    </a:lnTo>
                    <a:lnTo>
                      <a:pt x="5977" y="39630"/>
                    </a:lnTo>
                    <a:lnTo>
                      <a:pt x="6133" y="39801"/>
                    </a:lnTo>
                    <a:lnTo>
                      <a:pt x="6276" y="39972"/>
                    </a:lnTo>
                    <a:lnTo>
                      <a:pt x="6446" y="40143"/>
                    </a:lnTo>
                    <a:lnTo>
                      <a:pt x="6603" y="40299"/>
                    </a:lnTo>
                    <a:lnTo>
                      <a:pt x="6788" y="40441"/>
                    </a:lnTo>
                    <a:lnTo>
                      <a:pt x="6973" y="40584"/>
                    </a:lnTo>
                    <a:lnTo>
                      <a:pt x="7158" y="40712"/>
                    </a:lnTo>
                    <a:lnTo>
                      <a:pt x="7357" y="40840"/>
                    </a:lnTo>
                    <a:lnTo>
                      <a:pt x="7556" y="40954"/>
                    </a:lnTo>
                    <a:lnTo>
                      <a:pt x="7756" y="41053"/>
                    </a:lnTo>
                    <a:lnTo>
                      <a:pt x="7969" y="41153"/>
                    </a:lnTo>
                    <a:lnTo>
                      <a:pt x="8182" y="41224"/>
                    </a:lnTo>
                    <a:lnTo>
                      <a:pt x="8410" y="41295"/>
                    </a:lnTo>
                    <a:lnTo>
                      <a:pt x="8624" y="41366"/>
                    </a:lnTo>
                    <a:lnTo>
                      <a:pt x="8851" y="41409"/>
                    </a:lnTo>
                    <a:lnTo>
                      <a:pt x="9093" y="41452"/>
                    </a:lnTo>
                    <a:lnTo>
                      <a:pt x="9321" y="41480"/>
                    </a:lnTo>
                    <a:lnTo>
                      <a:pt x="9563" y="41509"/>
                    </a:lnTo>
                    <a:lnTo>
                      <a:pt x="9790" y="41509"/>
                    </a:lnTo>
                    <a:lnTo>
                      <a:pt x="10032" y="41494"/>
                    </a:lnTo>
                    <a:lnTo>
                      <a:pt x="10274" y="41480"/>
                    </a:lnTo>
                    <a:lnTo>
                      <a:pt x="10516" y="41452"/>
                    </a:lnTo>
                    <a:lnTo>
                      <a:pt x="10758" y="41409"/>
                    </a:lnTo>
                    <a:lnTo>
                      <a:pt x="11000" y="41352"/>
                    </a:lnTo>
                    <a:lnTo>
                      <a:pt x="11228" y="41281"/>
                    </a:lnTo>
                    <a:lnTo>
                      <a:pt x="11455" y="41210"/>
                    </a:lnTo>
                    <a:lnTo>
                      <a:pt x="11669" y="41110"/>
                    </a:lnTo>
                    <a:lnTo>
                      <a:pt x="11882" y="41011"/>
                    </a:lnTo>
                    <a:lnTo>
                      <a:pt x="12096" y="40911"/>
                    </a:lnTo>
                    <a:lnTo>
                      <a:pt x="12295" y="40783"/>
                    </a:lnTo>
                    <a:lnTo>
                      <a:pt x="12494" y="40669"/>
                    </a:lnTo>
                    <a:lnTo>
                      <a:pt x="12679" y="40527"/>
                    </a:lnTo>
                    <a:lnTo>
                      <a:pt x="12850" y="40385"/>
                    </a:lnTo>
                    <a:lnTo>
                      <a:pt x="13035" y="40228"/>
                    </a:lnTo>
                    <a:lnTo>
                      <a:pt x="13191" y="40071"/>
                    </a:lnTo>
                    <a:lnTo>
                      <a:pt x="13348" y="39901"/>
                    </a:lnTo>
                    <a:lnTo>
                      <a:pt x="13504" y="39716"/>
                    </a:lnTo>
                    <a:lnTo>
                      <a:pt x="13633" y="39545"/>
                    </a:lnTo>
                    <a:lnTo>
                      <a:pt x="13775" y="39346"/>
                    </a:lnTo>
                    <a:lnTo>
                      <a:pt x="13889" y="39161"/>
                    </a:lnTo>
                    <a:lnTo>
                      <a:pt x="14002" y="38962"/>
                    </a:lnTo>
                    <a:lnTo>
                      <a:pt x="14102" y="38748"/>
                    </a:lnTo>
                    <a:lnTo>
                      <a:pt x="14202" y="38535"/>
                    </a:lnTo>
                    <a:lnTo>
                      <a:pt x="14287" y="38321"/>
                    </a:lnTo>
                    <a:lnTo>
                      <a:pt x="14358" y="38108"/>
                    </a:lnTo>
                    <a:lnTo>
                      <a:pt x="14415" y="37880"/>
                    </a:lnTo>
                    <a:lnTo>
                      <a:pt x="14472" y="37652"/>
                    </a:lnTo>
                    <a:lnTo>
                      <a:pt x="14515" y="37425"/>
                    </a:lnTo>
                    <a:lnTo>
                      <a:pt x="14543" y="37183"/>
                    </a:lnTo>
                    <a:lnTo>
                      <a:pt x="14557" y="36955"/>
                    </a:lnTo>
                    <a:lnTo>
                      <a:pt x="14557" y="36713"/>
                    </a:lnTo>
                    <a:lnTo>
                      <a:pt x="14557" y="36471"/>
                    </a:lnTo>
                    <a:lnTo>
                      <a:pt x="14529" y="36229"/>
                    </a:lnTo>
                    <a:lnTo>
                      <a:pt x="14501" y="35988"/>
                    </a:lnTo>
                    <a:lnTo>
                      <a:pt x="9492" y="4041"/>
                    </a:lnTo>
                    <a:lnTo>
                      <a:pt x="9449" y="3799"/>
                    </a:lnTo>
                    <a:lnTo>
                      <a:pt x="9392" y="3557"/>
                    </a:lnTo>
                    <a:lnTo>
                      <a:pt x="9335" y="3330"/>
                    </a:lnTo>
                    <a:lnTo>
                      <a:pt x="9250" y="3102"/>
                    </a:lnTo>
                    <a:lnTo>
                      <a:pt x="9164" y="2889"/>
                    </a:lnTo>
                    <a:lnTo>
                      <a:pt x="9065" y="2675"/>
                    </a:lnTo>
                    <a:lnTo>
                      <a:pt x="8951" y="2462"/>
                    </a:lnTo>
                    <a:lnTo>
                      <a:pt x="8837" y="2263"/>
                    </a:lnTo>
                    <a:lnTo>
                      <a:pt x="8709" y="2063"/>
                    </a:lnTo>
                    <a:lnTo>
                      <a:pt x="8567" y="1878"/>
                    </a:lnTo>
                    <a:lnTo>
                      <a:pt x="8424" y="1708"/>
                    </a:lnTo>
                    <a:lnTo>
                      <a:pt x="8268" y="1523"/>
                    </a:lnTo>
                    <a:lnTo>
                      <a:pt x="8111" y="1366"/>
                    </a:lnTo>
                    <a:lnTo>
                      <a:pt x="7941" y="1210"/>
                    </a:lnTo>
                    <a:lnTo>
                      <a:pt x="7770" y="1053"/>
                    </a:lnTo>
                    <a:lnTo>
                      <a:pt x="7585" y="925"/>
                    </a:lnTo>
                    <a:lnTo>
                      <a:pt x="7400" y="783"/>
                    </a:lnTo>
                    <a:lnTo>
                      <a:pt x="7201" y="669"/>
                    </a:lnTo>
                    <a:lnTo>
                      <a:pt x="7001" y="555"/>
                    </a:lnTo>
                    <a:lnTo>
                      <a:pt x="6802" y="455"/>
                    </a:lnTo>
                    <a:lnTo>
                      <a:pt x="6589" y="356"/>
                    </a:lnTo>
                    <a:lnTo>
                      <a:pt x="6375" y="270"/>
                    </a:lnTo>
                    <a:lnTo>
                      <a:pt x="6148" y="199"/>
                    </a:lnTo>
                    <a:lnTo>
                      <a:pt x="5920" y="142"/>
                    </a:lnTo>
                    <a:lnTo>
                      <a:pt x="5692" y="85"/>
                    </a:lnTo>
                    <a:lnTo>
                      <a:pt x="5465" y="43"/>
                    </a:lnTo>
                    <a:lnTo>
                      <a:pt x="5237" y="14"/>
                    </a:lnTo>
                    <a:lnTo>
                      <a:pt x="499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2076009" y="1114550"/>
                <a:ext cx="477903" cy="1197771"/>
              </a:xfrm>
              <a:custGeom>
                <a:avLst/>
                <a:gdLst/>
                <a:ahLst/>
                <a:cxnLst/>
                <a:rect l="l" t="t" r="r" b="b"/>
                <a:pathLst>
                  <a:path w="14359" h="35988" extrusionOk="0">
                    <a:moveTo>
                      <a:pt x="9463" y="0"/>
                    </a:moveTo>
                    <a:lnTo>
                      <a:pt x="9236" y="14"/>
                    </a:lnTo>
                    <a:lnTo>
                      <a:pt x="8994" y="28"/>
                    </a:lnTo>
                    <a:lnTo>
                      <a:pt x="8766" y="71"/>
                    </a:lnTo>
                    <a:lnTo>
                      <a:pt x="8538" y="114"/>
                    </a:lnTo>
                    <a:lnTo>
                      <a:pt x="8311" y="171"/>
                    </a:lnTo>
                    <a:lnTo>
                      <a:pt x="8083" y="242"/>
                    </a:lnTo>
                    <a:lnTo>
                      <a:pt x="7870" y="313"/>
                    </a:lnTo>
                    <a:lnTo>
                      <a:pt x="7656" y="398"/>
                    </a:lnTo>
                    <a:lnTo>
                      <a:pt x="7443" y="498"/>
                    </a:lnTo>
                    <a:lnTo>
                      <a:pt x="7244" y="612"/>
                    </a:lnTo>
                    <a:lnTo>
                      <a:pt x="7044" y="726"/>
                    </a:lnTo>
                    <a:lnTo>
                      <a:pt x="6859" y="854"/>
                    </a:lnTo>
                    <a:lnTo>
                      <a:pt x="6674" y="996"/>
                    </a:lnTo>
                    <a:lnTo>
                      <a:pt x="6489" y="1138"/>
                    </a:lnTo>
                    <a:lnTo>
                      <a:pt x="6319" y="1281"/>
                    </a:lnTo>
                    <a:lnTo>
                      <a:pt x="6148" y="1451"/>
                    </a:lnTo>
                    <a:lnTo>
                      <a:pt x="5991" y="1622"/>
                    </a:lnTo>
                    <a:lnTo>
                      <a:pt x="5849" y="1793"/>
                    </a:lnTo>
                    <a:lnTo>
                      <a:pt x="5707" y="1978"/>
                    </a:lnTo>
                    <a:lnTo>
                      <a:pt x="5564" y="2163"/>
                    </a:lnTo>
                    <a:lnTo>
                      <a:pt x="5451" y="2362"/>
                    </a:lnTo>
                    <a:lnTo>
                      <a:pt x="5337" y="2576"/>
                    </a:lnTo>
                    <a:lnTo>
                      <a:pt x="5223" y="2789"/>
                    </a:lnTo>
                    <a:lnTo>
                      <a:pt x="5137" y="3003"/>
                    </a:lnTo>
                    <a:lnTo>
                      <a:pt x="5052" y="3230"/>
                    </a:lnTo>
                    <a:lnTo>
                      <a:pt x="4981" y="3458"/>
                    </a:lnTo>
                    <a:lnTo>
                      <a:pt x="4924" y="3686"/>
                    </a:lnTo>
                    <a:lnTo>
                      <a:pt x="4867" y="3927"/>
                    </a:lnTo>
                    <a:lnTo>
                      <a:pt x="72" y="30352"/>
                    </a:lnTo>
                    <a:lnTo>
                      <a:pt x="43" y="30594"/>
                    </a:lnTo>
                    <a:lnTo>
                      <a:pt x="15" y="30836"/>
                    </a:lnTo>
                    <a:lnTo>
                      <a:pt x="1" y="31078"/>
                    </a:lnTo>
                    <a:lnTo>
                      <a:pt x="1" y="31320"/>
                    </a:lnTo>
                    <a:lnTo>
                      <a:pt x="15" y="31548"/>
                    </a:lnTo>
                    <a:lnTo>
                      <a:pt x="29" y="31790"/>
                    </a:lnTo>
                    <a:lnTo>
                      <a:pt x="72" y="32017"/>
                    </a:lnTo>
                    <a:lnTo>
                      <a:pt x="114" y="32245"/>
                    </a:lnTo>
                    <a:lnTo>
                      <a:pt x="171" y="32473"/>
                    </a:lnTo>
                    <a:lnTo>
                      <a:pt x="242" y="32700"/>
                    </a:lnTo>
                    <a:lnTo>
                      <a:pt x="314" y="32914"/>
                    </a:lnTo>
                    <a:lnTo>
                      <a:pt x="413" y="33127"/>
                    </a:lnTo>
                    <a:lnTo>
                      <a:pt x="499" y="33341"/>
                    </a:lnTo>
                    <a:lnTo>
                      <a:pt x="612" y="33540"/>
                    </a:lnTo>
                    <a:lnTo>
                      <a:pt x="726" y="33739"/>
                    </a:lnTo>
                    <a:lnTo>
                      <a:pt x="854" y="33924"/>
                    </a:lnTo>
                    <a:lnTo>
                      <a:pt x="997" y="34109"/>
                    </a:lnTo>
                    <a:lnTo>
                      <a:pt x="1139" y="34294"/>
                    </a:lnTo>
                    <a:lnTo>
                      <a:pt x="1295" y="34465"/>
                    </a:lnTo>
                    <a:lnTo>
                      <a:pt x="1452" y="34636"/>
                    </a:lnTo>
                    <a:lnTo>
                      <a:pt x="1623" y="34792"/>
                    </a:lnTo>
                    <a:lnTo>
                      <a:pt x="1793" y="34934"/>
                    </a:lnTo>
                    <a:lnTo>
                      <a:pt x="1978" y="35077"/>
                    </a:lnTo>
                    <a:lnTo>
                      <a:pt x="2163" y="35219"/>
                    </a:lnTo>
                    <a:lnTo>
                      <a:pt x="2363" y="35333"/>
                    </a:lnTo>
                    <a:lnTo>
                      <a:pt x="2576" y="35447"/>
                    </a:lnTo>
                    <a:lnTo>
                      <a:pt x="2790" y="35561"/>
                    </a:lnTo>
                    <a:lnTo>
                      <a:pt x="3003" y="35646"/>
                    </a:lnTo>
                    <a:lnTo>
                      <a:pt x="3231" y="35731"/>
                    </a:lnTo>
                    <a:lnTo>
                      <a:pt x="3458" y="35803"/>
                    </a:lnTo>
                    <a:lnTo>
                      <a:pt x="3686" y="35859"/>
                    </a:lnTo>
                    <a:lnTo>
                      <a:pt x="3928" y="35916"/>
                    </a:lnTo>
                    <a:lnTo>
                      <a:pt x="4170" y="35959"/>
                    </a:lnTo>
                    <a:lnTo>
                      <a:pt x="4412" y="35973"/>
                    </a:lnTo>
                    <a:lnTo>
                      <a:pt x="4654" y="35988"/>
                    </a:lnTo>
                    <a:lnTo>
                      <a:pt x="4896" y="35988"/>
                    </a:lnTo>
                    <a:lnTo>
                      <a:pt x="5137" y="35973"/>
                    </a:lnTo>
                    <a:lnTo>
                      <a:pt x="5365" y="35959"/>
                    </a:lnTo>
                    <a:lnTo>
                      <a:pt x="5593" y="35916"/>
                    </a:lnTo>
                    <a:lnTo>
                      <a:pt x="5821" y="35874"/>
                    </a:lnTo>
                    <a:lnTo>
                      <a:pt x="6048" y="35817"/>
                    </a:lnTo>
                    <a:lnTo>
                      <a:pt x="6276" y="35746"/>
                    </a:lnTo>
                    <a:lnTo>
                      <a:pt x="6489" y="35674"/>
                    </a:lnTo>
                    <a:lnTo>
                      <a:pt x="6703" y="35589"/>
                    </a:lnTo>
                    <a:lnTo>
                      <a:pt x="6916" y="35489"/>
                    </a:lnTo>
                    <a:lnTo>
                      <a:pt x="7115" y="35376"/>
                    </a:lnTo>
                    <a:lnTo>
                      <a:pt x="7315" y="35262"/>
                    </a:lnTo>
                    <a:lnTo>
                      <a:pt x="7514" y="35134"/>
                    </a:lnTo>
                    <a:lnTo>
                      <a:pt x="7699" y="35006"/>
                    </a:lnTo>
                    <a:lnTo>
                      <a:pt x="7870" y="34849"/>
                    </a:lnTo>
                    <a:lnTo>
                      <a:pt x="8040" y="34707"/>
                    </a:lnTo>
                    <a:lnTo>
                      <a:pt x="8211" y="34536"/>
                    </a:lnTo>
                    <a:lnTo>
                      <a:pt x="8368" y="34380"/>
                    </a:lnTo>
                    <a:lnTo>
                      <a:pt x="8524" y="34195"/>
                    </a:lnTo>
                    <a:lnTo>
                      <a:pt x="8652" y="34010"/>
                    </a:lnTo>
                    <a:lnTo>
                      <a:pt x="8795" y="33825"/>
                    </a:lnTo>
                    <a:lnTo>
                      <a:pt x="8908" y="33625"/>
                    </a:lnTo>
                    <a:lnTo>
                      <a:pt x="9022" y="33412"/>
                    </a:lnTo>
                    <a:lnTo>
                      <a:pt x="9136" y="33213"/>
                    </a:lnTo>
                    <a:lnTo>
                      <a:pt x="9221" y="32985"/>
                    </a:lnTo>
                    <a:lnTo>
                      <a:pt x="9307" y="32772"/>
                    </a:lnTo>
                    <a:lnTo>
                      <a:pt x="9378" y="32530"/>
                    </a:lnTo>
                    <a:lnTo>
                      <a:pt x="9449" y="32302"/>
                    </a:lnTo>
                    <a:lnTo>
                      <a:pt x="9492" y="32060"/>
                    </a:lnTo>
                    <a:lnTo>
                      <a:pt x="14287" y="5635"/>
                    </a:lnTo>
                    <a:lnTo>
                      <a:pt x="14330" y="5393"/>
                    </a:lnTo>
                    <a:lnTo>
                      <a:pt x="14344" y="5151"/>
                    </a:lnTo>
                    <a:lnTo>
                      <a:pt x="14358" y="4909"/>
                    </a:lnTo>
                    <a:lnTo>
                      <a:pt x="14358" y="4667"/>
                    </a:lnTo>
                    <a:lnTo>
                      <a:pt x="14344" y="4440"/>
                    </a:lnTo>
                    <a:lnTo>
                      <a:pt x="14330" y="4198"/>
                    </a:lnTo>
                    <a:lnTo>
                      <a:pt x="14287" y="3970"/>
                    </a:lnTo>
                    <a:lnTo>
                      <a:pt x="14245" y="3742"/>
                    </a:lnTo>
                    <a:lnTo>
                      <a:pt x="14188" y="3515"/>
                    </a:lnTo>
                    <a:lnTo>
                      <a:pt x="14117" y="3287"/>
                    </a:lnTo>
                    <a:lnTo>
                      <a:pt x="14045" y="3074"/>
                    </a:lnTo>
                    <a:lnTo>
                      <a:pt x="13960" y="2860"/>
                    </a:lnTo>
                    <a:lnTo>
                      <a:pt x="13860" y="2647"/>
                    </a:lnTo>
                    <a:lnTo>
                      <a:pt x="13747" y="2448"/>
                    </a:lnTo>
                    <a:lnTo>
                      <a:pt x="13633" y="2248"/>
                    </a:lnTo>
                    <a:lnTo>
                      <a:pt x="13505" y="2063"/>
                    </a:lnTo>
                    <a:lnTo>
                      <a:pt x="13377" y="1878"/>
                    </a:lnTo>
                    <a:lnTo>
                      <a:pt x="13220" y="1693"/>
                    </a:lnTo>
                    <a:lnTo>
                      <a:pt x="13078" y="1523"/>
                    </a:lnTo>
                    <a:lnTo>
                      <a:pt x="12907" y="1352"/>
                    </a:lnTo>
                    <a:lnTo>
                      <a:pt x="12736" y="1195"/>
                    </a:lnTo>
                    <a:lnTo>
                      <a:pt x="12566" y="1053"/>
                    </a:lnTo>
                    <a:lnTo>
                      <a:pt x="12381" y="911"/>
                    </a:lnTo>
                    <a:lnTo>
                      <a:pt x="12196" y="783"/>
                    </a:lnTo>
                    <a:lnTo>
                      <a:pt x="11996" y="655"/>
                    </a:lnTo>
                    <a:lnTo>
                      <a:pt x="11783" y="541"/>
                    </a:lnTo>
                    <a:lnTo>
                      <a:pt x="11584" y="441"/>
                    </a:lnTo>
                    <a:lnTo>
                      <a:pt x="11356" y="342"/>
                    </a:lnTo>
                    <a:lnTo>
                      <a:pt x="11128" y="256"/>
                    </a:lnTo>
                    <a:lnTo>
                      <a:pt x="10901" y="185"/>
                    </a:lnTo>
                    <a:lnTo>
                      <a:pt x="10673" y="128"/>
                    </a:lnTo>
                    <a:lnTo>
                      <a:pt x="10431" y="71"/>
                    </a:lnTo>
                    <a:lnTo>
                      <a:pt x="10189" y="43"/>
                    </a:lnTo>
                    <a:lnTo>
                      <a:pt x="9947" y="14"/>
                    </a:lnTo>
                    <a:lnTo>
                      <a:pt x="970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734998" y="2217094"/>
                <a:ext cx="575954" cy="703792"/>
              </a:xfrm>
              <a:custGeom>
                <a:avLst/>
                <a:gdLst/>
                <a:ahLst/>
                <a:cxnLst/>
                <a:rect l="l" t="t" r="r" b="b"/>
                <a:pathLst>
                  <a:path w="17305" h="21146" extrusionOk="0">
                    <a:moveTo>
                      <a:pt x="11485" y="0"/>
                    </a:moveTo>
                    <a:lnTo>
                      <a:pt x="11214" y="15"/>
                    </a:lnTo>
                    <a:lnTo>
                      <a:pt x="10930" y="29"/>
                    </a:lnTo>
                    <a:lnTo>
                      <a:pt x="10659" y="71"/>
                    </a:lnTo>
                    <a:lnTo>
                      <a:pt x="10375" y="114"/>
                    </a:lnTo>
                    <a:lnTo>
                      <a:pt x="10104" y="185"/>
                    </a:lnTo>
                    <a:lnTo>
                      <a:pt x="9834" y="256"/>
                    </a:lnTo>
                    <a:lnTo>
                      <a:pt x="9578" y="342"/>
                    </a:lnTo>
                    <a:lnTo>
                      <a:pt x="9322" y="441"/>
                    </a:lnTo>
                    <a:lnTo>
                      <a:pt x="9065" y="555"/>
                    </a:lnTo>
                    <a:lnTo>
                      <a:pt x="8809" y="683"/>
                    </a:lnTo>
                    <a:lnTo>
                      <a:pt x="8567" y="811"/>
                    </a:lnTo>
                    <a:lnTo>
                      <a:pt x="8325" y="968"/>
                    </a:lnTo>
                    <a:lnTo>
                      <a:pt x="8098" y="1124"/>
                    </a:lnTo>
                    <a:lnTo>
                      <a:pt x="7870" y="1295"/>
                    </a:lnTo>
                    <a:lnTo>
                      <a:pt x="7657" y="1480"/>
                    </a:lnTo>
                    <a:lnTo>
                      <a:pt x="7443" y="1679"/>
                    </a:lnTo>
                    <a:lnTo>
                      <a:pt x="7244" y="1879"/>
                    </a:lnTo>
                    <a:lnTo>
                      <a:pt x="7059" y="2092"/>
                    </a:lnTo>
                    <a:lnTo>
                      <a:pt x="6874" y="2320"/>
                    </a:lnTo>
                    <a:lnTo>
                      <a:pt x="6703" y="2562"/>
                    </a:lnTo>
                    <a:lnTo>
                      <a:pt x="6547" y="2818"/>
                    </a:lnTo>
                    <a:lnTo>
                      <a:pt x="826" y="12380"/>
                    </a:lnTo>
                    <a:lnTo>
                      <a:pt x="684" y="12636"/>
                    </a:lnTo>
                    <a:lnTo>
                      <a:pt x="542" y="12907"/>
                    </a:lnTo>
                    <a:lnTo>
                      <a:pt x="428" y="13177"/>
                    </a:lnTo>
                    <a:lnTo>
                      <a:pt x="328" y="13448"/>
                    </a:lnTo>
                    <a:lnTo>
                      <a:pt x="243" y="13718"/>
                    </a:lnTo>
                    <a:lnTo>
                      <a:pt x="172" y="13988"/>
                    </a:lnTo>
                    <a:lnTo>
                      <a:pt x="101" y="14273"/>
                    </a:lnTo>
                    <a:lnTo>
                      <a:pt x="58" y="14543"/>
                    </a:lnTo>
                    <a:lnTo>
                      <a:pt x="29" y="14828"/>
                    </a:lnTo>
                    <a:lnTo>
                      <a:pt x="15" y="15112"/>
                    </a:lnTo>
                    <a:lnTo>
                      <a:pt x="1" y="15383"/>
                    </a:lnTo>
                    <a:lnTo>
                      <a:pt x="15" y="15667"/>
                    </a:lnTo>
                    <a:lnTo>
                      <a:pt x="44" y="15952"/>
                    </a:lnTo>
                    <a:lnTo>
                      <a:pt x="72" y="16222"/>
                    </a:lnTo>
                    <a:lnTo>
                      <a:pt x="115" y="16493"/>
                    </a:lnTo>
                    <a:lnTo>
                      <a:pt x="186" y="16763"/>
                    </a:lnTo>
                    <a:lnTo>
                      <a:pt x="257" y="17034"/>
                    </a:lnTo>
                    <a:lnTo>
                      <a:pt x="342" y="17304"/>
                    </a:lnTo>
                    <a:lnTo>
                      <a:pt x="442" y="17560"/>
                    </a:lnTo>
                    <a:lnTo>
                      <a:pt x="556" y="17816"/>
                    </a:lnTo>
                    <a:lnTo>
                      <a:pt x="684" y="18072"/>
                    </a:lnTo>
                    <a:lnTo>
                      <a:pt x="812" y="18314"/>
                    </a:lnTo>
                    <a:lnTo>
                      <a:pt x="969" y="18556"/>
                    </a:lnTo>
                    <a:lnTo>
                      <a:pt x="1125" y="18784"/>
                    </a:lnTo>
                    <a:lnTo>
                      <a:pt x="1296" y="19011"/>
                    </a:lnTo>
                    <a:lnTo>
                      <a:pt x="1481" y="19225"/>
                    </a:lnTo>
                    <a:lnTo>
                      <a:pt x="1680" y="19438"/>
                    </a:lnTo>
                    <a:lnTo>
                      <a:pt x="1879" y="19638"/>
                    </a:lnTo>
                    <a:lnTo>
                      <a:pt x="2107" y="19823"/>
                    </a:lnTo>
                    <a:lnTo>
                      <a:pt x="2335" y="20008"/>
                    </a:lnTo>
                    <a:lnTo>
                      <a:pt x="2577" y="20178"/>
                    </a:lnTo>
                    <a:lnTo>
                      <a:pt x="2819" y="20335"/>
                    </a:lnTo>
                    <a:lnTo>
                      <a:pt x="3075" y="20477"/>
                    </a:lnTo>
                    <a:lnTo>
                      <a:pt x="3345" y="20605"/>
                    </a:lnTo>
                    <a:lnTo>
                      <a:pt x="3615" y="20733"/>
                    </a:lnTo>
                    <a:lnTo>
                      <a:pt x="3886" y="20833"/>
                    </a:lnTo>
                    <a:lnTo>
                      <a:pt x="4156" y="20918"/>
                    </a:lnTo>
                    <a:lnTo>
                      <a:pt x="4426" y="20989"/>
                    </a:lnTo>
                    <a:lnTo>
                      <a:pt x="4711" y="21046"/>
                    </a:lnTo>
                    <a:lnTo>
                      <a:pt x="4981" y="21089"/>
                    </a:lnTo>
                    <a:lnTo>
                      <a:pt x="5266" y="21132"/>
                    </a:lnTo>
                    <a:lnTo>
                      <a:pt x="5551" y="21146"/>
                    </a:lnTo>
                    <a:lnTo>
                      <a:pt x="6106" y="21146"/>
                    </a:lnTo>
                    <a:lnTo>
                      <a:pt x="6390" y="21118"/>
                    </a:lnTo>
                    <a:lnTo>
                      <a:pt x="6661" y="21089"/>
                    </a:lnTo>
                    <a:lnTo>
                      <a:pt x="6931" y="21032"/>
                    </a:lnTo>
                    <a:lnTo>
                      <a:pt x="7201" y="20975"/>
                    </a:lnTo>
                    <a:lnTo>
                      <a:pt x="7472" y="20904"/>
                    </a:lnTo>
                    <a:lnTo>
                      <a:pt x="7742" y="20819"/>
                    </a:lnTo>
                    <a:lnTo>
                      <a:pt x="7998" y="20719"/>
                    </a:lnTo>
                    <a:lnTo>
                      <a:pt x="8254" y="20605"/>
                    </a:lnTo>
                    <a:lnTo>
                      <a:pt x="8510" y="20477"/>
                    </a:lnTo>
                    <a:lnTo>
                      <a:pt x="8752" y="20335"/>
                    </a:lnTo>
                    <a:lnTo>
                      <a:pt x="8994" y="20193"/>
                    </a:lnTo>
                    <a:lnTo>
                      <a:pt x="9222" y="20036"/>
                    </a:lnTo>
                    <a:lnTo>
                      <a:pt x="9450" y="19865"/>
                    </a:lnTo>
                    <a:lnTo>
                      <a:pt x="9663" y="19680"/>
                    </a:lnTo>
                    <a:lnTo>
                      <a:pt x="9877" y="19481"/>
                    </a:lnTo>
                    <a:lnTo>
                      <a:pt x="10076" y="19268"/>
                    </a:lnTo>
                    <a:lnTo>
                      <a:pt x="10261" y="19054"/>
                    </a:lnTo>
                    <a:lnTo>
                      <a:pt x="10446" y="18826"/>
                    </a:lnTo>
                    <a:lnTo>
                      <a:pt x="10616" y="18585"/>
                    </a:lnTo>
                    <a:lnTo>
                      <a:pt x="10773" y="18328"/>
                    </a:lnTo>
                    <a:lnTo>
                      <a:pt x="16493" y="8766"/>
                    </a:lnTo>
                    <a:lnTo>
                      <a:pt x="16636" y="8510"/>
                    </a:lnTo>
                    <a:lnTo>
                      <a:pt x="16764" y="8254"/>
                    </a:lnTo>
                    <a:lnTo>
                      <a:pt x="16892" y="7983"/>
                    </a:lnTo>
                    <a:lnTo>
                      <a:pt x="16991" y="7713"/>
                    </a:lnTo>
                    <a:lnTo>
                      <a:pt x="17077" y="7443"/>
                    </a:lnTo>
                    <a:lnTo>
                      <a:pt x="17148" y="7158"/>
                    </a:lnTo>
                    <a:lnTo>
                      <a:pt x="17205" y="6888"/>
                    </a:lnTo>
                    <a:lnTo>
                      <a:pt x="17262" y="6603"/>
                    </a:lnTo>
                    <a:lnTo>
                      <a:pt x="17290" y="6318"/>
                    </a:lnTo>
                    <a:lnTo>
                      <a:pt x="17305" y="6048"/>
                    </a:lnTo>
                    <a:lnTo>
                      <a:pt x="17305" y="5763"/>
                    </a:lnTo>
                    <a:lnTo>
                      <a:pt x="17305" y="5479"/>
                    </a:lnTo>
                    <a:lnTo>
                      <a:pt x="17276" y="5208"/>
                    </a:lnTo>
                    <a:lnTo>
                      <a:pt x="17248" y="4924"/>
                    </a:lnTo>
                    <a:lnTo>
                      <a:pt x="17191" y="4653"/>
                    </a:lnTo>
                    <a:lnTo>
                      <a:pt x="17134" y="4383"/>
                    </a:lnTo>
                    <a:lnTo>
                      <a:pt x="17063" y="4113"/>
                    </a:lnTo>
                    <a:lnTo>
                      <a:pt x="16977" y="3842"/>
                    </a:lnTo>
                    <a:lnTo>
                      <a:pt x="16878" y="3586"/>
                    </a:lnTo>
                    <a:lnTo>
                      <a:pt x="16764" y="3330"/>
                    </a:lnTo>
                    <a:lnTo>
                      <a:pt x="16636" y="3088"/>
                    </a:lnTo>
                    <a:lnTo>
                      <a:pt x="16508" y="2832"/>
                    </a:lnTo>
                    <a:lnTo>
                      <a:pt x="16351" y="2604"/>
                    </a:lnTo>
                    <a:lnTo>
                      <a:pt x="16195" y="2362"/>
                    </a:lnTo>
                    <a:lnTo>
                      <a:pt x="16024" y="2149"/>
                    </a:lnTo>
                    <a:lnTo>
                      <a:pt x="15839" y="1921"/>
                    </a:lnTo>
                    <a:lnTo>
                      <a:pt x="15640" y="1722"/>
                    </a:lnTo>
                    <a:lnTo>
                      <a:pt x="15440" y="1523"/>
                    </a:lnTo>
                    <a:lnTo>
                      <a:pt x="15213" y="1324"/>
                    </a:lnTo>
                    <a:lnTo>
                      <a:pt x="14985" y="1153"/>
                    </a:lnTo>
                    <a:lnTo>
                      <a:pt x="14743" y="982"/>
                    </a:lnTo>
                    <a:lnTo>
                      <a:pt x="14501" y="826"/>
                    </a:lnTo>
                    <a:lnTo>
                      <a:pt x="14231" y="669"/>
                    </a:lnTo>
                    <a:lnTo>
                      <a:pt x="13975" y="541"/>
                    </a:lnTo>
                    <a:lnTo>
                      <a:pt x="13704" y="427"/>
                    </a:lnTo>
                    <a:lnTo>
                      <a:pt x="13434" y="328"/>
                    </a:lnTo>
                    <a:lnTo>
                      <a:pt x="13164" y="242"/>
                    </a:lnTo>
                    <a:lnTo>
                      <a:pt x="12893" y="157"/>
                    </a:lnTo>
                    <a:lnTo>
                      <a:pt x="12609" y="100"/>
                    </a:lnTo>
                    <a:lnTo>
                      <a:pt x="12324" y="57"/>
                    </a:lnTo>
                    <a:lnTo>
                      <a:pt x="12054" y="29"/>
                    </a:lnTo>
                    <a:lnTo>
                      <a:pt x="117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2421280" y="1708440"/>
                <a:ext cx="318747" cy="96998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29144" extrusionOk="0">
                    <a:moveTo>
                      <a:pt x="4781" y="0"/>
                    </a:moveTo>
                    <a:lnTo>
                      <a:pt x="4539" y="15"/>
                    </a:lnTo>
                    <a:lnTo>
                      <a:pt x="4298" y="29"/>
                    </a:lnTo>
                    <a:lnTo>
                      <a:pt x="4056" y="57"/>
                    </a:lnTo>
                    <a:lnTo>
                      <a:pt x="3828" y="100"/>
                    </a:lnTo>
                    <a:lnTo>
                      <a:pt x="3586" y="157"/>
                    </a:lnTo>
                    <a:lnTo>
                      <a:pt x="3373" y="228"/>
                    </a:lnTo>
                    <a:lnTo>
                      <a:pt x="3145" y="299"/>
                    </a:lnTo>
                    <a:lnTo>
                      <a:pt x="2931" y="385"/>
                    </a:lnTo>
                    <a:lnTo>
                      <a:pt x="2718" y="484"/>
                    </a:lnTo>
                    <a:lnTo>
                      <a:pt x="2505" y="584"/>
                    </a:lnTo>
                    <a:lnTo>
                      <a:pt x="2305" y="698"/>
                    </a:lnTo>
                    <a:lnTo>
                      <a:pt x="2120" y="826"/>
                    </a:lnTo>
                    <a:lnTo>
                      <a:pt x="1921" y="954"/>
                    </a:lnTo>
                    <a:lnTo>
                      <a:pt x="1750" y="1096"/>
                    </a:lnTo>
                    <a:lnTo>
                      <a:pt x="1565" y="1253"/>
                    </a:lnTo>
                    <a:lnTo>
                      <a:pt x="1409" y="1409"/>
                    </a:lnTo>
                    <a:lnTo>
                      <a:pt x="1252" y="1580"/>
                    </a:lnTo>
                    <a:lnTo>
                      <a:pt x="1096" y="1751"/>
                    </a:lnTo>
                    <a:lnTo>
                      <a:pt x="954" y="1936"/>
                    </a:lnTo>
                    <a:lnTo>
                      <a:pt x="825" y="2121"/>
                    </a:lnTo>
                    <a:lnTo>
                      <a:pt x="697" y="2320"/>
                    </a:lnTo>
                    <a:lnTo>
                      <a:pt x="584" y="2519"/>
                    </a:lnTo>
                    <a:lnTo>
                      <a:pt x="470" y="2718"/>
                    </a:lnTo>
                    <a:lnTo>
                      <a:pt x="384" y="2932"/>
                    </a:lnTo>
                    <a:lnTo>
                      <a:pt x="285" y="3145"/>
                    </a:lnTo>
                    <a:lnTo>
                      <a:pt x="214" y="3373"/>
                    </a:lnTo>
                    <a:lnTo>
                      <a:pt x="157" y="3601"/>
                    </a:lnTo>
                    <a:lnTo>
                      <a:pt x="100" y="3828"/>
                    </a:lnTo>
                    <a:lnTo>
                      <a:pt x="57" y="4070"/>
                    </a:lnTo>
                    <a:lnTo>
                      <a:pt x="29" y="4298"/>
                    </a:lnTo>
                    <a:lnTo>
                      <a:pt x="0" y="4540"/>
                    </a:lnTo>
                    <a:lnTo>
                      <a:pt x="0" y="4796"/>
                    </a:lnTo>
                    <a:lnTo>
                      <a:pt x="0" y="24362"/>
                    </a:lnTo>
                    <a:lnTo>
                      <a:pt x="0" y="24604"/>
                    </a:lnTo>
                    <a:lnTo>
                      <a:pt x="29" y="24846"/>
                    </a:lnTo>
                    <a:lnTo>
                      <a:pt x="57" y="25088"/>
                    </a:lnTo>
                    <a:lnTo>
                      <a:pt x="100" y="25330"/>
                    </a:lnTo>
                    <a:lnTo>
                      <a:pt x="157" y="25557"/>
                    </a:lnTo>
                    <a:lnTo>
                      <a:pt x="214" y="25785"/>
                    </a:lnTo>
                    <a:lnTo>
                      <a:pt x="285" y="25998"/>
                    </a:lnTo>
                    <a:lnTo>
                      <a:pt x="384" y="26226"/>
                    </a:lnTo>
                    <a:lnTo>
                      <a:pt x="470" y="26425"/>
                    </a:lnTo>
                    <a:lnTo>
                      <a:pt x="584" y="26639"/>
                    </a:lnTo>
                    <a:lnTo>
                      <a:pt x="697" y="26838"/>
                    </a:lnTo>
                    <a:lnTo>
                      <a:pt x="825" y="27037"/>
                    </a:lnTo>
                    <a:lnTo>
                      <a:pt x="954" y="27222"/>
                    </a:lnTo>
                    <a:lnTo>
                      <a:pt x="1096" y="27407"/>
                    </a:lnTo>
                    <a:lnTo>
                      <a:pt x="1252" y="27578"/>
                    </a:lnTo>
                    <a:lnTo>
                      <a:pt x="1409" y="27749"/>
                    </a:lnTo>
                    <a:lnTo>
                      <a:pt x="1565" y="27905"/>
                    </a:lnTo>
                    <a:lnTo>
                      <a:pt x="1750" y="28048"/>
                    </a:lnTo>
                    <a:lnTo>
                      <a:pt x="1921" y="28190"/>
                    </a:lnTo>
                    <a:lnTo>
                      <a:pt x="2120" y="28332"/>
                    </a:lnTo>
                    <a:lnTo>
                      <a:pt x="2305" y="28446"/>
                    </a:lnTo>
                    <a:lnTo>
                      <a:pt x="2505" y="28574"/>
                    </a:lnTo>
                    <a:lnTo>
                      <a:pt x="2718" y="28674"/>
                    </a:lnTo>
                    <a:lnTo>
                      <a:pt x="2931" y="28773"/>
                    </a:lnTo>
                    <a:lnTo>
                      <a:pt x="3145" y="28859"/>
                    </a:lnTo>
                    <a:lnTo>
                      <a:pt x="3373" y="28930"/>
                    </a:lnTo>
                    <a:lnTo>
                      <a:pt x="3586" y="29001"/>
                    </a:lnTo>
                    <a:lnTo>
                      <a:pt x="3828" y="29044"/>
                    </a:lnTo>
                    <a:lnTo>
                      <a:pt x="4056" y="29086"/>
                    </a:lnTo>
                    <a:lnTo>
                      <a:pt x="4298" y="29129"/>
                    </a:lnTo>
                    <a:lnTo>
                      <a:pt x="4539" y="29143"/>
                    </a:lnTo>
                    <a:lnTo>
                      <a:pt x="5037" y="29143"/>
                    </a:lnTo>
                    <a:lnTo>
                      <a:pt x="5279" y="29129"/>
                    </a:lnTo>
                    <a:lnTo>
                      <a:pt x="5507" y="29086"/>
                    </a:lnTo>
                    <a:lnTo>
                      <a:pt x="5749" y="29044"/>
                    </a:lnTo>
                    <a:lnTo>
                      <a:pt x="5977" y="29001"/>
                    </a:lnTo>
                    <a:lnTo>
                      <a:pt x="6204" y="28930"/>
                    </a:lnTo>
                    <a:lnTo>
                      <a:pt x="6432" y="28859"/>
                    </a:lnTo>
                    <a:lnTo>
                      <a:pt x="6645" y="28773"/>
                    </a:lnTo>
                    <a:lnTo>
                      <a:pt x="6859" y="28674"/>
                    </a:lnTo>
                    <a:lnTo>
                      <a:pt x="7058" y="28574"/>
                    </a:lnTo>
                    <a:lnTo>
                      <a:pt x="7257" y="28446"/>
                    </a:lnTo>
                    <a:lnTo>
                      <a:pt x="7457" y="28332"/>
                    </a:lnTo>
                    <a:lnTo>
                      <a:pt x="7642" y="28190"/>
                    </a:lnTo>
                    <a:lnTo>
                      <a:pt x="7827" y="28048"/>
                    </a:lnTo>
                    <a:lnTo>
                      <a:pt x="7997" y="27905"/>
                    </a:lnTo>
                    <a:lnTo>
                      <a:pt x="8168" y="27749"/>
                    </a:lnTo>
                    <a:lnTo>
                      <a:pt x="8325" y="27578"/>
                    </a:lnTo>
                    <a:lnTo>
                      <a:pt x="8481" y="27407"/>
                    </a:lnTo>
                    <a:lnTo>
                      <a:pt x="8623" y="27222"/>
                    </a:lnTo>
                    <a:lnTo>
                      <a:pt x="8751" y="27037"/>
                    </a:lnTo>
                    <a:lnTo>
                      <a:pt x="8880" y="26838"/>
                    </a:lnTo>
                    <a:lnTo>
                      <a:pt x="8993" y="26639"/>
                    </a:lnTo>
                    <a:lnTo>
                      <a:pt x="9093" y="26425"/>
                    </a:lnTo>
                    <a:lnTo>
                      <a:pt x="9193" y="26226"/>
                    </a:lnTo>
                    <a:lnTo>
                      <a:pt x="9278" y="25998"/>
                    </a:lnTo>
                    <a:lnTo>
                      <a:pt x="9349" y="25785"/>
                    </a:lnTo>
                    <a:lnTo>
                      <a:pt x="9420" y="25557"/>
                    </a:lnTo>
                    <a:lnTo>
                      <a:pt x="9477" y="25330"/>
                    </a:lnTo>
                    <a:lnTo>
                      <a:pt x="9520" y="25088"/>
                    </a:lnTo>
                    <a:lnTo>
                      <a:pt x="9548" y="24846"/>
                    </a:lnTo>
                    <a:lnTo>
                      <a:pt x="9563" y="24604"/>
                    </a:lnTo>
                    <a:lnTo>
                      <a:pt x="9577" y="24362"/>
                    </a:lnTo>
                    <a:lnTo>
                      <a:pt x="9577" y="4796"/>
                    </a:lnTo>
                    <a:lnTo>
                      <a:pt x="9563" y="4540"/>
                    </a:lnTo>
                    <a:lnTo>
                      <a:pt x="9548" y="4298"/>
                    </a:lnTo>
                    <a:lnTo>
                      <a:pt x="9520" y="4070"/>
                    </a:lnTo>
                    <a:lnTo>
                      <a:pt x="9477" y="3828"/>
                    </a:lnTo>
                    <a:lnTo>
                      <a:pt x="9420" y="3601"/>
                    </a:lnTo>
                    <a:lnTo>
                      <a:pt x="9349" y="3373"/>
                    </a:lnTo>
                    <a:lnTo>
                      <a:pt x="9278" y="3145"/>
                    </a:lnTo>
                    <a:lnTo>
                      <a:pt x="9193" y="2932"/>
                    </a:lnTo>
                    <a:lnTo>
                      <a:pt x="9093" y="2718"/>
                    </a:lnTo>
                    <a:lnTo>
                      <a:pt x="8993" y="2519"/>
                    </a:lnTo>
                    <a:lnTo>
                      <a:pt x="8880" y="2320"/>
                    </a:lnTo>
                    <a:lnTo>
                      <a:pt x="8751" y="2121"/>
                    </a:lnTo>
                    <a:lnTo>
                      <a:pt x="8623" y="1936"/>
                    </a:lnTo>
                    <a:lnTo>
                      <a:pt x="8481" y="1751"/>
                    </a:lnTo>
                    <a:lnTo>
                      <a:pt x="8325" y="1580"/>
                    </a:lnTo>
                    <a:lnTo>
                      <a:pt x="8168" y="1409"/>
                    </a:lnTo>
                    <a:lnTo>
                      <a:pt x="7997" y="1253"/>
                    </a:lnTo>
                    <a:lnTo>
                      <a:pt x="7827" y="1096"/>
                    </a:lnTo>
                    <a:lnTo>
                      <a:pt x="7642" y="954"/>
                    </a:lnTo>
                    <a:lnTo>
                      <a:pt x="7457" y="826"/>
                    </a:lnTo>
                    <a:lnTo>
                      <a:pt x="7257" y="698"/>
                    </a:lnTo>
                    <a:lnTo>
                      <a:pt x="7058" y="584"/>
                    </a:lnTo>
                    <a:lnTo>
                      <a:pt x="6859" y="484"/>
                    </a:lnTo>
                    <a:lnTo>
                      <a:pt x="6645" y="385"/>
                    </a:lnTo>
                    <a:lnTo>
                      <a:pt x="6432" y="299"/>
                    </a:lnTo>
                    <a:lnTo>
                      <a:pt x="6204" y="228"/>
                    </a:lnTo>
                    <a:lnTo>
                      <a:pt x="5977" y="157"/>
                    </a:lnTo>
                    <a:lnTo>
                      <a:pt x="5749" y="100"/>
                    </a:lnTo>
                    <a:lnTo>
                      <a:pt x="5507" y="57"/>
                    </a:lnTo>
                    <a:lnTo>
                      <a:pt x="5279" y="29"/>
                    </a:lnTo>
                    <a:lnTo>
                      <a:pt x="5037" y="15"/>
                    </a:lnTo>
                    <a:lnTo>
                      <a:pt x="47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2728090" y="1736364"/>
                <a:ext cx="287062" cy="785301"/>
              </a:xfrm>
              <a:custGeom>
                <a:avLst/>
                <a:gdLst/>
                <a:ahLst/>
                <a:cxnLst/>
                <a:rect l="l" t="t" r="r" b="b"/>
                <a:pathLst>
                  <a:path w="8625" h="23595" extrusionOk="0">
                    <a:moveTo>
                      <a:pt x="3885" y="1"/>
                    </a:moveTo>
                    <a:lnTo>
                      <a:pt x="3672" y="15"/>
                    </a:lnTo>
                    <a:lnTo>
                      <a:pt x="3473" y="44"/>
                    </a:lnTo>
                    <a:lnTo>
                      <a:pt x="3274" y="86"/>
                    </a:lnTo>
                    <a:lnTo>
                      <a:pt x="3074" y="129"/>
                    </a:lnTo>
                    <a:lnTo>
                      <a:pt x="2875" y="186"/>
                    </a:lnTo>
                    <a:lnTo>
                      <a:pt x="2690" y="243"/>
                    </a:lnTo>
                    <a:lnTo>
                      <a:pt x="2505" y="314"/>
                    </a:lnTo>
                    <a:lnTo>
                      <a:pt x="2320" y="399"/>
                    </a:lnTo>
                    <a:lnTo>
                      <a:pt x="2149" y="485"/>
                    </a:lnTo>
                    <a:lnTo>
                      <a:pt x="1979" y="584"/>
                    </a:lnTo>
                    <a:lnTo>
                      <a:pt x="1808" y="698"/>
                    </a:lnTo>
                    <a:lnTo>
                      <a:pt x="1651" y="812"/>
                    </a:lnTo>
                    <a:lnTo>
                      <a:pt x="1495" y="926"/>
                    </a:lnTo>
                    <a:lnTo>
                      <a:pt x="1353" y="1054"/>
                    </a:lnTo>
                    <a:lnTo>
                      <a:pt x="1210" y="1196"/>
                    </a:lnTo>
                    <a:lnTo>
                      <a:pt x="1068" y="1339"/>
                    </a:lnTo>
                    <a:lnTo>
                      <a:pt x="940" y="1481"/>
                    </a:lnTo>
                    <a:lnTo>
                      <a:pt x="826" y="1637"/>
                    </a:lnTo>
                    <a:lnTo>
                      <a:pt x="712" y="1794"/>
                    </a:lnTo>
                    <a:lnTo>
                      <a:pt x="598" y="1965"/>
                    </a:lnTo>
                    <a:lnTo>
                      <a:pt x="499" y="2135"/>
                    </a:lnTo>
                    <a:lnTo>
                      <a:pt x="413" y="2306"/>
                    </a:lnTo>
                    <a:lnTo>
                      <a:pt x="328" y="2491"/>
                    </a:lnTo>
                    <a:lnTo>
                      <a:pt x="257" y="2676"/>
                    </a:lnTo>
                    <a:lnTo>
                      <a:pt x="186" y="2875"/>
                    </a:lnTo>
                    <a:lnTo>
                      <a:pt x="143" y="3060"/>
                    </a:lnTo>
                    <a:lnTo>
                      <a:pt x="86" y="3260"/>
                    </a:lnTo>
                    <a:lnTo>
                      <a:pt x="58" y="3459"/>
                    </a:lnTo>
                    <a:lnTo>
                      <a:pt x="29" y="3658"/>
                    </a:lnTo>
                    <a:lnTo>
                      <a:pt x="15" y="3871"/>
                    </a:lnTo>
                    <a:lnTo>
                      <a:pt x="1" y="4085"/>
                    </a:lnTo>
                    <a:lnTo>
                      <a:pt x="1" y="19510"/>
                    </a:lnTo>
                    <a:lnTo>
                      <a:pt x="15" y="19724"/>
                    </a:lnTo>
                    <a:lnTo>
                      <a:pt x="29" y="19937"/>
                    </a:lnTo>
                    <a:lnTo>
                      <a:pt x="58" y="20136"/>
                    </a:lnTo>
                    <a:lnTo>
                      <a:pt x="86" y="20335"/>
                    </a:lnTo>
                    <a:lnTo>
                      <a:pt x="143" y="20535"/>
                    </a:lnTo>
                    <a:lnTo>
                      <a:pt x="186" y="20720"/>
                    </a:lnTo>
                    <a:lnTo>
                      <a:pt x="257" y="20919"/>
                    </a:lnTo>
                    <a:lnTo>
                      <a:pt x="328" y="21104"/>
                    </a:lnTo>
                    <a:lnTo>
                      <a:pt x="413" y="21275"/>
                    </a:lnTo>
                    <a:lnTo>
                      <a:pt x="499" y="21460"/>
                    </a:lnTo>
                    <a:lnTo>
                      <a:pt x="598" y="21630"/>
                    </a:lnTo>
                    <a:lnTo>
                      <a:pt x="712" y="21801"/>
                    </a:lnTo>
                    <a:lnTo>
                      <a:pt x="826" y="21958"/>
                    </a:lnTo>
                    <a:lnTo>
                      <a:pt x="940" y="22114"/>
                    </a:lnTo>
                    <a:lnTo>
                      <a:pt x="1068" y="22257"/>
                    </a:lnTo>
                    <a:lnTo>
                      <a:pt x="1210" y="22399"/>
                    </a:lnTo>
                    <a:lnTo>
                      <a:pt x="1353" y="22541"/>
                    </a:lnTo>
                    <a:lnTo>
                      <a:pt x="1495" y="22669"/>
                    </a:lnTo>
                    <a:lnTo>
                      <a:pt x="1651" y="22783"/>
                    </a:lnTo>
                    <a:lnTo>
                      <a:pt x="1808" y="22897"/>
                    </a:lnTo>
                    <a:lnTo>
                      <a:pt x="1979" y="23011"/>
                    </a:lnTo>
                    <a:lnTo>
                      <a:pt x="2149" y="23110"/>
                    </a:lnTo>
                    <a:lnTo>
                      <a:pt x="2320" y="23196"/>
                    </a:lnTo>
                    <a:lnTo>
                      <a:pt x="2505" y="23281"/>
                    </a:lnTo>
                    <a:lnTo>
                      <a:pt x="2690" y="23352"/>
                    </a:lnTo>
                    <a:lnTo>
                      <a:pt x="2875" y="23409"/>
                    </a:lnTo>
                    <a:lnTo>
                      <a:pt x="3074" y="23466"/>
                    </a:lnTo>
                    <a:lnTo>
                      <a:pt x="3274" y="23509"/>
                    </a:lnTo>
                    <a:lnTo>
                      <a:pt x="3473" y="23551"/>
                    </a:lnTo>
                    <a:lnTo>
                      <a:pt x="3672" y="23580"/>
                    </a:lnTo>
                    <a:lnTo>
                      <a:pt x="3885" y="23594"/>
                    </a:lnTo>
                    <a:lnTo>
                      <a:pt x="4754" y="23594"/>
                    </a:lnTo>
                    <a:lnTo>
                      <a:pt x="4953" y="23580"/>
                    </a:lnTo>
                    <a:lnTo>
                      <a:pt x="5166" y="23551"/>
                    </a:lnTo>
                    <a:lnTo>
                      <a:pt x="5365" y="23509"/>
                    </a:lnTo>
                    <a:lnTo>
                      <a:pt x="5565" y="23466"/>
                    </a:lnTo>
                    <a:lnTo>
                      <a:pt x="5750" y="23409"/>
                    </a:lnTo>
                    <a:lnTo>
                      <a:pt x="5949" y="23352"/>
                    </a:lnTo>
                    <a:lnTo>
                      <a:pt x="6134" y="23281"/>
                    </a:lnTo>
                    <a:lnTo>
                      <a:pt x="6305" y="23196"/>
                    </a:lnTo>
                    <a:lnTo>
                      <a:pt x="6490" y="23110"/>
                    </a:lnTo>
                    <a:lnTo>
                      <a:pt x="6660" y="23011"/>
                    </a:lnTo>
                    <a:lnTo>
                      <a:pt x="6817" y="22897"/>
                    </a:lnTo>
                    <a:lnTo>
                      <a:pt x="6988" y="22783"/>
                    </a:lnTo>
                    <a:lnTo>
                      <a:pt x="7130" y="22669"/>
                    </a:lnTo>
                    <a:lnTo>
                      <a:pt x="7286" y="22541"/>
                    </a:lnTo>
                    <a:lnTo>
                      <a:pt x="7429" y="22399"/>
                    </a:lnTo>
                    <a:lnTo>
                      <a:pt x="7557" y="22257"/>
                    </a:lnTo>
                    <a:lnTo>
                      <a:pt x="7685" y="22114"/>
                    </a:lnTo>
                    <a:lnTo>
                      <a:pt x="7813" y="21958"/>
                    </a:lnTo>
                    <a:lnTo>
                      <a:pt x="7927" y="21801"/>
                    </a:lnTo>
                    <a:lnTo>
                      <a:pt x="8026" y="21630"/>
                    </a:lnTo>
                    <a:lnTo>
                      <a:pt x="8126" y="21460"/>
                    </a:lnTo>
                    <a:lnTo>
                      <a:pt x="8226" y="21275"/>
                    </a:lnTo>
                    <a:lnTo>
                      <a:pt x="8311" y="21104"/>
                    </a:lnTo>
                    <a:lnTo>
                      <a:pt x="8382" y="20919"/>
                    </a:lnTo>
                    <a:lnTo>
                      <a:pt x="8439" y="20720"/>
                    </a:lnTo>
                    <a:lnTo>
                      <a:pt x="8496" y="20535"/>
                    </a:lnTo>
                    <a:lnTo>
                      <a:pt x="8539" y="20335"/>
                    </a:lnTo>
                    <a:lnTo>
                      <a:pt x="8581" y="20136"/>
                    </a:lnTo>
                    <a:lnTo>
                      <a:pt x="8610" y="19937"/>
                    </a:lnTo>
                    <a:lnTo>
                      <a:pt x="8624" y="19724"/>
                    </a:lnTo>
                    <a:lnTo>
                      <a:pt x="8624" y="19510"/>
                    </a:lnTo>
                    <a:lnTo>
                      <a:pt x="8624" y="4085"/>
                    </a:lnTo>
                    <a:lnTo>
                      <a:pt x="8624" y="3871"/>
                    </a:lnTo>
                    <a:lnTo>
                      <a:pt x="8610" y="3658"/>
                    </a:lnTo>
                    <a:lnTo>
                      <a:pt x="8581" y="3459"/>
                    </a:lnTo>
                    <a:lnTo>
                      <a:pt x="8539" y="3260"/>
                    </a:lnTo>
                    <a:lnTo>
                      <a:pt x="8496" y="3060"/>
                    </a:lnTo>
                    <a:lnTo>
                      <a:pt x="8439" y="2875"/>
                    </a:lnTo>
                    <a:lnTo>
                      <a:pt x="8382" y="2676"/>
                    </a:lnTo>
                    <a:lnTo>
                      <a:pt x="8311" y="2491"/>
                    </a:lnTo>
                    <a:lnTo>
                      <a:pt x="8226" y="2306"/>
                    </a:lnTo>
                    <a:lnTo>
                      <a:pt x="8126" y="2135"/>
                    </a:lnTo>
                    <a:lnTo>
                      <a:pt x="8026" y="1965"/>
                    </a:lnTo>
                    <a:lnTo>
                      <a:pt x="7927" y="1794"/>
                    </a:lnTo>
                    <a:lnTo>
                      <a:pt x="7813" y="1637"/>
                    </a:lnTo>
                    <a:lnTo>
                      <a:pt x="7685" y="1481"/>
                    </a:lnTo>
                    <a:lnTo>
                      <a:pt x="7557" y="1339"/>
                    </a:lnTo>
                    <a:lnTo>
                      <a:pt x="7429" y="1196"/>
                    </a:lnTo>
                    <a:lnTo>
                      <a:pt x="7286" y="1054"/>
                    </a:lnTo>
                    <a:lnTo>
                      <a:pt x="7130" y="926"/>
                    </a:lnTo>
                    <a:lnTo>
                      <a:pt x="6988" y="812"/>
                    </a:lnTo>
                    <a:lnTo>
                      <a:pt x="6817" y="698"/>
                    </a:lnTo>
                    <a:lnTo>
                      <a:pt x="6660" y="584"/>
                    </a:lnTo>
                    <a:lnTo>
                      <a:pt x="6490" y="485"/>
                    </a:lnTo>
                    <a:lnTo>
                      <a:pt x="6305" y="399"/>
                    </a:lnTo>
                    <a:lnTo>
                      <a:pt x="6134" y="314"/>
                    </a:lnTo>
                    <a:lnTo>
                      <a:pt x="5949" y="243"/>
                    </a:lnTo>
                    <a:lnTo>
                      <a:pt x="5750" y="186"/>
                    </a:lnTo>
                    <a:lnTo>
                      <a:pt x="5565" y="129"/>
                    </a:lnTo>
                    <a:lnTo>
                      <a:pt x="5365" y="86"/>
                    </a:lnTo>
                    <a:lnTo>
                      <a:pt x="5166" y="44"/>
                    </a:lnTo>
                    <a:lnTo>
                      <a:pt x="4953" y="15"/>
                    </a:lnTo>
                    <a:lnTo>
                      <a:pt x="47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2515037" y="2151728"/>
                <a:ext cx="116056" cy="344341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10346" extrusionOk="0">
                    <a:moveTo>
                      <a:pt x="1566" y="1"/>
                    </a:moveTo>
                    <a:lnTo>
                      <a:pt x="1395" y="29"/>
                    </a:lnTo>
                    <a:lnTo>
                      <a:pt x="1224" y="72"/>
                    </a:lnTo>
                    <a:lnTo>
                      <a:pt x="1068" y="129"/>
                    </a:lnTo>
                    <a:lnTo>
                      <a:pt x="911" y="214"/>
                    </a:lnTo>
                    <a:lnTo>
                      <a:pt x="769" y="299"/>
                    </a:lnTo>
                    <a:lnTo>
                      <a:pt x="641" y="399"/>
                    </a:lnTo>
                    <a:lnTo>
                      <a:pt x="513" y="513"/>
                    </a:lnTo>
                    <a:lnTo>
                      <a:pt x="399" y="627"/>
                    </a:lnTo>
                    <a:lnTo>
                      <a:pt x="299" y="769"/>
                    </a:lnTo>
                    <a:lnTo>
                      <a:pt x="214" y="911"/>
                    </a:lnTo>
                    <a:lnTo>
                      <a:pt x="143" y="1068"/>
                    </a:lnTo>
                    <a:lnTo>
                      <a:pt x="86" y="1224"/>
                    </a:lnTo>
                    <a:lnTo>
                      <a:pt x="43" y="1381"/>
                    </a:lnTo>
                    <a:lnTo>
                      <a:pt x="15" y="1566"/>
                    </a:lnTo>
                    <a:lnTo>
                      <a:pt x="1" y="1737"/>
                    </a:lnTo>
                    <a:lnTo>
                      <a:pt x="1" y="8610"/>
                    </a:lnTo>
                    <a:lnTo>
                      <a:pt x="15" y="8780"/>
                    </a:lnTo>
                    <a:lnTo>
                      <a:pt x="43" y="8951"/>
                    </a:lnTo>
                    <a:lnTo>
                      <a:pt x="86" y="9122"/>
                    </a:lnTo>
                    <a:lnTo>
                      <a:pt x="143" y="9278"/>
                    </a:lnTo>
                    <a:lnTo>
                      <a:pt x="214" y="9435"/>
                    </a:lnTo>
                    <a:lnTo>
                      <a:pt x="299" y="9577"/>
                    </a:lnTo>
                    <a:lnTo>
                      <a:pt x="399" y="9705"/>
                    </a:lnTo>
                    <a:lnTo>
                      <a:pt x="513" y="9833"/>
                    </a:lnTo>
                    <a:lnTo>
                      <a:pt x="641" y="9947"/>
                    </a:lnTo>
                    <a:lnTo>
                      <a:pt x="769" y="10047"/>
                    </a:lnTo>
                    <a:lnTo>
                      <a:pt x="911" y="10132"/>
                    </a:lnTo>
                    <a:lnTo>
                      <a:pt x="1068" y="10203"/>
                    </a:lnTo>
                    <a:lnTo>
                      <a:pt x="1224" y="10260"/>
                    </a:lnTo>
                    <a:lnTo>
                      <a:pt x="1395" y="10303"/>
                    </a:lnTo>
                    <a:lnTo>
                      <a:pt x="1566" y="10331"/>
                    </a:lnTo>
                    <a:lnTo>
                      <a:pt x="1751" y="10346"/>
                    </a:lnTo>
                    <a:lnTo>
                      <a:pt x="1922" y="10331"/>
                    </a:lnTo>
                    <a:lnTo>
                      <a:pt x="2092" y="10303"/>
                    </a:lnTo>
                    <a:lnTo>
                      <a:pt x="2263" y="10260"/>
                    </a:lnTo>
                    <a:lnTo>
                      <a:pt x="2420" y="10203"/>
                    </a:lnTo>
                    <a:lnTo>
                      <a:pt x="2576" y="10132"/>
                    </a:lnTo>
                    <a:lnTo>
                      <a:pt x="2719" y="10047"/>
                    </a:lnTo>
                    <a:lnTo>
                      <a:pt x="2847" y="9947"/>
                    </a:lnTo>
                    <a:lnTo>
                      <a:pt x="2975" y="9833"/>
                    </a:lnTo>
                    <a:lnTo>
                      <a:pt x="3089" y="9705"/>
                    </a:lnTo>
                    <a:lnTo>
                      <a:pt x="3188" y="9577"/>
                    </a:lnTo>
                    <a:lnTo>
                      <a:pt x="3273" y="9435"/>
                    </a:lnTo>
                    <a:lnTo>
                      <a:pt x="3345" y="9278"/>
                    </a:lnTo>
                    <a:lnTo>
                      <a:pt x="3402" y="9122"/>
                    </a:lnTo>
                    <a:lnTo>
                      <a:pt x="3444" y="8951"/>
                    </a:lnTo>
                    <a:lnTo>
                      <a:pt x="3473" y="8780"/>
                    </a:lnTo>
                    <a:lnTo>
                      <a:pt x="3487" y="8610"/>
                    </a:lnTo>
                    <a:lnTo>
                      <a:pt x="3487" y="1737"/>
                    </a:lnTo>
                    <a:lnTo>
                      <a:pt x="3473" y="1566"/>
                    </a:lnTo>
                    <a:lnTo>
                      <a:pt x="3444" y="1381"/>
                    </a:lnTo>
                    <a:lnTo>
                      <a:pt x="3402" y="1224"/>
                    </a:lnTo>
                    <a:lnTo>
                      <a:pt x="3345" y="1068"/>
                    </a:lnTo>
                    <a:lnTo>
                      <a:pt x="3273" y="911"/>
                    </a:lnTo>
                    <a:lnTo>
                      <a:pt x="3188" y="769"/>
                    </a:lnTo>
                    <a:lnTo>
                      <a:pt x="3089" y="627"/>
                    </a:lnTo>
                    <a:lnTo>
                      <a:pt x="2975" y="513"/>
                    </a:lnTo>
                    <a:lnTo>
                      <a:pt x="2847" y="399"/>
                    </a:lnTo>
                    <a:lnTo>
                      <a:pt x="2719" y="299"/>
                    </a:lnTo>
                    <a:lnTo>
                      <a:pt x="2576" y="214"/>
                    </a:lnTo>
                    <a:lnTo>
                      <a:pt x="2420" y="129"/>
                    </a:lnTo>
                    <a:lnTo>
                      <a:pt x="2263" y="72"/>
                    </a:lnTo>
                    <a:lnTo>
                      <a:pt x="2092" y="29"/>
                    </a:lnTo>
                    <a:lnTo>
                      <a:pt x="19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9808" y="2335979"/>
                <a:ext cx="206518" cy="262399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7884" extrusionOk="0">
                    <a:moveTo>
                      <a:pt x="4398" y="0"/>
                    </a:moveTo>
                    <a:lnTo>
                      <a:pt x="4241" y="28"/>
                    </a:lnTo>
                    <a:lnTo>
                      <a:pt x="4070" y="57"/>
                    </a:lnTo>
                    <a:lnTo>
                      <a:pt x="3914" y="100"/>
                    </a:lnTo>
                    <a:lnTo>
                      <a:pt x="3757" y="157"/>
                    </a:lnTo>
                    <a:lnTo>
                      <a:pt x="3601" y="228"/>
                    </a:lnTo>
                    <a:lnTo>
                      <a:pt x="3459" y="327"/>
                    </a:lnTo>
                    <a:lnTo>
                      <a:pt x="3330" y="427"/>
                    </a:lnTo>
                    <a:lnTo>
                      <a:pt x="3202" y="541"/>
                    </a:lnTo>
                    <a:lnTo>
                      <a:pt x="3089" y="683"/>
                    </a:lnTo>
                    <a:lnTo>
                      <a:pt x="2989" y="825"/>
                    </a:lnTo>
                    <a:lnTo>
                      <a:pt x="257" y="5222"/>
                    </a:lnTo>
                    <a:lnTo>
                      <a:pt x="171" y="5379"/>
                    </a:lnTo>
                    <a:lnTo>
                      <a:pt x="100" y="5535"/>
                    </a:lnTo>
                    <a:lnTo>
                      <a:pt x="58" y="5706"/>
                    </a:lnTo>
                    <a:lnTo>
                      <a:pt x="15" y="5863"/>
                    </a:lnTo>
                    <a:lnTo>
                      <a:pt x="1" y="6033"/>
                    </a:lnTo>
                    <a:lnTo>
                      <a:pt x="1" y="6204"/>
                    </a:lnTo>
                    <a:lnTo>
                      <a:pt x="15" y="6375"/>
                    </a:lnTo>
                    <a:lnTo>
                      <a:pt x="43" y="6532"/>
                    </a:lnTo>
                    <a:lnTo>
                      <a:pt x="86" y="6702"/>
                    </a:lnTo>
                    <a:lnTo>
                      <a:pt x="157" y="6859"/>
                    </a:lnTo>
                    <a:lnTo>
                      <a:pt x="228" y="7001"/>
                    </a:lnTo>
                    <a:lnTo>
                      <a:pt x="314" y="7143"/>
                    </a:lnTo>
                    <a:lnTo>
                      <a:pt x="428" y="7286"/>
                    </a:lnTo>
                    <a:lnTo>
                      <a:pt x="541" y="7400"/>
                    </a:lnTo>
                    <a:lnTo>
                      <a:pt x="669" y="7513"/>
                    </a:lnTo>
                    <a:lnTo>
                      <a:pt x="826" y="7613"/>
                    </a:lnTo>
                    <a:lnTo>
                      <a:pt x="968" y="7698"/>
                    </a:lnTo>
                    <a:lnTo>
                      <a:pt x="1139" y="7770"/>
                    </a:lnTo>
                    <a:lnTo>
                      <a:pt x="1296" y="7826"/>
                    </a:lnTo>
                    <a:lnTo>
                      <a:pt x="1466" y="7855"/>
                    </a:lnTo>
                    <a:lnTo>
                      <a:pt x="1637" y="7869"/>
                    </a:lnTo>
                    <a:lnTo>
                      <a:pt x="1808" y="7883"/>
                    </a:lnTo>
                    <a:lnTo>
                      <a:pt x="1964" y="7869"/>
                    </a:lnTo>
                    <a:lnTo>
                      <a:pt x="2135" y="7826"/>
                    </a:lnTo>
                    <a:lnTo>
                      <a:pt x="2292" y="7784"/>
                    </a:lnTo>
                    <a:lnTo>
                      <a:pt x="2448" y="7727"/>
                    </a:lnTo>
                    <a:lnTo>
                      <a:pt x="2605" y="7656"/>
                    </a:lnTo>
                    <a:lnTo>
                      <a:pt x="2747" y="7556"/>
                    </a:lnTo>
                    <a:lnTo>
                      <a:pt x="2875" y="7456"/>
                    </a:lnTo>
                    <a:lnTo>
                      <a:pt x="3003" y="7343"/>
                    </a:lnTo>
                    <a:lnTo>
                      <a:pt x="3117" y="7200"/>
                    </a:lnTo>
                    <a:lnTo>
                      <a:pt x="3217" y="7058"/>
                    </a:lnTo>
                    <a:lnTo>
                      <a:pt x="5949" y="2661"/>
                    </a:lnTo>
                    <a:lnTo>
                      <a:pt x="6034" y="2504"/>
                    </a:lnTo>
                    <a:lnTo>
                      <a:pt x="6105" y="2348"/>
                    </a:lnTo>
                    <a:lnTo>
                      <a:pt x="6148" y="2177"/>
                    </a:lnTo>
                    <a:lnTo>
                      <a:pt x="6191" y="2021"/>
                    </a:lnTo>
                    <a:lnTo>
                      <a:pt x="6205" y="1850"/>
                    </a:lnTo>
                    <a:lnTo>
                      <a:pt x="6205" y="1679"/>
                    </a:lnTo>
                    <a:lnTo>
                      <a:pt x="6191" y="1508"/>
                    </a:lnTo>
                    <a:lnTo>
                      <a:pt x="6162" y="1352"/>
                    </a:lnTo>
                    <a:lnTo>
                      <a:pt x="6120" y="1181"/>
                    </a:lnTo>
                    <a:lnTo>
                      <a:pt x="6048" y="1025"/>
                    </a:lnTo>
                    <a:lnTo>
                      <a:pt x="5977" y="882"/>
                    </a:lnTo>
                    <a:lnTo>
                      <a:pt x="5892" y="740"/>
                    </a:lnTo>
                    <a:lnTo>
                      <a:pt x="5778" y="598"/>
                    </a:lnTo>
                    <a:lnTo>
                      <a:pt x="5664" y="484"/>
                    </a:lnTo>
                    <a:lnTo>
                      <a:pt x="5536" y="370"/>
                    </a:lnTo>
                    <a:lnTo>
                      <a:pt x="5380" y="270"/>
                    </a:lnTo>
                    <a:lnTo>
                      <a:pt x="5223" y="185"/>
                    </a:lnTo>
                    <a:lnTo>
                      <a:pt x="5067" y="114"/>
                    </a:lnTo>
                    <a:lnTo>
                      <a:pt x="4910" y="57"/>
                    </a:lnTo>
                    <a:lnTo>
                      <a:pt x="4739" y="28"/>
                    </a:lnTo>
                    <a:lnTo>
                      <a:pt x="4568" y="14"/>
                    </a:lnTo>
                    <a:lnTo>
                      <a:pt x="43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2813825" y="2099175"/>
                <a:ext cx="115590" cy="344341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0346" extrusionOk="0">
                    <a:moveTo>
                      <a:pt x="1566" y="0"/>
                    </a:moveTo>
                    <a:lnTo>
                      <a:pt x="1395" y="28"/>
                    </a:lnTo>
                    <a:lnTo>
                      <a:pt x="1224" y="71"/>
                    </a:lnTo>
                    <a:lnTo>
                      <a:pt x="1068" y="128"/>
                    </a:lnTo>
                    <a:lnTo>
                      <a:pt x="911" y="213"/>
                    </a:lnTo>
                    <a:lnTo>
                      <a:pt x="769" y="299"/>
                    </a:lnTo>
                    <a:lnTo>
                      <a:pt x="641" y="398"/>
                    </a:lnTo>
                    <a:lnTo>
                      <a:pt x="513" y="512"/>
                    </a:lnTo>
                    <a:lnTo>
                      <a:pt x="399" y="626"/>
                    </a:lnTo>
                    <a:lnTo>
                      <a:pt x="299" y="768"/>
                    </a:lnTo>
                    <a:lnTo>
                      <a:pt x="214" y="911"/>
                    </a:lnTo>
                    <a:lnTo>
                      <a:pt x="143" y="1067"/>
                    </a:lnTo>
                    <a:lnTo>
                      <a:pt x="86" y="1224"/>
                    </a:lnTo>
                    <a:lnTo>
                      <a:pt x="43" y="1380"/>
                    </a:lnTo>
                    <a:lnTo>
                      <a:pt x="15" y="1565"/>
                    </a:lnTo>
                    <a:lnTo>
                      <a:pt x="0" y="1736"/>
                    </a:lnTo>
                    <a:lnTo>
                      <a:pt x="0" y="8609"/>
                    </a:lnTo>
                    <a:lnTo>
                      <a:pt x="15" y="8780"/>
                    </a:lnTo>
                    <a:lnTo>
                      <a:pt x="43" y="8951"/>
                    </a:lnTo>
                    <a:lnTo>
                      <a:pt x="86" y="9121"/>
                    </a:lnTo>
                    <a:lnTo>
                      <a:pt x="143" y="9278"/>
                    </a:lnTo>
                    <a:lnTo>
                      <a:pt x="214" y="9434"/>
                    </a:lnTo>
                    <a:lnTo>
                      <a:pt x="299" y="9577"/>
                    </a:lnTo>
                    <a:lnTo>
                      <a:pt x="399" y="9705"/>
                    </a:lnTo>
                    <a:lnTo>
                      <a:pt x="513" y="9833"/>
                    </a:lnTo>
                    <a:lnTo>
                      <a:pt x="641" y="9947"/>
                    </a:lnTo>
                    <a:lnTo>
                      <a:pt x="769" y="10046"/>
                    </a:lnTo>
                    <a:lnTo>
                      <a:pt x="911" y="10132"/>
                    </a:lnTo>
                    <a:lnTo>
                      <a:pt x="1068" y="10203"/>
                    </a:lnTo>
                    <a:lnTo>
                      <a:pt x="1224" y="10260"/>
                    </a:lnTo>
                    <a:lnTo>
                      <a:pt x="1395" y="10303"/>
                    </a:lnTo>
                    <a:lnTo>
                      <a:pt x="1566" y="10331"/>
                    </a:lnTo>
                    <a:lnTo>
                      <a:pt x="1736" y="10345"/>
                    </a:lnTo>
                    <a:lnTo>
                      <a:pt x="1921" y="10331"/>
                    </a:lnTo>
                    <a:lnTo>
                      <a:pt x="2092" y="10303"/>
                    </a:lnTo>
                    <a:lnTo>
                      <a:pt x="2263" y="10260"/>
                    </a:lnTo>
                    <a:lnTo>
                      <a:pt x="2419" y="10203"/>
                    </a:lnTo>
                    <a:lnTo>
                      <a:pt x="2562" y="10132"/>
                    </a:lnTo>
                    <a:lnTo>
                      <a:pt x="2704" y="10046"/>
                    </a:lnTo>
                    <a:lnTo>
                      <a:pt x="2846" y="9947"/>
                    </a:lnTo>
                    <a:lnTo>
                      <a:pt x="2974" y="9833"/>
                    </a:lnTo>
                    <a:lnTo>
                      <a:pt x="3088" y="9705"/>
                    </a:lnTo>
                    <a:lnTo>
                      <a:pt x="3188" y="9577"/>
                    </a:lnTo>
                    <a:lnTo>
                      <a:pt x="3273" y="9434"/>
                    </a:lnTo>
                    <a:lnTo>
                      <a:pt x="3344" y="9278"/>
                    </a:lnTo>
                    <a:lnTo>
                      <a:pt x="3401" y="9121"/>
                    </a:lnTo>
                    <a:lnTo>
                      <a:pt x="3444" y="8951"/>
                    </a:lnTo>
                    <a:lnTo>
                      <a:pt x="3472" y="8780"/>
                    </a:lnTo>
                    <a:lnTo>
                      <a:pt x="3472" y="8609"/>
                    </a:lnTo>
                    <a:lnTo>
                      <a:pt x="3472" y="1736"/>
                    </a:lnTo>
                    <a:lnTo>
                      <a:pt x="3472" y="1565"/>
                    </a:lnTo>
                    <a:lnTo>
                      <a:pt x="3444" y="1380"/>
                    </a:lnTo>
                    <a:lnTo>
                      <a:pt x="3401" y="1224"/>
                    </a:lnTo>
                    <a:lnTo>
                      <a:pt x="3344" y="1067"/>
                    </a:lnTo>
                    <a:lnTo>
                      <a:pt x="3273" y="911"/>
                    </a:lnTo>
                    <a:lnTo>
                      <a:pt x="3188" y="768"/>
                    </a:lnTo>
                    <a:lnTo>
                      <a:pt x="3088" y="626"/>
                    </a:lnTo>
                    <a:lnTo>
                      <a:pt x="2974" y="512"/>
                    </a:lnTo>
                    <a:lnTo>
                      <a:pt x="2846" y="398"/>
                    </a:lnTo>
                    <a:lnTo>
                      <a:pt x="2704" y="299"/>
                    </a:lnTo>
                    <a:lnTo>
                      <a:pt x="2562" y="213"/>
                    </a:lnTo>
                    <a:lnTo>
                      <a:pt x="2419" y="128"/>
                    </a:lnTo>
                    <a:lnTo>
                      <a:pt x="2263" y="71"/>
                    </a:lnTo>
                    <a:lnTo>
                      <a:pt x="2092" y="28"/>
                    </a:lnTo>
                    <a:lnTo>
                      <a:pt x="19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9"/>
              <p:cNvSpPr/>
              <p:nvPr/>
            </p:nvSpPr>
            <p:spPr>
              <a:xfrm>
                <a:off x="2050914" y="3166673"/>
                <a:ext cx="819382" cy="1190681"/>
              </a:xfrm>
              <a:custGeom>
                <a:avLst/>
                <a:gdLst/>
                <a:ahLst/>
                <a:cxnLst/>
                <a:rect l="l" t="t" r="r" b="b"/>
                <a:pathLst>
                  <a:path w="24619" h="35775" extrusionOk="0">
                    <a:moveTo>
                      <a:pt x="23907" y="0"/>
                    </a:moveTo>
                    <a:lnTo>
                      <a:pt x="22768" y="385"/>
                    </a:lnTo>
                    <a:lnTo>
                      <a:pt x="22839" y="598"/>
                    </a:lnTo>
                    <a:lnTo>
                      <a:pt x="22953" y="1025"/>
                    </a:lnTo>
                    <a:lnTo>
                      <a:pt x="23110" y="1665"/>
                    </a:lnTo>
                    <a:lnTo>
                      <a:pt x="23181" y="2064"/>
                    </a:lnTo>
                    <a:lnTo>
                      <a:pt x="23266" y="2491"/>
                    </a:lnTo>
                    <a:lnTo>
                      <a:pt x="23323" y="2960"/>
                    </a:lnTo>
                    <a:lnTo>
                      <a:pt x="23394" y="3458"/>
                    </a:lnTo>
                    <a:lnTo>
                      <a:pt x="23437" y="3999"/>
                    </a:lnTo>
                    <a:lnTo>
                      <a:pt x="23465" y="4554"/>
                    </a:lnTo>
                    <a:lnTo>
                      <a:pt x="23480" y="5152"/>
                    </a:lnTo>
                    <a:lnTo>
                      <a:pt x="23465" y="5763"/>
                    </a:lnTo>
                    <a:lnTo>
                      <a:pt x="23423" y="6390"/>
                    </a:lnTo>
                    <a:lnTo>
                      <a:pt x="23366" y="7044"/>
                    </a:lnTo>
                    <a:lnTo>
                      <a:pt x="23266" y="7699"/>
                    </a:lnTo>
                    <a:lnTo>
                      <a:pt x="23195" y="8040"/>
                    </a:lnTo>
                    <a:lnTo>
                      <a:pt x="23124" y="8382"/>
                    </a:lnTo>
                    <a:lnTo>
                      <a:pt x="23053" y="8723"/>
                    </a:lnTo>
                    <a:lnTo>
                      <a:pt x="22953" y="9051"/>
                    </a:lnTo>
                    <a:lnTo>
                      <a:pt x="22854" y="9392"/>
                    </a:lnTo>
                    <a:lnTo>
                      <a:pt x="22740" y="9734"/>
                    </a:lnTo>
                    <a:lnTo>
                      <a:pt x="22612" y="10089"/>
                    </a:lnTo>
                    <a:lnTo>
                      <a:pt x="22484" y="10431"/>
                    </a:lnTo>
                    <a:lnTo>
                      <a:pt x="22327" y="10772"/>
                    </a:lnTo>
                    <a:lnTo>
                      <a:pt x="22170" y="11100"/>
                    </a:lnTo>
                    <a:lnTo>
                      <a:pt x="22000" y="11441"/>
                    </a:lnTo>
                    <a:lnTo>
                      <a:pt x="21815" y="11783"/>
                    </a:lnTo>
                    <a:lnTo>
                      <a:pt x="21601" y="12124"/>
                    </a:lnTo>
                    <a:lnTo>
                      <a:pt x="21388" y="12451"/>
                    </a:lnTo>
                    <a:lnTo>
                      <a:pt x="21160" y="12779"/>
                    </a:lnTo>
                    <a:lnTo>
                      <a:pt x="20918" y="13106"/>
                    </a:lnTo>
                    <a:lnTo>
                      <a:pt x="20648" y="13433"/>
                    </a:lnTo>
                    <a:lnTo>
                      <a:pt x="20378" y="13746"/>
                    </a:lnTo>
                    <a:lnTo>
                      <a:pt x="20079" y="14059"/>
                    </a:lnTo>
                    <a:lnTo>
                      <a:pt x="19780" y="14373"/>
                    </a:lnTo>
                    <a:lnTo>
                      <a:pt x="19453" y="14686"/>
                    </a:lnTo>
                    <a:lnTo>
                      <a:pt x="19097" y="14984"/>
                    </a:lnTo>
                    <a:lnTo>
                      <a:pt x="18741" y="15269"/>
                    </a:lnTo>
                    <a:lnTo>
                      <a:pt x="18357" y="15554"/>
                    </a:lnTo>
                    <a:lnTo>
                      <a:pt x="17958" y="15838"/>
                    </a:lnTo>
                    <a:lnTo>
                      <a:pt x="17546" y="16109"/>
                    </a:lnTo>
                    <a:lnTo>
                      <a:pt x="17105" y="16379"/>
                    </a:lnTo>
                    <a:lnTo>
                      <a:pt x="16649" y="16635"/>
                    </a:lnTo>
                    <a:lnTo>
                      <a:pt x="16165" y="16891"/>
                    </a:lnTo>
                    <a:lnTo>
                      <a:pt x="15667" y="17119"/>
                    </a:lnTo>
                    <a:lnTo>
                      <a:pt x="14913" y="17475"/>
                    </a:lnTo>
                    <a:lnTo>
                      <a:pt x="14173" y="17845"/>
                    </a:lnTo>
                    <a:lnTo>
                      <a:pt x="13462" y="18200"/>
                    </a:lnTo>
                    <a:lnTo>
                      <a:pt x="12750" y="18570"/>
                    </a:lnTo>
                    <a:lnTo>
                      <a:pt x="12067" y="18955"/>
                    </a:lnTo>
                    <a:lnTo>
                      <a:pt x="11384" y="19325"/>
                    </a:lnTo>
                    <a:lnTo>
                      <a:pt x="10730" y="19709"/>
                    </a:lnTo>
                    <a:lnTo>
                      <a:pt x="10089" y="20107"/>
                    </a:lnTo>
                    <a:lnTo>
                      <a:pt x="9477" y="20491"/>
                    </a:lnTo>
                    <a:lnTo>
                      <a:pt x="8866" y="20890"/>
                    </a:lnTo>
                    <a:lnTo>
                      <a:pt x="8282" y="21288"/>
                    </a:lnTo>
                    <a:lnTo>
                      <a:pt x="7713" y="21701"/>
                    </a:lnTo>
                    <a:lnTo>
                      <a:pt x="7158" y="22099"/>
                    </a:lnTo>
                    <a:lnTo>
                      <a:pt x="6617" y="22512"/>
                    </a:lnTo>
                    <a:lnTo>
                      <a:pt x="6105" y="22925"/>
                    </a:lnTo>
                    <a:lnTo>
                      <a:pt x="5607" y="23337"/>
                    </a:lnTo>
                    <a:lnTo>
                      <a:pt x="5137" y="23764"/>
                    </a:lnTo>
                    <a:lnTo>
                      <a:pt x="4682" y="24177"/>
                    </a:lnTo>
                    <a:lnTo>
                      <a:pt x="4241" y="24604"/>
                    </a:lnTo>
                    <a:lnTo>
                      <a:pt x="3828" y="25031"/>
                    </a:lnTo>
                    <a:lnTo>
                      <a:pt x="3430" y="25458"/>
                    </a:lnTo>
                    <a:lnTo>
                      <a:pt x="3046" y="25885"/>
                    </a:lnTo>
                    <a:lnTo>
                      <a:pt x="2690" y="26311"/>
                    </a:lnTo>
                    <a:lnTo>
                      <a:pt x="2362" y="26738"/>
                    </a:lnTo>
                    <a:lnTo>
                      <a:pt x="2049" y="27165"/>
                    </a:lnTo>
                    <a:lnTo>
                      <a:pt x="1751" y="27592"/>
                    </a:lnTo>
                    <a:lnTo>
                      <a:pt x="1480" y="28019"/>
                    </a:lnTo>
                    <a:lnTo>
                      <a:pt x="1224" y="28446"/>
                    </a:lnTo>
                    <a:lnTo>
                      <a:pt x="996" y="28873"/>
                    </a:lnTo>
                    <a:lnTo>
                      <a:pt x="797" y="29314"/>
                    </a:lnTo>
                    <a:lnTo>
                      <a:pt x="612" y="29741"/>
                    </a:lnTo>
                    <a:lnTo>
                      <a:pt x="456" y="30168"/>
                    </a:lnTo>
                    <a:lnTo>
                      <a:pt x="342" y="30538"/>
                    </a:lnTo>
                    <a:lnTo>
                      <a:pt x="228" y="30908"/>
                    </a:lnTo>
                    <a:lnTo>
                      <a:pt x="157" y="31278"/>
                    </a:lnTo>
                    <a:lnTo>
                      <a:pt x="86" y="31648"/>
                    </a:lnTo>
                    <a:lnTo>
                      <a:pt x="43" y="32003"/>
                    </a:lnTo>
                    <a:lnTo>
                      <a:pt x="15" y="32373"/>
                    </a:lnTo>
                    <a:lnTo>
                      <a:pt x="0" y="32729"/>
                    </a:lnTo>
                    <a:lnTo>
                      <a:pt x="0" y="33085"/>
                    </a:lnTo>
                    <a:lnTo>
                      <a:pt x="29" y="33426"/>
                    </a:lnTo>
                    <a:lnTo>
                      <a:pt x="71" y="33782"/>
                    </a:lnTo>
                    <a:lnTo>
                      <a:pt x="143" y="34124"/>
                    </a:lnTo>
                    <a:lnTo>
                      <a:pt x="228" y="34465"/>
                    </a:lnTo>
                    <a:lnTo>
                      <a:pt x="328" y="34792"/>
                    </a:lnTo>
                    <a:lnTo>
                      <a:pt x="441" y="35120"/>
                    </a:lnTo>
                    <a:lnTo>
                      <a:pt x="584" y="35461"/>
                    </a:lnTo>
                    <a:lnTo>
                      <a:pt x="740" y="35774"/>
                    </a:lnTo>
                    <a:lnTo>
                      <a:pt x="1793" y="35234"/>
                    </a:lnTo>
                    <a:lnTo>
                      <a:pt x="1665" y="34963"/>
                    </a:lnTo>
                    <a:lnTo>
                      <a:pt x="1551" y="34693"/>
                    </a:lnTo>
                    <a:lnTo>
                      <a:pt x="1452" y="34423"/>
                    </a:lnTo>
                    <a:lnTo>
                      <a:pt x="1381" y="34138"/>
                    </a:lnTo>
                    <a:lnTo>
                      <a:pt x="1309" y="33868"/>
                    </a:lnTo>
                    <a:lnTo>
                      <a:pt x="1253" y="33583"/>
                    </a:lnTo>
                    <a:lnTo>
                      <a:pt x="1224" y="33284"/>
                    </a:lnTo>
                    <a:lnTo>
                      <a:pt x="1196" y="33000"/>
                    </a:lnTo>
                    <a:lnTo>
                      <a:pt x="1196" y="32701"/>
                    </a:lnTo>
                    <a:lnTo>
                      <a:pt x="1210" y="32402"/>
                    </a:lnTo>
                    <a:lnTo>
                      <a:pt x="1224" y="32103"/>
                    </a:lnTo>
                    <a:lnTo>
                      <a:pt x="1267" y="31804"/>
                    </a:lnTo>
                    <a:lnTo>
                      <a:pt x="1324" y="31491"/>
                    </a:lnTo>
                    <a:lnTo>
                      <a:pt x="1395" y="31178"/>
                    </a:lnTo>
                    <a:lnTo>
                      <a:pt x="1480" y="30865"/>
                    </a:lnTo>
                    <a:lnTo>
                      <a:pt x="1580" y="30552"/>
                    </a:lnTo>
                    <a:lnTo>
                      <a:pt x="1736" y="30154"/>
                    </a:lnTo>
                    <a:lnTo>
                      <a:pt x="1907" y="29755"/>
                    </a:lnTo>
                    <a:lnTo>
                      <a:pt x="2092" y="29357"/>
                    </a:lnTo>
                    <a:lnTo>
                      <a:pt x="2306" y="28944"/>
                    </a:lnTo>
                    <a:lnTo>
                      <a:pt x="2547" y="28546"/>
                    </a:lnTo>
                    <a:lnTo>
                      <a:pt x="2804" y="28147"/>
                    </a:lnTo>
                    <a:lnTo>
                      <a:pt x="3088" y="27749"/>
                    </a:lnTo>
                    <a:lnTo>
                      <a:pt x="3387" y="27336"/>
                    </a:lnTo>
                    <a:lnTo>
                      <a:pt x="3700" y="26938"/>
                    </a:lnTo>
                    <a:lnTo>
                      <a:pt x="4042" y="26539"/>
                    </a:lnTo>
                    <a:lnTo>
                      <a:pt x="4397" y="26141"/>
                    </a:lnTo>
                    <a:lnTo>
                      <a:pt x="4782" y="25728"/>
                    </a:lnTo>
                    <a:lnTo>
                      <a:pt x="5180" y="25330"/>
                    </a:lnTo>
                    <a:lnTo>
                      <a:pt x="5607" y="24931"/>
                    </a:lnTo>
                    <a:lnTo>
                      <a:pt x="6034" y="24533"/>
                    </a:lnTo>
                    <a:lnTo>
                      <a:pt x="6503" y="24149"/>
                    </a:lnTo>
                    <a:lnTo>
                      <a:pt x="6973" y="23750"/>
                    </a:lnTo>
                    <a:lnTo>
                      <a:pt x="7471" y="23352"/>
                    </a:lnTo>
                    <a:lnTo>
                      <a:pt x="7983" y="22967"/>
                    </a:lnTo>
                    <a:lnTo>
                      <a:pt x="8510" y="22583"/>
                    </a:lnTo>
                    <a:lnTo>
                      <a:pt x="9051" y="22199"/>
                    </a:lnTo>
                    <a:lnTo>
                      <a:pt x="9620" y="21815"/>
                    </a:lnTo>
                    <a:lnTo>
                      <a:pt x="10203" y="21431"/>
                    </a:lnTo>
                    <a:lnTo>
                      <a:pt x="10801" y="21061"/>
                    </a:lnTo>
                    <a:lnTo>
                      <a:pt x="11413" y="20691"/>
                    </a:lnTo>
                    <a:lnTo>
                      <a:pt x="12053" y="20321"/>
                    </a:lnTo>
                    <a:lnTo>
                      <a:pt x="12693" y="19965"/>
                    </a:lnTo>
                    <a:lnTo>
                      <a:pt x="13362" y="19595"/>
                    </a:lnTo>
                    <a:lnTo>
                      <a:pt x="14031" y="19239"/>
                    </a:lnTo>
                    <a:lnTo>
                      <a:pt x="14728" y="18898"/>
                    </a:lnTo>
                    <a:lnTo>
                      <a:pt x="15440" y="18542"/>
                    </a:lnTo>
                    <a:lnTo>
                      <a:pt x="16165" y="18215"/>
                    </a:lnTo>
                    <a:lnTo>
                      <a:pt x="16706" y="17944"/>
                    </a:lnTo>
                    <a:lnTo>
                      <a:pt x="17233" y="17674"/>
                    </a:lnTo>
                    <a:lnTo>
                      <a:pt x="17731" y="17389"/>
                    </a:lnTo>
                    <a:lnTo>
                      <a:pt x="18200" y="17105"/>
                    </a:lnTo>
                    <a:lnTo>
                      <a:pt x="18656" y="16806"/>
                    </a:lnTo>
                    <a:lnTo>
                      <a:pt x="19097" y="16493"/>
                    </a:lnTo>
                    <a:lnTo>
                      <a:pt x="19510" y="16180"/>
                    </a:lnTo>
                    <a:lnTo>
                      <a:pt x="19894" y="15852"/>
                    </a:lnTo>
                    <a:lnTo>
                      <a:pt x="20278" y="15525"/>
                    </a:lnTo>
                    <a:lnTo>
                      <a:pt x="20634" y="15198"/>
                    </a:lnTo>
                    <a:lnTo>
                      <a:pt x="20961" y="14856"/>
                    </a:lnTo>
                    <a:lnTo>
                      <a:pt x="21288" y="14501"/>
                    </a:lnTo>
                    <a:lnTo>
                      <a:pt x="21587" y="14159"/>
                    </a:lnTo>
                    <a:lnTo>
                      <a:pt x="21857" y="13789"/>
                    </a:lnTo>
                    <a:lnTo>
                      <a:pt x="22128" y="13433"/>
                    </a:lnTo>
                    <a:lnTo>
                      <a:pt x="22384" y="13063"/>
                    </a:lnTo>
                    <a:lnTo>
                      <a:pt x="22612" y="12708"/>
                    </a:lnTo>
                    <a:lnTo>
                      <a:pt x="22825" y="12338"/>
                    </a:lnTo>
                    <a:lnTo>
                      <a:pt x="23024" y="11953"/>
                    </a:lnTo>
                    <a:lnTo>
                      <a:pt x="23224" y="11583"/>
                    </a:lnTo>
                    <a:lnTo>
                      <a:pt x="23394" y="11213"/>
                    </a:lnTo>
                    <a:lnTo>
                      <a:pt x="23551" y="10829"/>
                    </a:lnTo>
                    <a:lnTo>
                      <a:pt x="23693" y="10445"/>
                    </a:lnTo>
                    <a:lnTo>
                      <a:pt x="23835" y="10075"/>
                    </a:lnTo>
                    <a:lnTo>
                      <a:pt x="23949" y="9691"/>
                    </a:lnTo>
                    <a:lnTo>
                      <a:pt x="24063" y="9321"/>
                    </a:lnTo>
                    <a:lnTo>
                      <a:pt x="24163" y="8937"/>
                    </a:lnTo>
                    <a:lnTo>
                      <a:pt x="24248" y="8567"/>
                    </a:lnTo>
                    <a:lnTo>
                      <a:pt x="24319" y="8197"/>
                    </a:lnTo>
                    <a:lnTo>
                      <a:pt x="24390" y="7827"/>
                    </a:lnTo>
                    <a:lnTo>
                      <a:pt x="24447" y="7457"/>
                    </a:lnTo>
                    <a:lnTo>
                      <a:pt x="24490" y="7101"/>
                    </a:lnTo>
                    <a:lnTo>
                      <a:pt x="24561" y="6390"/>
                    </a:lnTo>
                    <a:lnTo>
                      <a:pt x="24604" y="5692"/>
                    </a:lnTo>
                    <a:lnTo>
                      <a:pt x="24618" y="5023"/>
                    </a:lnTo>
                    <a:lnTo>
                      <a:pt x="24604" y="4369"/>
                    </a:lnTo>
                    <a:lnTo>
                      <a:pt x="24561" y="3757"/>
                    </a:lnTo>
                    <a:lnTo>
                      <a:pt x="24518" y="3174"/>
                    </a:lnTo>
                    <a:lnTo>
                      <a:pt x="24447" y="2633"/>
                    </a:lnTo>
                    <a:lnTo>
                      <a:pt x="24376" y="2135"/>
                    </a:lnTo>
                    <a:lnTo>
                      <a:pt x="24305" y="1665"/>
                    </a:lnTo>
                    <a:lnTo>
                      <a:pt x="24220" y="1253"/>
                    </a:lnTo>
                    <a:lnTo>
                      <a:pt x="24063" y="598"/>
                    </a:lnTo>
                    <a:lnTo>
                      <a:pt x="23949" y="171"/>
                    </a:lnTo>
                    <a:lnTo>
                      <a:pt x="23907" y="0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3" name="Google Shape;513;p19"/>
            <p:cNvSpPr/>
            <p:nvPr/>
          </p:nvSpPr>
          <p:spPr>
            <a:xfrm>
              <a:off x="4105275" y="1532750"/>
              <a:ext cx="142800" cy="142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4424400" y="1532750"/>
              <a:ext cx="142800" cy="142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5" name="Google Shape;515;p19"/>
          <p:cNvCxnSpPr>
            <a:stCxn id="488" idx="6"/>
            <a:endCxn id="513" idx="2"/>
          </p:cNvCxnSpPr>
          <p:nvPr/>
        </p:nvCxnSpPr>
        <p:spPr>
          <a:xfrm>
            <a:off x="4709117" y="1594872"/>
            <a:ext cx="1976566" cy="926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7" name="Google Shape;517;p19"/>
          <p:cNvCxnSpPr>
            <a:stCxn id="488" idx="4"/>
            <a:endCxn id="451" idx="0"/>
          </p:cNvCxnSpPr>
          <p:nvPr/>
        </p:nvCxnSpPr>
        <p:spPr>
          <a:xfrm>
            <a:off x="4316717" y="1987272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8" name="Google Shape;518;p19"/>
          <p:cNvCxnSpPr>
            <a:stCxn id="451" idx="2"/>
            <a:endCxn id="486" idx="0"/>
          </p:cNvCxnSpPr>
          <p:nvPr/>
        </p:nvCxnSpPr>
        <p:spPr>
          <a:xfrm>
            <a:off x="4316682" y="3620072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" name="Down Arrow 14"/>
          <p:cNvSpPr/>
          <p:nvPr/>
        </p:nvSpPr>
        <p:spPr>
          <a:xfrm>
            <a:off x="4106607" y="1416936"/>
            <a:ext cx="417629" cy="441960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MODEL DEPLOYMENT contd.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987" y="782875"/>
            <a:ext cx="5496026" cy="408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87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MODEL DEPLOYMENT CONTD.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159" y="782875"/>
            <a:ext cx="3755446" cy="41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7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34"/>
          <p:cNvSpPr txBox="1">
            <a:spLocks noGrp="1"/>
          </p:cNvSpPr>
          <p:nvPr>
            <p:ph type="title"/>
          </p:nvPr>
        </p:nvSpPr>
        <p:spPr>
          <a:xfrm>
            <a:off x="-1056575" y="2056822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 you for attendig</a:t>
            </a:r>
            <a:endParaRPr dirty="0"/>
          </a:p>
        </p:txBody>
      </p:sp>
      <p:grpSp>
        <p:nvGrpSpPr>
          <p:cNvPr id="1658" name="Google Shape;1658;p34"/>
          <p:cNvGrpSpPr/>
          <p:nvPr/>
        </p:nvGrpSpPr>
        <p:grpSpPr>
          <a:xfrm>
            <a:off x="6275561" y="1209065"/>
            <a:ext cx="2411226" cy="3405834"/>
            <a:chOff x="5894611" y="1313840"/>
            <a:chExt cx="2411226" cy="3405834"/>
          </a:xfrm>
        </p:grpSpPr>
        <p:sp>
          <p:nvSpPr>
            <p:cNvPr id="1659" name="Google Shape;1659;p34"/>
            <p:cNvSpPr/>
            <p:nvPr/>
          </p:nvSpPr>
          <p:spPr>
            <a:xfrm>
              <a:off x="7068207" y="1421345"/>
              <a:ext cx="1237631" cy="1376781"/>
            </a:xfrm>
            <a:custGeom>
              <a:avLst/>
              <a:gdLst/>
              <a:ahLst/>
              <a:cxnLst/>
              <a:rect l="l" t="t" r="r" b="b"/>
              <a:pathLst>
                <a:path w="45058" h="50124" extrusionOk="0">
                  <a:moveTo>
                    <a:pt x="0" y="1"/>
                  </a:moveTo>
                  <a:lnTo>
                    <a:pt x="0" y="45671"/>
                  </a:lnTo>
                  <a:lnTo>
                    <a:pt x="0" y="45895"/>
                  </a:lnTo>
                  <a:lnTo>
                    <a:pt x="15" y="46119"/>
                  </a:lnTo>
                  <a:lnTo>
                    <a:pt x="45" y="46343"/>
                  </a:lnTo>
                  <a:lnTo>
                    <a:pt x="90" y="46567"/>
                  </a:lnTo>
                  <a:lnTo>
                    <a:pt x="135" y="46777"/>
                  </a:lnTo>
                  <a:lnTo>
                    <a:pt x="194" y="47001"/>
                  </a:lnTo>
                  <a:lnTo>
                    <a:pt x="269" y="47195"/>
                  </a:lnTo>
                  <a:lnTo>
                    <a:pt x="344" y="47404"/>
                  </a:lnTo>
                  <a:lnTo>
                    <a:pt x="433" y="47598"/>
                  </a:lnTo>
                  <a:lnTo>
                    <a:pt x="538" y="47792"/>
                  </a:lnTo>
                  <a:lnTo>
                    <a:pt x="643" y="47972"/>
                  </a:lnTo>
                  <a:lnTo>
                    <a:pt x="762" y="48151"/>
                  </a:lnTo>
                  <a:lnTo>
                    <a:pt x="882" y="48330"/>
                  </a:lnTo>
                  <a:lnTo>
                    <a:pt x="1016" y="48495"/>
                  </a:lnTo>
                  <a:lnTo>
                    <a:pt x="1150" y="48659"/>
                  </a:lnTo>
                  <a:lnTo>
                    <a:pt x="1300" y="48808"/>
                  </a:lnTo>
                  <a:lnTo>
                    <a:pt x="1449" y="48958"/>
                  </a:lnTo>
                  <a:lnTo>
                    <a:pt x="1614" y="49107"/>
                  </a:lnTo>
                  <a:lnTo>
                    <a:pt x="1778" y="49227"/>
                  </a:lnTo>
                  <a:lnTo>
                    <a:pt x="1957" y="49361"/>
                  </a:lnTo>
                  <a:lnTo>
                    <a:pt x="2136" y="49481"/>
                  </a:lnTo>
                  <a:lnTo>
                    <a:pt x="2316" y="49585"/>
                  </a:lnTo>
                  <a:lnTo>
                    <a:pt x="2510" y="49675"/>
                  </a:lnTo>
                  <a:lnTo>
                    <a:pt x="2704" y="49764"/>
                  </a:lnTo>
                  <a:lnTo>
                    <a:pt x="2913" y="49854"/>
                  </a:lnTo>
                  <a:lnTo>
                    <a:pt x="3123" y="49914"/>
                  </a:lnTo>
                  <a:lnTo>
                    <a:pt x="3332" y="49974"/>
                  </a:lnTo>
                  <a:lnTo>
                    <a:pt x="3541" y="50033"/>
                  </a:lnTo>
                  <a:lnTo>
                    <a:pt x="3765" y="50063"/>
                  </a:lnTo>
                  <a:lnTo>
                    <a:pt x="3989" y="50093"/>
                  </a:lnTo>
                  <a:lnTo>
                    <a:pt x="4213" y="50108"/>
                  </a:lnTo>
                  <a:lnTo>
                    <a:pt x="4437" y="50123"/>
                  </a:lnTo>
                  <a:lnTo>
                    <a:pt x="40606" y="50123"/>
                  </a:lnTo>
                  <a:lnTo>
                    <a:pt x="40845" y="50108"/>
                  </a:lnTo>
                  <a:lnTo>
                    <a:pt x="41069" y="50093"/>
                  </a:lnTo>
                  <a:lnTo>
                    <a:pt x="41293" y="50063"/>
                  </a:lnTo>
                  <a:lnTo>
                    <a:pt x="41502" y="50033"/>
                  </a:lnTo>
                  <a:lnTo>
                    <a:pt x="41726" y="49974"/>
                  </a:lnTo>
                  <a:lnTo>
                    <a:pt x="41936" y="49914"/>
                  </a:lnTo>
                  <a:lnTo>
                    <a:pt x="42145" y="49854"/>
                  </a:lnTo>
                  <a:lnTo>
                    <a:pt x="42339" y="49764"/>
                  </a:lnTo>
                  <a:lnTo>
                    <a:pt x="42533" y="49675"/>
                  </a:lnTo>
                  <a:lnTo>
                    <a:pt x="42727" y="49585"/>
                  </a:lnTo>
                  <a:lnTo>
                    <a:pt x="42922" y="49481"/>
                  </a:lnTo>
                  <a:lnTo>
                    <a:pt x="43101" y="49361"/>
                  </a:lnTo>
                  <a:lnTo>
                    <a:pt x="43265" y="49227"/>
                  </a:lnTo>
                  <a:lnTo>
                    <a:pt x="43445" y="49107"/>
                  </a:lnTo>
                  <a:lnTo>
                    <a:pt x="43609" y="48958"/>
                  </a:lnTo>
                  <a:lnTo>
                    <a:pt x="43758" y="48808"/>
                  </a:lnTo>
                  <a:lnTo>
                    <a:pt x="43908" y="48659"/>
                  </a:lnTo>
                  <a:lnTo>
                    <a:pt x="44042" y="48495"/>
                  </a:lnTo>
                  <a:lnTo>
                    <a:pt x="44177" y="48330"/>
                  </a:lnTo>
                  <a:lnTo>
                    <a:pt x="44296" y="48151"/>
                  </a:lnTo>
                  <a:lnTo>
                    <a:pt x="44416" y="47972"/>
                  </a:lnTo>
                  <a:lnTo>
                    <a:pt x="44520" y="47792"/>
                  </a:lnTo>
                  <a:lnTo>
                    <a:pt x="44625" y="47598"/>
                  </a:lnTo>
                  <a:lnTo>
                    <a:pt x="44714" y="47404"/>
                  </a:lnTo>
                  <a:lnTo>
                    <a:pt x="44789" y="47195"/>
                  </a:lnTo>
                  <a:lnTo>
                    <a:pt x="44864" y="47001"/>
                  </a:lnTo>
                  <a:lnTo>
                    <a:pt x="44924" y="46777"/>
                  </a:lnTo>
                  <a:lnTo>
                    <a:pt x="44968" y="46567"/>
                  </a:lnTo>
                  <a:lnTo>
                    <a:pt x="45013" y="46343"/>
                  </a:lnTo>
                  <a:lnTo>
                    <a:pt x="45028" y="46119"/>
                  </a:lnTo>
                  <a:lnTo>
                    <a:pt x="45058" y="45895"/>
                  </a:lnTo>
                  <a:lnTo>
                    <a:pt x="45058" y="45671"/>
                  </a:lnTo>
                  <a:lnTo>
                    <a:pt x="450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7068207" y="1421345"/>
              <a:ext cx="1237631" cy="1376781"/>
            </a:xfrm>
            <a:custGeom>
              <a:avLst/>
              <a:gdLst/>
              <a:ahLst/>
              <a:cxnLst/>
              <a:rect l="l" t="t" r="r" b="b"/>
              <a:pathLst>
                <a:path w="45058" h="50124" fill="none" extrusionOk="0">
                  <a:moveTo>
                    <a:pt x="0" y="1"/>
                  </a:moveTo>
                  <a:lnTo>
                    <a:pt x="0" y="45671"/>
                  </a:lnTo>
                  <a:lnTo>
                    <a:pt x="0" y="45671"/>
                  </a:lnTo>
                  <a:lnTo>
                    <a:pt x="0" y="45895"/>
                  </a:lnTo>
                  <a:lnTo>
                    <a:pt x="15" y="46119"/>
                  </a:lnTo>
                  <a:lnTo>
                    <a:pt x="45" y="46343"/>
                  </a:lnTo>
                  <a:lnTo>
                    <a:pt x="90" y="46567"/>
                  </a:lnTo>
                  <a:lnTo>
                    <a:pt x="135" y="46777"/>
                  </a:lnTo>
                  <a:lnTo>
                    <a:pt x="194" y="47001"/>
                  </a:lnTo>
                  <a:lnTo>
                    <a:pt x="269" y="47195"/>
                  </a:lnTo>
                  <a:lnTo>
                    <a:pt x="344" y="47404"/>
                  </a:lnTo>
                  <a:lnTo>
                    <a:pt x="433" y="47598"/>
                  </a:lnTo>
                  <a:lnTo>
                    <a:pt x="538" y="47792"/>
                  </a:lnTo>
                  <a:lnTo>
                    <a:pt x="643" y="47972"/>
                  </a:lnTo>
                  <a:lnTo>
                    <a:pt x="762" y="48151"/>
                  </a:lnTo>
                  <a:lnTo>
                    <a:pt x="882" y="48330"/>
                  </a:lnTo>
                  <a:lnTo>
                    <a:pt x="1016" y="48495"/>
                  </a:lnTo>
                  <a:lnTo>
                    <a:pt x="1150" y="48659"/>
                  </a:lnTo>
                  <a:lnTo>
                    <a:pt x="1300" y="48808"/>
                  </a:lnTo>
                  <a:lnTo>
                    <a:pt x="1449" y="48958"/>
                  </a:lnTo>
                  <a:lnTo>
                    <a:pt x="1614" y="49107"/>
                  </a:lnTo>
                  <a:lnTo>
                    <a:pt x="1778" y="49227"/>
                  </a:lnTo>
                  <a:lnTo>
                    <a:pt x="1957" y="49361"/>
                  </a:lnTo>
                  <a:lnTo>
                    <a:pt x="2136" y="49481"/>
                  </a:lnTo>
                  <a:lnTo>
                    <a:pt x="2316" y="49585"/>
                  </a:lnTo>
                  <a:lnTo>
                    <a:pt x="2510" y="49675"/>
                  </a:lnTo>
                  <a:lnTo>
                    <a:pt x="2704" y="49764"/>
                  </a:lnTo>
                  <a:lnTo>
                    <a:pt x="2913" y="49854"/>
                  </a:lnTo>
                  <a:lnTo>
                    <a:pt x="3123" y="49914"/>
                  </a:lnTo>
                  <a:lnTo>
                    <a:pt x="3332" y="49974"/>
                  </a:lnTo>
                  <a:lnTo>
                    <a:pt x="3541" y="50033"/>
                  </a:lnTo>
                  <a:lnTo>
                    <a:pt x="3765" y="50063"/>
                  </a:lnTo>
                  <a:lnTo>
                    <a:pt x="3989" y="50093"/>
                  </a:lnTo>
                  <a:lnTo>
                    <a:pt x="4213" y="50108"/>
                  </a:lnTo>
                  <a:lnTo>
                    <a:pt x="4437" y="50123"/>
                  </a:lnTo>
                  <a:lnTo>
                    <a:pt x="40606" y="50123"/>
                  </a:lnTo>
                  <a:lnTo>
                    <a:pt x="40606" y="50123"/>
                  </a:lnTo>
                  <a:lnTo>
                    <a:pt x="40845" y="50108"/>
                  </a:lnTo>
                  <a:lnTo>
                    <a:pt x="41069" y="50093"/>
                  </a:lnTo>
                  <a:lnTo>
                    <a:pt x="41293" y="50063"/>
                  </a:lnTo>
                  <a:lnTo>
                    <a:pt x="41502" y="50033"/>
                  </a:lnTo>
                  <a:lnTo>
                    <a:pt x="41726" y="49974"/>
                  </a:lnTo>
                  <a:lnTo>
                    <a:pt x="41936" y="49914"/>
                  </a:lnTo>
                  <a:lnTo>
                    <a:pt x="42145" y="49854"/>
                  </a:lnTo>
                  <a:lnTo>
                    <a:pt x="42339" y="49764"/>
                  </a:lnTo>
                  <a:lnTo>
                    <a:pt x="42533" y="49675"/>
                  </a:lnTo>
                  <a:lnTo>
                    <a:pt x="42727" y="49585"/>
                  </a:lnTo>
                  <a:lnTo>
                    <a:pt x="42922" y="49481"/>
                  </a:lnTo>
                  <a:lnTo>
                    <a:pt x="43101" y="49361"/>
                  </a:lnTo>
                  <a:lnTo>
                    <a:pt x="43265" y="49227"/>
                  </a:lnTo>
                  <a:lnTo>
                    <a:pt x="43445" y="49107"/>
                  </a:lnTo>
                  <a:lnTo>
                    <a:pt x="43609" y="48958"/>
                  </a:lnTo>
                  <a:lnTo>
                    <a:pt x="43758" y="48808"/>
                  </a:lnTo>
                  <a:lnTo>
                    <a:pt x="43908" y="48659"/>
                  </a:lnTo>
                  <a:lnTo>
                    <a:pt x="44042" y="48495"/>
                  </a:lnTo>
                  <a:lnTo>
                    <a:pt x="44177" y="48330"/>
                  </a:lnTo>
                  <a:lnTo>
                    <a:pt x="44296" y="48151"/>
                  </a:lnTo>
                  <a:lnTo>
                    <a:pt x="44416" y="47972"/>
                  </a:lnTo>
                  <a:lnTo>
                    <a:pt x="44520" y="47792"/>
                  </a:lnTo>
                  <a:lnTo>
                    <a:pt x="44625" y="47598"/>
                  </a:lnTo>
                  <a:lnTo>
                    <a:pt x="44714" y="47404"/>
                  </a:lnTo>
                  <a:lnTo>
                    <a:pt x="44789" y="47195"/>
                  </a:lnTo>
                  <a:lnTo>
                    <a:pt x="44864" y="47001"/>
                  </a:lnTo>
                  <a:lnTo>
                    <a:pt x="44924" y="46777"/>
                  </a:lnTo>
                  <a:lnTo>
                    <a:pt x="44968" y="46567"/>
                  </a:lnTo>
                  <a:lnTo>
                    <a:pt x="45013" y="46343"/>
                  </a:lnTo>
                  <a:lnTo>
                    <a:pt x="45028" y="46119"/>
                  </a:lnTo>
                  <a:lnTo>
                    <a:pt x="45058" y="45895"/>
                  </a:lnTo>
                  <a:lnTo>
                    <a:pt x="45058" y="45671"/>
                  </a:lnTo>
                  <a:lnTo>
                    <a:pt x="45058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7068207" y="1313840"/>
              <a:ext cx="1237631" cy="230645"/>
            </a:xfrm>
            <a:custGeom>
              <a:avLst/>
              <a:gdLst/>
              <a:ahLst/>
              <a:cxnLst/>
              <a:rect l="l" t="t" r="r" b="b"/>
              <a:pathLst>
                <a:path w="45058" h="8397" extrusionOk="0">
                  <a:moveTo>
                    <a:pt x="2226" y="1"/>
                  </a:moveTo>
                  <a:lnTo>
                    <a:pt x="1987" y="16"/>
                  </a:lnTo>
                  <a:lnTo>
                    <a:pt x="1778" y="46"/>
                  </a:lnTo>
                  <a:lnTo>
                    <a:pt x="1554" y="105"/>
                  </a:lnTo>
                  <a:lnTo>
                    <a:pt x="1360" y="180"/>
                  </a:lnTo>
                  <a:lnTo>
                    <a:pt x="1165" y="270"/>
                  </a:lnTo>
                  <a:lnTo>
                    <a:pt x="971" y="389"/>
                  </a:lnTo>
                  <a:lnTo>
                    <a:pt x="807" y="509"/>
                  </a:lnTo>
                  <a:lnTo>
                    <a:pt x="643" y="658"/>
                  </a:lnTo>
                  <a:lnTo>
                    <a:pt x="508" y="822"/>
                  </a:lnTo>
                  <a:lnTo>
                    <a:pt x="374" y="987"/>
                  </a:lnTo>
                  <a:lnTo>
                    <a:pt x="269" y="1166"/>
                  </a:lnTo>
                  <a:lnTo>
                    <a:pt x="164" y="1360"/>
                  </a:lnTo>
                  <a:lnTo>
                    <a:pt x="90" y="1569"/>
                  </a:lnTo>
                  <a:lnTo>
                    <a:pt x="45" y="1779"/>
                  </a:lnTo>
                  <a:lnTo>
                    <a:pt x="15" y="2003"/>
                  </a:lnTo>
                  <a:lnTo>
                    <a:pt x="0" y="2227"/>
                  </a:lnTo>
                  <a:lnTo>
                    <a:pt x="0" y="8397"/>
                  </a:lnTo>
                  <a:lnTo>
                    <a:pt x="45058" y="8397"/>
                  </a:lnTo>
                  <a:lnTo>
                    <a:pt x="45058" y="2227"/>
                  </a:lnTo>
                  <a:lnTo>
                    <a:pt x="45043" y="2003"/>
                  </a:lnTo>
                  <a:lnTo>
                    <a:pt x="45013" y="1779"/>
                  </a:lnTo>
                  <a:lnTo>
                    <a:pt x="44953" y="1569"/>
                  </a:lnTo>
                  <a:lnTo>
                    <a:pt x="44879" y="1360"/>
                  </a:lnTo>
                  <a:lnTo>
                    <a:pt x="44789" y="1166"/>
                  </a:lnTo>
                  <a:lnTo>
                    <a:pt x="44685" y="987"/>
                  </a:lnTo>
                  <a:lnTo>
                    <a:pt x="44550" y="822"/>
                  </a:lnTo>
                  <a:lnTo>
                    <a:pt x="44401" y="658"/>
                  </a:lnTo>
                  <a:lnTo>
                    <a:pt x="44251" y="509"/>
                  </a:lnTo>
                  <a:lnTo>
                    <a:pt x="44072" y="389"/>
                  </a:lnTo>
                  <a:lnTo>
                    <a:pt x="43893" y="270"/>
                  </a:lnTo>
                  <a:lnTo>
                    <a:pt x="43699" y="180"/>
                  </a:lnTo>
                  <a:lnTo>
                    <a:pt x="43489" y="105"/>
                  </a:lnTo>
                  <a:lnTo>
                    <a:pt x="43280" y="46"/>
                  </a:lnTo>
                  <a:lnTo>
                    <a:pt x="43056" y="16"/>
                  </a:lnTo>
                  <a:lnTo>
                    <a:pt x="428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7925387" y="1377865"/>
              <a:ext cx="80892" cy="80452"/>
            </a:xfrm>
            <a:custGeom>
              <a:avLst/>
              <a:gdLst/>
              <a:ahLst/>
              <a:cxnLst/>
              <a:rect l="l" t="t" r="r" b="b"/>
              <a:pathLst>
                <a:path w="2945" h="2929" extrusionOk="0">
                  <a:moveTo>
                    <a:pt x="1331" y="0"/>
                  </a:moveTo>
                  <a:lnTo>
                    <a:pt x="1181" y="30"/>
                  </a:lnTo>
                  <a:lnTo>
                    <a:pt x="1032" y="60"/>
                  </a:lnTo>
                  <a:lnTo>
                    <a:pt x="897" y="120"/>
                  </a:lnTo>
                  <a:lnTo>
                    <a:pt x="778" y="180"/>
                  </a:lnTo>
                  <a:lnTo>
                    <a:pt x="658" y="254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45" y="538"/>
                  </a:lnTo>
                  <a:lnTo>
                    <a:pt x="255" y="643"/>
                  </a:lnTo>
                  <a:lnTo>
                    <a:pt x="180" y="762"/>
                  </a:lnTo>
                  <a:lnTo>
                    <a:pt x="121" y="897"/>
                  </a:lnTo>
                  <a:lnTo>
                    <a:pt x="76" y="1031"/>
                  </a:lnTo>
                  <a:lnTo>
                    <a:pt x="31" y="1166"/>
                  </a:lnTo>
                  <a:lnTo>
                    <a:pt x="16" y="1315"/>
                  </a:lnTo>
                  <a:lnTo>
                    <a:pt x="1" y="1464"/>
                  </a:lnTo>
                  <a:lnTo>
                    <a:pt x="16" y="1614"/>
                  </a:lnTo>
                  <a:lnTo>
                    <a:pt x="31" y="1763"/>
                  </a:lnTo>
                  <a:lnTo>
                    <a:pt x="76" y="1898"/>
                  </a:lnTo>
                  <a:lnTo>
                    <a:pt x="121" y="2032"/>
                  </a:lnTo>
                  <a:lnTo>
                    <a:pt x="180" y="2167"/>
                  </a:lnTo>
                  <a:lnTo>
                    <a:pt x="255" y="2286"/>
                  </a:lnTo>
                  <a:lnTo>
                    <a:pt x="345" y="2391"/>
                  </a:lnTo>
                  <a:lnTo>
                    <a:pt x="434" y="2495"/>
                  </a:lnTo>
                  <a:lnTo>
                    <a:pt x="539" y="2600"/>
                  </a:lnTo>
                  <a:lnTo>
                    <a:pt x="658" y="2674"/>
                  </a:lnTo>
                  <a:lnTo>
                    <a:pt x="778" y="2749"/>
                  </a:lnTo>
                  <a:lnTo>
                    <a:pt x="897" y="2809"/>
                  </a:lnTo>
                  <a:lnTo>
                    <a:pt x="1032" y="2869"/>
                  </a:lnTo>
                  <a:lnTo>
                    <a:pt x="1181" y="2899"/>
                  </a:lnTo>
                  <a:lnTo>
                    <a:pt x="1331" y="2928"/>
                  </a:lnTo>
                  <a:lnTo>
                    <a:pt x="1629" y="2928"/>
                  </a:lnTo>
                  <a:lnTo>
                    <a:pt x="1764" y="2899"/>
                  </a:lnTo>
                  <a:lnTo>
                    <a:pt x="1913" y="2869"/>
                  </a:lnTo>
                  <a:lnTo>
                    <a:pt x="2048" y="2809"/>
                  </a:lnTo>
                  <a:lnTo>
                    <a:pt x="2167" y="2749"/>
                  </a:lnTo>
                  <a:lnTo>
                    <a:pt x="2287" y="2674"/>
                  </a:lnTo>
                  <a:lnTo>
                    <a:pt x="2406" y="2600"/>
                  </a:lnTo>
                  <a:lnTo>
                    <a:pt x="2511" y="2495"/>
                  </a:lnTo>
                  <a:lnTo>
                    <a:pt x="2600" y="2391"/>
                  </a:lnTo>
                  <a:lnTo>
                    <a:pt x="2690" y="2286"/>
                  </a:lnTo>
                  <a:lnTo>
                    <a:pt x="2765" y="2167"/>
                  </a:lnTo>
                  <a:lnTo>
                    <a:pt x="2825" y="2032"/>
                  </a:lnTo>
                  <a:lnTo>
                    <a:pt x="2869" y="1898"/>
                  </a:lnTo>
                  <a:lnTo>
                    <a:pt x="2914" y="1763"/>
                  </a:lnTo>
                  <a:lnTo>
                    <a:pt x="2929" y="1614"/>
                  </a:lnTo>
                  <a:lnTo>
                    <a:pt x="2944" y="1464"/>
                  </a:lnTo>
                  <a:lnTo>
                    <a:pt x="2929" y="1315"/>
                  </a:lnTo>
                  <a:lnTo>
                    <a:pt x="2914" y="1166"/>
                  </a:lnTo>
                  <a:lnTo>
                    <a:pt x="2869" y="1031"/>
                  </a:lnTo>
                  <a:lnTo>
                    <a:pt x="2825" y="897"/>
                  </a:lnTo>
                  <a:lnTo>
                    <a:pt x="2765" y="762"/>
                  </a:lnTo>
                  <a:lnTo>
                    <a:pt x="2690" y="643"/>
                  </a:lnTo>
                  <a:lnTo>
                    <a:pt x="2600" y="538"/>
                  </a:lnTo>
                  <a:lnTo>
                    <a:pt x="2511" y="434"/>
                  </a:lnTo>
                  <a:lnTo>
                    <a:pt x="2406" y="329"/>
                  </a:lnTo>
                  <a:lnTo>
                    <a:pt x="2287" y="254"/>
                  </a:lnTo>
                  <a:lnTo>
                    <a:pt x="2167" y="180"/>
                  </a:lnTo>
                  <a:lnTo>
                    <a:pt x="2048" y="120"/>
                  </a:lnTo>
                  <a:lnTo>
                    <a:pt x="1913" y="60"/>
                  </a:lnTo>
                  <a:lnTo>
                    <a:pt x="1764" y="30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8055881" y="1377865"/>
              <a:ext cx="80452" cy="80452"/>
            </a:xfrm>
            <a:custGeom>
              <a:avLst/>
              <a:gdLst/>
              <a:ahLst/>
              <a:cxnLst/>
              <a:rect l="l" t="t" r="r" b="b"/>
              <a:pathLst>
                <a:path w="2929" h="2929" extrusionOk="0">
                  <a:moveTo>
                    <a:pt x="1315" y="0"/>
                  </a:moveTo>
                  <a:lnTo>
                    <a:pt x="1181" y="30"/>
                  </a:lnTo>
                  <a:lnTo>
                    <a:pt x="1032" y="60"/>
                  </a:lnTo>
                  <a:lnTo>
                    <a:pt x="897" y="120"/>
                  </a:lnTo>
                  <a:lnTo>
                    <a:pt x="778" y="180"/>
                  </a:lnTo>
                  <a:lnTo>
                    <a:pt x="658" y="254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44" y="538"/>
                  </a:lnTo>
                  <a:lnTo>
                    <a:pt x="255" y="643"/>
                  </a:lnTo>
                  <a:lnTo>
                    <a:pt x="180" y="762"/>
                  </a:lnTo>
                  <a:lnTo>
                    <a:pt x="120" y="897"/>
                  </a:lnTo>
                  <a:lnTo>
                    <a:pt x="75" y="1031"/>
                  </a:lnTo>
                  <a:lnTo>
                    <a:pt x="31" y="1166"/>
                  </a:lnTo>
                  <a:lnTo>
                    <a:pt x="16" y="1315"/>
                  </a:lnTo>
                  <a:lnTo>
                    <a:pt x="1" y="1464"/>
                  </a:lnTo>
                  <a:lnTo>
                    <a:pt x="16" y="1614"/>
                  </a:lnTo>
                  <a:lnTo>
                    <a:pt x="31" y="1763"/>
                  </a:lnTo>
                  <a:lnTo>
                    <a:pt x="75" y="1898"/>
                  </a:lnTo>
                  <a:lnTo>
                    <a:pt x="120" y="2032"/>
                  </a:lnTo>
                  <a:lnTo>
                    <a:pt x="180" y="2167"/>
                  </a:lnTo>
                  <a:lnTo>
                    <a:pt x="255" y="2286"/>
                  </a:lnTo>
                  <a:lnTo>
                    <a:pt x="344" y="2391"/>
                  </a:lnTo>
                  <a:lnTo>
                    <a:pt x="434" y="2495"/>
                  </a:lnTo>
                  <a:lnTo>
                    <a:pt x="539" y="2600"/>
                  </a:lnTo>
                  <a:lnTo>
                    <a:pt x="658" y="2674"/>
                  </a:lnTo>
                  <a:lnTo>
                    <a:pt x="778" y="2749"/>
                  </a:lnTo>
                  <a:lnTo>
                    <a:pt x="897" y="2809"/>
                  </a:lnTo>
                  <a:lnTo>
                    <a:pt x="1032" y="2869"/>
                  </a:lnTo>
                  <a:lnTo>
                    <a:pt x="1181" y="2899"/>
                  </a:lnTo>
                  <a:lnTo>
                    <a:pt x="1315" y="2928"/>
                  </a:lnTo>
                  <a:lnTo>
                    <a:pt x="1614" y="2928"/>
                  </a:lnTo>
                  <a:lnTo>
                    <a:pt x="1764" y="2899"/>
                  </a:lnTo>
                  <a:lnTo>
                    <a:pt x="1913" y="2869"/>
                  </a:lnTo>
                  <a:lnTo>
                    <a:pt x="2048" y="2809"/>
                  </a:lnTo>
                  <a:lnTo>
                    <a:pt x="2167" y="2749"/>
                  </a:lnTo>
                  <a:lnTo>
                    <a:pt x="2287" y="2674"/>
                  </a:lnTo>
                  <a:lnTo>
                    <a:pt x="2406" y="2600"/>
                  </a:lnTo>
                  <a:lnTo>
                    <a:pt x="2511" y="2495"/>
                  </a:lnTo>
                  <a:lnTo>
                    <a:pt x="2600" y="2391"/>
                  </a:lnTo>
                  <a:lnTo>
                    <a:pt x="2690" y="2286"/>
                  </a:lnTo>
                  <a:lnTo>
                    <a:pt x="2765" y="2167"/>
                  </a:lnTo>
                  <a:lnTo>
                    <a:pt x="2824" y="2032"/>
                  </a:lnTo>
                  <a:lnTo>
                    <a:pt x="2869" y="1898"/>
                  </a:lnTo>
                  <a:lnTo>
                    <a:pt x="2899" y="1763"/>
                  </a:lnTo>
                  <a:lnTo>
                    <a:pt x="2929" y="1614"/>
                  </a:lnTo>
                  <a:lnTo>
                    <a:pt x="2929" y="1464"/>
                  </a:lnTo>
                  <a:lnTo>
                    <a:pt x="2929" y="1315"/>
                  </a:lnTo>
                  <a:lnTo>
                    <a:pt x="2899" y="1166"/>
                  </a:lnTo>
                  <a:lnTo>
                    <a:pt x="2869" y="1031"/>
                  </a:lnTo>
                  <a:lnTo>
                    <a:pt x="2824" y="897"/>
                  </a:lnTo>
                  <a:lnTo>
                    <a:pt x="2765" y="762"/>
                  </a:lnTo>
                  <a:lnTo>
                    <a:pt x="2690" y="643"/>
                  </a:lnTo>
                  <a:lnTo>
                    <a:pt x="2600" y="538"/>
                  </a:lnTo>
                  <a:lnTo>
                    <a:pt x="2511" y="434"/>
                  </a:lnTo>
                  <a:lnTo>
                    <a:pt x="2406" y="329"/>
                  </a:lnTo>
                  <a:lnTo>
                    <a:pt x="2287" y="254"/>
                  </a:lnTo>
                  <a:lnTo>
                    <a:pt x="2167" y="180"/>
                  </a:lnTo>
                  <a:lnTo>
                    <a:pt x="2048" y="120"/>
                  </a:lnTo>
                  <a:lnTo>
                    <a:pt x="1913" y="60"/>
                  </a:lnTo>
                  <a:lnTo>
                    <a:pt x="1764" y="30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8181046" y="1377865"/>
              <a:ext cx="80452" cy="80452"/>
            </a:xfrm>
            <a:custGeom>
              <a:avLst/>
              <a:gdLst/>
              <a:ahLst/>
              <a:cxnLst/>
              <a:rect l="l" t="t" r="r" b="b"/>
              <a:pathLst>
                <a:path w="2929" h="2929" extrusionOk="0">
                  <a:moveTo>
                    <a:pt x="1315" y="0"/>
                  </a:moveTo>
                  <a:lnTo>
                    <a:pt x="1166" y="30"/>
                  </a:lnTo>
                  <a:lnTo>
                    <a:pt x="1031" y="60"/>
                  </a:lnTo>
                  <a:lnTo>
                    <a:pt x="897" y="120"/>
                  </a:lnTo>
                  <a:lnTo>
                    <a:pt x="762" y="180"/>
                  </a:lnTo>
                  <a:lnTo>
                    <a:pt x="643" y="254"/>
                  </a:lnTo>
                  <a:lnTo>
                    <a:pt x="523" y="329"/>
                  </a:lnTo>
                  <a:lnTo>
                    <a:pt x="419" y="434"/>
                  </a:lnTo>
                  <a:lnTo>
                    <a:pt x="329" y="538"/>
                  </a:lnTo>
                  <a:lnTo>
                    <a:pt x="239" y="643"/>
                  </a:lnTo>
                  <a:lnTo>
                    <a:pt x="180" y="762"/>
                  </a:lnTo>
                  <a:lnTo>
                    <a:pt x="105" y="897"/>
                  </a:lnTo>
                  <a:lnTo>
                    <a:pt x="60" y="1031"/>
                  </a:lnTo>
                  <a:lnTo>
                    <a:pt x="30" y="1166"/>
                  </a:lnTo>
                  <a:lnTo>
                    <a:pt x="0" y="1315"/>
                  </a:lnTo>
                  <a:lnTo>
                    <a:pt x="0" y="1464"/>
                  </a:lnTo>
                  <a:lnTo>
                    <a:pt x="0" y="1614"/>
                  </a:lnTo>
                  <a:lnTo>
                    <a:pt x="30" y="1763"/>
                  </a:lnTo>
                  <a:lnTo>
                    <a:pt x="60" y="1898"/>
                  </a:lnTo>
                  <a:lnTo>
                    <a:pt x="105" y="2032"/>
                  </a:lnTo>
                  <a:lnTo>
                    <a:pt x="180" y="2167"/>
                  </a:lnTo>
                  <a:lnTo>
                    <a:pt x="239" y="2286"/>
                  </a:lnTo>
                  <a:lnTo>
                    <a:pt x="329" y="2391"/>
                  </a:lnTo>
                  <a:lnTo>
                    <a:pt x="419" y="2495"/>
                  </a:lnTo>
                  <a:lnTo>
                    <a:pt x="523" y="2600"/>
                  </a:lnTo>
                  <a:lnTo>
                    <a:pt x="643" y="2674"/>
                  </a:lnTo>
                  <a:lnTo>
                    <a:pt x="762" y="2749"/>
                  </a:lnTo>
                  <a:lnTo>
                    <a:pt x="897" y="2809"/>
                  </a:lnTo>
                  <a:lnTo>
                    <a:pt x="1031" y="2869"/>
                  </a:lnTo>
                  <a:lnTo>
                    <a:pt x="1166" y="2899"/>
                  </a:lnTo>
                  <a:lnTo>
                    <a:pt x="1315" y="2928"/>
                  </a:lnTo>
                  <a:lnTo>
                    <a:pt x="1614" y="2928"/>
                  </a:lnTo>
                  <a:lnTo>
                    <a:pt x="1748" y="2899"/>
                  </a:lnTo>
                  <a:lnTo>
                    <a:pt x="1898" y="2869"/>
                  </a:lnTo>
                  <a:lnTo>
                    <a:pt x="2032" y="2809"/>
                  </a:lnTo>
                  <a:lnTo>
                    <a:pt x="2152" y="2749"/>
                  </a:lnTo>
                  <a:lnTo>
                    <a:pt x="2286" y="2674"/>
                  </a:lnTo>
                  <a:lnTo>
                    <a:pt x="2391" y="2600"/>
                  </a:lnTo>
                  <a:lnTo>
                    <a:pt x="2495" y="2495"/>
                  </a:lnTo>
                  <a:lnTo>
                    <a:pt x="2585" y="2391"/>
                  </a:lnTo>
                  <a:lnTo>
                    <a:pt x="2675" y="2286"/>
                  </a:lnTo>
                  <a:lnTo>
                    <a:pt x="2749" y="2167"/>
                  </a:lnTo>
                  <a:lnTo>
                    <a:pt x="2809" y="2032"/>
                  </a:lnTo>
                  <a:lnTo>
                    <a:pt x="2854" y="1898"/>
                  </a:lnTo>
                  <a:lnTo>
                    <a:pt x="2899" y="1763"/>
                  </a:lnTo>
                  <a:lnTo>
                    <a:pt x="2914" y="1614"/>
                  </a:lnTo>
                  <a:lnTo>
                    <a:pt x="2929" y="1464"/>
                  </a:lnTo>
                  <a:lnTo>
                    <a:pt x="2914" y="1315"/>
                  </a:lnTo>
                  <a:lnTo>
                    <a:pt x="2899" y="1166"/>
                  </a:lnTo>
                  <a:lnTo>
                    <a:pt x="2854" y="1031"/>
                  </a:lnTo>
                  <a:lnTo>
                    <a:pt x="2809" y="897"/>
                  </a:lnTo>
                  <a:lnTo>
                    <a:pt x="2749" y="762"/>
                  </a:lnTo>
                  <a:lnTo>
                    <a:pt x="2675" y="643"/>
                  </a:lnTo>
                  <a:lnTo>
                    <a:pt x="2585" y="538"/>
                  </a:lnTo>
                  <a:lnTo>
                    <a:pt x="2495" y="434"/>
                  </a:lnTo>
                  <a:lnTo>
                    <a:pt x="2391" y="329"/>
                  </a:lnTo>
                  <a:lnTo>
                    <a:pt x="2286" y="254"/>
                  </a:lnTo>
                  <a:lnTo>
                    <a:pt x="2152" y="180"/>
                  </a:lnTo>
                  <a:lnTo>
                    <a:pt x="2032" y="120"/>
                  </a:lnTo>
                  <a:lnTo>
                    <a:pt x="1898" y="60"/>
                  </a:lnTo>
                  <a:lnTo>
                    <a:pt x="1748" y="30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4"/>
            <p:cNvSpPr/>
            <p:nvPr/>
          </p:nvSpPr>
          <p:spPr>
            <a:xfrm>
              <a:off x="7231112" y="1775883"/>
              <a:ext cx="262644" cy="19310"/>
            </a:xfrm>
            <a:custGeom>
              <a:avLst/>
              <a:gdLst/>
              <a:ahLst/>
              <a:cxnLst/>
              <a:rect l="l" t="t" r="r" b="b"/>
              <a:pathLst>
                <a:path w="9562" h="703" extrusionOk="0">
                  <a:moveTo>
                    <a:pt x="0" y="1"/>
                  </a:moveTo>
                  <a:lnTo>
                    <a:pt x="0" y="703"/>
                  </a:lnTo>
                  <a:lnTo>
                    <a:pt x="9562" y="703"/>
                  </a:lnTo>
                  <a:lnTo>
                    <a:pt x="956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4"/>
            <p:cNvSpPr/>
            <p:nvPr/>
          </p:nvSpPr>
          <p:spPr>
            <a:xfrm>
              <a:off x="7231112" y="1839908"/>
              <a:ext cx="259348" cy="19310"/>
            </a:xfrm>
            <a:custGeom>
              <a:avLst/>
              <a:gdLst/>
              <a:ahLst/>
              <a:cxnLst/>
              <a:rect l="l" t="t" r="r" b="b"/>
              <a:pathLst>
                <a:path w="9442" h="703" extrusionOk="0">
                  <a:moveTo>
                    <a:pt x="0" y="0"/>
                  </a:moveTo>
                  <a:lnTo>
                    <a:pt x="0" y="702"/>
                  </a:lnTo>
                  <a:lnTo>
                    <a:pt x="9263" y="702"/>
                  </a:lnTo>
                  <a:lnTo>
                    <a:pt x="9367" y="359"/>
                  </a:lnTo>
                  <a:lnTo>
                    <a:pt x="9442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7249981" y="1904317"/>
              <a:ext cx="216279" cy="19310"/>
            </a:xfrm>
            <a:custGeom>
              <a:avLst/>
              <a:gdLst/>
              <a:ahLst/>
              <a:cxnLst/>
              <a:rect l="l" t="t" r="r" b="b"/>
              <a:pathLst>
                <a:path w="7874" h="703" extrusionOk="0">
                  <a:moveTo>
                    <a:pt x="0" y="1"/>
                  </a:moveTo>
                  <a:lnTo>
                    <a:pt x="224" y="359"/>
                  </a:lnTo>
                  <a:lnTo>
                    <a:pt x="449" y="703"/>
                  </a:lnTo>
                  <a:lnTo>
                    <a:pt x="7425" y="703"/>
                  </a:lnTo>
                  <a:lnTo>
                    <a:pt x="7649" y="359"/>
                  </a:lnTo>
                  <a:lnTo>
                    <a:pt x="7874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7303322" y="1968754"/>
              <a:ext cx="109595" cy="19310"/>
            </a:xfrm>
            <a:custGeom>
              <a:avLst/>
              <a:gdLst/>
              <a:ahLst/>
              <a:cxnLst/>
              <a:rect l="l" t="t" r="r" b="b"/>
              <a:pathLst>
                <a:path w="3990" h="703" extrusionOk="0">
                  <a:moveTo>
                    <a:pt x="1" y="0"/>
                  </a:moveTo>
                  <a:lnTo>
                    <a:pt x="240" y="209"/>
                  </a:lnTo>
                  <a:lnTo>
                    <a:pt x="494" y="419"/>
                  </a:lnTo>
                  <a:lnTo>
                    <a:pt x="165" y="702"/>
                  </a:lnTo>
                  <a:lnTo>
                    <a:pt x="3825" y="702"/>
                  </a:lnTo>
                  <a:lnTo>
                    <a:pt x="3496" y="419"/>
                  </a:lnTo>
                  <a:lnTo>
                    <a:pt x="3750" y="209"/>
                  </a:lnTo>
                  <a:lnTo>
                    <a:pt x="3989" y="0"/>
                  </a:lnTo>
                  <a:close/>
                </a:path>
              </a:pathLst>
            </a:custGeom>
            <a:solidFill>
              <a:srgbClr val="FB7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7256546" y="2033163"/>
              <a:ext cx="203150" cy="19310"/>
            </a:xfrm>
            <a:custGeom>
              <a:avLst/>
              <a:gdLst/>
              <a:ahLst/>
              <a:cxnLst/>
              <a:rect l="l" t="t" r="r" b="b"/>
              <a:pathLst>
                <a:path w="7396" h="703" extrusionOk="0">
                  <a:moveTo>
                    <a:pt x="434" y="1"/>
                  </a:moveTo>
                  <a:lnTo>
                    <a:pt x="210" y="344"/>
                  </a:lnTo>
                  <a:lnTo>
                    <a:pt x="0" y="703"/>
                  </a:lnTo>
                  <a:lnTo>
                    <a:pt x="7396" y="703"/>
                  </a:lnTo>
                  <a:lnTo>
                    <a:pt x="7186" y="344"/>
                  </a:lnTo>
                  <a:lnTo>
                    <a:pt x="696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7233556" y="2097600"/>
              <a:ext cx="249130" cy="19310"/>
            </a:xfrm>
            <a:custGeom>
              <a:avLst/>
              <a:gdLst/>
              <a:ahLst/>
              <a:cxnLst/>
              <a:rect l="l" t="t" r="r" b="b"/>
              <a:pathLst>
                <a:path w="9070" h="703" extrusionOk="0">
                  <a:moveTo>
                    <a:pt x="165" y="0"/>
                  </a:moveTo>
                  <a:lnTo>
                    <a:pt x="75" y="344"/>
                  </a:lnTo>
                  <a:lnTo>
                    <a:pt x="1" y="702"/>
                  </a:lnTo>
                  <a:lnTo>
                    <a:pt x="9069" y="702"/>
                  </a:lnTo>
                  <a:lnTo>
                    <a:pt x="8994" y="344"/>
                  </a:lnTo>
                  <a:lnTo>
                    <a:pt x="8905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4"/>
            <p:cNvSpPr/>
            <p:nvPr/>
          </p:nvSpPr>
          <p:spPr>
            <a:xfrm>
              <a:off x="7231524" y="2161597"/>
              <a:ext cx="253195" cy="19310"/>
            </a:xfrm>
            <a:custGeom>
              <a:avLst/>
              <a:gdLst/>
              <a:ahLst/>
              <a:cxnLst/>
              <a:rect l="l" t="t" r="r" b="b"/>
              <a:pathLst>
                <a:path w="9218" h="703" extrusionOk="0">
                  <a:moveTo>
                    <a:pt x="0" y="1"/>
                  </a:moveTo>
                  <a:lnTo>
                    <a:pt x="30" y="359"/>
                  </a:lnTo>
                  <a:lnTo>
                    <a:pt x="90" y="703"/>
                  </a:lnTo>
                  <a:lnTo>
                    <a:pt x="9128" y="703"/>
                  </a:lnTo>
                  <a:lnTo>
                    <a:pt x="9188" y="359"/>
                  </a:lnTo>
                  <a:lnTo>
                    <a:pt x="9218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4"/>
            <p:cNvSpPr/>
            <p:nvPr/>
          </p:nvSpPr>
          <p:spPr>
            <a:xfrm>
              <a:off x="7247921" y="2226033"/>
              <a:ext cx="220399" cy="19310"/>
            </a:xfrm>
            <a:custGeom>
              <a:avLst/>
              <a:gdLst/>
              <a:ahLst/>
              <a:cxnLst/>
              <a:rect l="l" t="t" r="r" b="b"/>
              <a:pathLst>
                <a:path w="8024" h="703" extrusionOk="0">
                  <a:moveTo>
                    <a:pt x="1" y="0"/>
                  </a:moveTo>
                  <a:lnTo>
                    <a:pt x="165" y="359"/>
                  </a:lnTo>
                  <a:lnTo>
                    <a:pt x="359" y="702"/>
                  </a:lnTo>
                  <a:lnTo>
                    <a:pt x="7665" y="702"/>
                  </a:lnTo>
                  <a:lnTo>
                    <a:pt x="7859" y="359"/>
                  </a:lnTo>
                  <a:lnTo>
                    <a:pt x="8023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4"/>
            <p:cNvSpPr/>
            <p:nvPr/>
          </p:nvSpPr>
          <p:spPr>
            <a:xfrm>
              <a:off x="7290605" y="2290443"/>
              <a:ext cx="135030" cy="19310"/>
            </a:xfrm>
            <a:custGeom>
              <a:avLst/>
              <a:gdLst/>
              <a:ahLst/>
              <a:cxnLst/>
              <a:rect l="l" t="t" r="r" b="b"/>
              <a:pathLst>
                <a:path w="4916" h="703" extrusionOk="0">
                  <a:moveTo>
                    <a:pt x="0" y="1"/>
                  </a:moveTo>
                  <a:lnTo>
                    <a:pt x="344" y="359"/>
                  </a:lnTo>
                  <a:lnTo>
                    <a:pt x="718" y="703"/>
                  </a:lnTo>
                  <a:lnTo>
                    <a:pt x="4198" y="703"/>
                  </a:lnTo>
                  <a:lnTo>
                    <a:pt x="4572" y="359"/>
                  </a:lnTo>
                  <a:lnTo>
                    <a:pt x="4916" y="1"/>
                  </a:lnTo>
                  <a:close/>
                </a:path>
              </a:pathLst>
            </a:custGeom>
            <a:solidFill>
              <a:srgbClr val="FB7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7251629" y="2354879"/>
              <a:ext cx="212983" cy="19310"/>
            </a:xfrm>
            <a:custGeom>
              <a:avLst/>
              <a:gdLst/>
              <a:ahLst/>
              <a:cxnLst/>
              <a:rect l="l" t="t" r="r" b="b"/>
              <a:pathLst>
                <a:path w="7754" h="703" extrusionOk="0">
                  <a:moveTo>
                    <a:pt x="613" y="0"/>
                  </a:moveTo>
                  <a:lnTo>
                    <a:pt x="299" y="344"/>
                  </a:lnTo>
                  <a:lnTo>
                    <a:pt x="0" y="702"/>
                  </a:lnTo>
                  <a:lnTo>
                    <a:pt x="7754" y="702"/>
                  </a:lnTo>
                  <a:lnTo>
                    <a:pt x="7455" y="344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7231112" y="2419288"/>
              <a:ext cx="270033" cy="19310"/>
            </a:xfrm>
            <a:custGeom>
              <a:avLst/>
              <a:gdLst/>
              <a:ahLst/>
              <a:cxnLst/>
              <a:rect l="l" t="t" r="r" b="b"/>
              <a:pathLst>
                <a:path w="9831" h="703" extrusionOk="0">
                  <a:moveTo>
                    <a:pt x="0" y="1"/>
                  </a:moveTo>
                  <a:lnTo>
                    <a:pt x="0" y="703"/>
                  </a:lnTo>
                  <a:lnTo>
                    <a:pt x="9830" y="703"/>
                  </a:lnTo>
                  <a:lnTo>
                    <a:pt x="9696" y="344"/>
                  </a:lnTo>
                  <a:lnTo>
                    <a:pt x="953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7231112" y="2483313"/>
              <a:ext cx="281514" cy="19310"/>
            </a:xfrm>
            <a:custGeom>
              <a:avLst/>
              <a:gdLst/>
              <a:ahLst/>
              <a:cxnLst/>
              <a:rect l="l" t="t" r="r" b="b"/>
              <a:pathLst>
                <a:path w="10249" h="703" extrusionOk="0">
                  <a:moveTo>
                    <a:pt x="0" y="0"/>
                  </a:moveTo>
                  <a:lnTo>
                    <a:pt x="0" y="703"/>
                  </a:lnTo>
                  <a:lnTo>
                    <a:pt x="10249" y="703"/>
                  </a:lnTo>
                  <a:lnTo>
                    <a:pt x="10234" y="359"/>
                  </a:lnTo>
                  <a:lnTo>
                    <a:pt x="10204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4"/>
            <p:cNvSpPr/>
            <p:nvPr/>
          </p:nvSpPr>
          <p:spPr>
            <a:xfrm>
              <a:off x="7203618" y="1699142"/>
              <a:ext cx="281514" cy="885168"/>
            </a:xfrm>
            <a:custGeom>
              <a:avLst/>
              <a:gdLst/>
              <a:ahLst/>
              <a:cxnLst/>
              <a:rect l="l" t="t" r="r" b="b"/>
              <a:pathLst>
                <a:path w="10249" h="32226" extrusionOk="0">
                  <a:moveTo>
                    <a:pt x="1494" y="1"/>
                  </a:moveTo>
                  <a:lnTo>
                    <a:pt x="1405" y="16"/>
                  </a:lnTo>
                  <a:lnTo>
                    <a:pt x="1240" y="76"/>
                  </a:lnTo>
                  <a:lnTo>
                    <a:pt x="1091" y="150"/>
                  </a:lnTo>
                  <a:lnTo>
                    <a:pt x="956" y="270"/>
                  </a:lnTo>
                  <a:lnTo>
                    <a:pt x="852" y="389"/>
                  </a:lnTo>
                  <a:lnTo>
                    <a:pt x="762" y="554"/>
                  </a:lnTo>
                  <a:lnTo>
                    <a:pt x="717" y="718"/>
                  </a:lnTo>
                  <a:lnTo>
                    <a:pt x="702" y="808"/>
                  </a:lnTo>
                  <a:lnTo>
                    <a:pt x="687" y="897"/>
                  </a:lnTo>
                  <a:lnTo>
                    <a:pt x="687" y="3885"/>
                  </a:lnTo>
                  <a:lnTo>
                    <a:pt x="717" y="4363"/>
                  </a:lnTo>
                  <a:lnTo>
                    <a:pt x="762" y="4841"/>
                  </a:lnTo>
                  <a:lnTo>
                    <a:pt x="852" y="5319"/>
                  </a:lnTo>
                  <a:lnTo>
                    <a:pt x="971" y="5797"/>
                  </a:lnTo>
                  <a:lnTo>
                    <a:pt x="1121" y="6261"/>
                  </a:lnTo>
                  <a:lnTo>
                    <a:pt x="1315" y="6724"/>
                  </a:lnTo>
                  <a:lnTo>
                    <a:pt x="1524" y="7172"/>
                  </a:lnTo>
                  <a:lnTo>
                    <a:pt x="1778" y="7620"/>
                  </a:lnTo>
                  <a:lnTo>
                    <a:pt x="2062" y="8053"/>
                  </a:lnTo>
                  <a:lnTo>
                    <a:pt x="2361" y="8472"/>
                  </a:lnTo>
                  <a:lnTo>
                    <a:pt x="2704" y="8890"/>
                  </a:lnTo>
                  <a:lnTo>
                    <a:pt x="3078" y="9293"/>
                  </a:lnTo>
                  <a:lnTo>
                    <a:pt x="3466" y="9682"/>
                  </a:lnTo>
                  <a:lnTo>
                    <a:pt x="3899" y="10055"/>
                  </a:lnTo>
                  <a:lnTo>
                    <a:pt x="4348" y="10414"/>
                  </a:lnTo>
                  <a:lnTo>
                    <a:pt x="4826" y="10757"/>
                  </a:lnTo>
                  <a:lnTo>
                    <a:pt x="5110" y="10952"/>
                  </a:lnTo>
                  <a:lnTo>
                    <a:pt x="5513" y="11221"/>
                  </a:lnTo>
                  <a:lnTo>
                    <a:pt x="5871" y="11519"/>
                  </a:lnTo>
                  <a:lnTo>
                    <a:pt x="6230" y="11818"/>
                  </a:lnTo>
                  <a:lnTo>
                    <a:pt x="6544" y="12117"/>
                  </a:lnTo>
                  <a:lnTo>
                    <a:pt x="6843" y="12446"/>
                  </a:lnTo>
                  <a:lnTo>
                    <a:pt x="7126" y="12759"/>
                  </a:lnTo>
                  <a:lnTo>
                    <a:pt x="7365" y="13103"/>
                  </a:lnTo>
                  <a:lnTo>
                    <a:pt x="7604" y="13432"/>
                  </a:lnTo>
                  <a:lnTo>
                    <a:pt x="7799" y="13775"/>
                  </a:lnTo>
                  <a:lnTo>
                    <a:pt x="7978" y="14134"/>
                  </a:lnTo>
                  <a:lnTo>
                    <a:pt x="8127" y="14492"/>
                  </a:lnTo>
                  <a:lnTo>
                    <a:pt x="8247" y="14851"/>
                  </a:lnTo>
                  <a:lnTo>
                    <a:pt x="8337" y="15224"/>
                  </a:lnTo>
                  <a:lnTo>
                    <a:pt x="8411" y="15583"/>
                  </a:lnTo>
                  <a:lnTo>
                    <a:pt x="8456" y="15956"/>
                  </a:lnTo>
                  <a:lnTo>
                    <a:pt x="8456" y="16330"/>
                  </a:lnTo>
                  <a:lnTo>
                    <a:pt x="8456" y="16703"/>
                  </a:lnTo>
                  <a:lnTo>
                    <a:pt x="8411" y="17077"/>
                  </a:lnTo>
                  <a:lnTo>
                    <a:pt x="8337" y="17450"/>
                  </a:lnTo>
                  <a:lnTo>
                    <a:pt x="8247" y="17824"/>
                  </a:lnTo>
                  <a:lnTo>
                    <a:pt x="8127" y="18182"/>
                  </a:lnTo>
                  <a:lnTo>
                    <a:pt x="7978" y="18541"/>
                  </a:lnTo>
                  <a:lnTo>
                    <a:pt x="7799" y="18885"/>
                  </a:lnTo>
                  <a:lnTo>
                    <a:pt x="7604" y="19228"/>
                  </a:lnTo>
                  <a:lnTo>
                    <a:pt x="7365" y="19572"/>
                  </a:lnTo>
                  <a:lnTo>
                    <a:pt x="7126" y="19900"/>
                  </a:lnTo>
                  <a:lnTo>
                    <a:pt x="6843" y="20229"/>
                  </a:lnTo>
                  <a:lnTo>
                    <a:pt x="6544" y="20543"/>
                  </a:lnTo>
                  <a:lnTo>
                    <a:pt x="6230" y="20857"/>
                  </a:lnTo>
                  <a:lnTo>
                    <a:pt x="5871" y="21155"/>
                  </a:lnTo>
                  <a:lnTo>
                    <a:pt x="5513" y="21439"/>
                  </a:lnTo>
                  <a:lnTo>
                    <a:pt x="5110" y="21723"/>
                  </a:lnTo>
                  <a:lnTo>
                    <a:pt x="4138" y="22380"/>
                  </a:lnTo>
                  <a:lnTo>
                    <a:pt x="3660" y="22724"/>
                  </a:lnTo>
                  <a:lnTo>
                    <a:pt x="3212" y="23083"/>
                  </a:lnTo>
                  <a:lnTo>
                    <a:pt x="2779" y="23456"/>
                  </a:lnTo>
                  <a:lnTo>
                    <a:pt x="2391" y="23844"/>
                  </a:lnTo>
                  <a:lnTo>
                    <a:pt x="2017" y="24248"/>
                  </a:lnTo>
                  <a:lnTo>
                    <a:pt x="1673" y="24666"/>
                  </a:lnTo>
                  <a:lnTo>
                    <a:pt x="1360" y="25084"/>
                  </a:lnTo>
                  <a:lnTo>
                    <a:pt x="1091" y="25518"/>
                  </a:lnTo>
                  <a:lnTo>
                    <a:pt x="837" y="25966"/>
                  </a:lnTo>
                  <a:lnTo>
                    <a:pt x="613" y="26414"/>
                  </a:lnTo>
                  <a:lnTo>
                    <a:pt x="433" y="26877"/>
                  </a:lnTo>
                  <a:lnTo>
                    <a:pt x="284" y="27340"/>
                  </a:lnTo>
                  <a:lnTo>
                    <a:pt x="165" y="27818"/>
                  </a:lnTo>
                  <a:lnTo>
                    <a:pt x="75" y="28296"/>
                  </a:lnTo>
                  <a:lnTo>
                    <a:pt x="15" y="28774"/>
                  </a:lnTo>
                  <a:lnTo>
                    <a:pt x="0" y="29253"/>
                  </a:lnTo>
                  <a:lnTo>
                    <a:pt x="0" y="31329"/>
                  </a:lnTo>
                  <a:lnTo>
                    <a:pt x="15" y="31419"/>
                  </a:lnTo>
                  <a:lnTo>
                    <a:pt x="15" y="31508"/>
                  </a:lnTo>
                  <a:lnTo>
                    <a:pt x="75" y="31673"/>
                  </a:lnTo>
                  <a:lnTo>
                    <a:pt x="165" y="31837"/>
                  </a:lnTo>
                  <a:lnTo>
                    <a:pt x="269" y="31957"/>
                  </a:lnTo>
                  <a:lnTo>
                    <a:pt x="404" y="32076"/>
                  </a:lnTo>
                  <a:lnTo>
                    <a:pt x="553" y="32151"/>
                  </a:lnTo>
                  <a:lnTo>
                    <a:pt x="717" y="32211"/>
                  </a:lnTo>
                  <a:lnTo>
                    <a:pt x="807" y="32226"/>
                  </a:lnTo>
                  <a:lnTo>
                    <a:pt x="986" y="32226"/>
                  </a:lnTo>
                  <a:lnTo>
                    <a:pt x="1076" y="32211"/>
                  </a:lnTo>
                  <a:lnTo>
                    <a:pt x="1255" y="32151"/>
                  </a:lnTo>
                  <a:lnTo>
                    <a:pt x="1405" y="32076"/>
                  </a:lnTo>
                  <a:lnTo>
                    <a:pt x="1539" y="31957"/>
                  </a:lnTo>
                  <a:lnTo>
                    <a:pt x="1644" y="31837"/>
                  </a:lnTo>
                  <a:lnTo>
                    <a:pt x="1733" y="31673"/>
                  </a:lnTo>
                  <a:lnTo>
                    <a:pt x="1778" y="31508"/>
                  </a:lnTo>
                  <a:lnTo>
                    <a:pt x="1793" y="31419"/>
                  </a:lnTo>
                  <a:lnTo>
                    <a:pt x="1793" y="31329"/>
                  </a:lnTo>
                  <a:lnTo>
                    <a:pt x="1793" y="29253"/>
                  </a:lnTo>
                  <a:lnTo>
                    <a:pt x="1808" y="28879"/>
                  </a:lnTo>
                  <a:lnTo>
                    <a:pt x="1853" y="28506"/>
                  </a:lnTo>
                  <a:lnTo>
                    <a:pt x="1927" y="28132"/>
                  </a:lnTo>
                  <a:lnTo>
                    <a:pt x="2017" y="27774"/>
                  </a:lnTo>
                  <a:lnTo>
                    <a:pt x="2137" y="27415"/>
                  </a:lnTo>
                  <a:lnTo>
                    <a:pt x="2286" y="27056"/>
                  </a:lnTo>
                  <a:lnTo>
                    <a:pt x="2465" y="26698"/>
                  </a:lnTo>
                  <a:lnTo>
                    <a:pt x="2659" y="26354"/>
                  </a:lnTo>
                  <a:lnTo>
                    <a:pt x="2884" y="26026"/>
                  </a:lnTo>
                  <a:lnTo>
                    <a:pt x="3138" y="25682"/>
                  </a:lnTo>
                  <a:lnTo>
                    <a:pt x="3406" y="25368"/>
                  </a:lnTo>
                  <a:lnTo>
                    <a:pt x="3705" y="25040"/>
                  </a:lnTo>
                  <a:lnTo>
                    <a:pt x="4034" y="24741"/>
                  </a:lnTo>
                  <a:lnTo>
                    <a:pt x="4378" y="24442"/>
                  </a:lnTo>
                  <a:lnTo>
                    <a:pt x="4751" y="24143"/>
                  </a:lnTo>
                  <a:lnTo>
                    <a:pt x="5154" y="23874"/>
                  </a:lnTo>
                  <a:lnTo>
                    <a:pt x="6125" y="23202"/>
                  </a:lnTo>
                  <a:lnTo>
                    <a:pt x="6604" y="22858"/>
                  </a:lnTo>
                  <a:lnTo>
                    <a:pt x="7052" y="22500"/>
                  </a:lnTo>
                  <a:lnTo>
                    <a:pt x="7470" y="22126"/>
                  </a:lnTo>
                  <a:lnTo>
                    <a:pt x="7873" y="21753"/>
                  </a:lnTo>
                  <a:lnTo>
                    <a:pt x="8247" y="21350"/>
                  </a:lnTo>
                  <a:lnTo>
                    <a:pt x="8590" y="20931"/>
                  </a:lnTo>
                  <a:lnTo>
                    <a:pt x="8889" y="20513"/>
                  </a:lnTo>
                  <a:lnTo>
                    <a:pt x="9173" y="20065"/>
                  </a:lnTo>
                  <a:lnTo>
                    <a:pt x="9427" y="19631"/>
                  </a:lnTo>
                  <a:lnTo>
                    <a:pt x="9636" y="19168"/>
                  </a:lnTo>
                  <a:lnTo>
                    <a:pt x="9830" y="18720"/>
                  </a:lnTo>
                  <a:lnTo>
                    <a:pt x="9980" y="18242"/>
                  </a:lnTo>
                  <a:lnTo>
                    <a:pt x="10099" y="17779"/>
                  </a:lnTo>
                  <a:lnTo>
                    <a:pt x="10189" y="17301"/>
                  </a:lnTo>
                  <a:lnTo>
                    <a:pt x="10234" y="16823"/>
                  </a:lnTo>
                  <a:lnTo>
                    <a:pt x="10249" y="16330"/>
                  </a:lnTo>
                  <a:lnTo>
                    <a:pt x="10234" y="15852"/>
                  </a:lnTo>
                  <a:lnTo>
                    <a:pt x="10189" y="15374"/>
                  </a:lnTo>
                  <a:lnTo>
                    <a:pt x="10099" y="14896"/>
                  </a:lnTo>
                  <a:lnTo>
                    <a:pt x="9980" y="14418"/>
                  </a:lnTo>
                  <a:lnTo>
                    <a:pt x="9830" y="13954"/>
                  </a:lnTo>
                  <a:lnTo>
                    <a:pt x="9636" y="13491"/>
                  </a:lnTo>
                  <a:lnTo>
                    <a:pt x="9427" y="13043"/>
                  </a:lnTo>
                  <a:lnTo>
                    <a:pt x="9173" y="12595"/>
                  </a:lnTo>
                  <a:lnTo>
                    <a:pt x="8889" y="12162"/>
                  </a:lnTo>
                  <a:lnTo>
                    <a:pt x="8590" y="11743"/>
                  </a:lnTo>
                  <a:lnTo>
                    <a:pt x="8247" y="11325"/>
                  </a:lnTo>
                  <a:lnTo>
                    <a:pt x="7873" y="10922"/>
                  </a:lnTo>
                  <a:lnTo>
                    <a:pt x="7470" y="10533"/>
                  </a:lnTo>
                  <a:lnTo>
                    <a:pt x="7052" y="10160"/>
                  </a:lnTo>
                  <a:lnTo>
                    <a:pt x="6604" y="9801"/>
                  </a:lnTo>
                  <a:lnTo>
                    <a:pt x="6125" y="9458"/>
                  </a:lnTo>
                  <a:lnTo>
                    <a:pt x="5842" y="9278"/>
                  </a:lnTo>
                  <a:lnTo>
                    <a:pt x="5438" y="8995"/>
                  </a:lnTo>
                  <a:lnTo>
                    <a:pt x="5080" y="8696"/>
                  </a:lnTo>
                  <a:lnTo>
                    <a:pt x="4721" y="8397"/>
                  </a:lnTo>
                  <a:lnTo>
                    <a:pt x="4407" y="8098"/>
                  </a:lnTo>
                  <a:lnTo>
                    <a:pt x="4109" y="7770"/>
                  </a:lnTo>
                  <a:lnTo>
                    <a:pt x="3825" y="7456"/>
                  </a:lnTo>
                  <a:lnTo>
                    <a:pt x="3571" y="7112"/>
                  </a:lnTo>
                  <a:lnTo>
                    <a:pt x="3347" y="6784"/>
                  </a:lnTo>
                  <a:lnTo>
                    <a:pt x="3152" y="6440"/>
                  </a:lnTo>
                  <a:lnTo>
                    <a:pt x="2973" y="6081"/>
                  </a:lnTo>
                  <a:lnTo>
                    <a:pt x="2824" y="5723"/>
                  </a:lnTo>
                  <a:lnTo>
                    <a:pt x="2704" y="5364"/>
                  </a:lnTo>
                  <a:lnTo>
                    <a:pt x="2615" y="5006"/>
                  </a:lnTo>
                  <a:lnTo>
                    <a:pt x="2540" y="4632"/>
                  </a:lnTo>
                  <a:lnTo>
                    <a:pt x="2495" y="4259"/>
                  </a:lnTo>
                  <a:lnTo>
                    <a:pt x="2480" y="3885"/>
                  </a:lnTo>
                  <a:lnTo>
                    <a:pt x="2480" y="897"/>
                  </a:lnTo>
                  <a:lnTo>
                    <a:pt x="2480" y="808"/>
                  </a:lnTo>
                  <a:lnTo>
                    <a:pt x="2465" y="718"/>
                  </a:lnTo>
                  <a:lnTo>
                    <a:pt x="2420" y="554"/>
                  </a:lnTo>
                  <a:lnTo>
                    <a:pt x="2331" y="389"/>
                  </a:lnTo>
                  <a:lnTo>
                    <a:pt x="2226" y="270"/>
                  </a:lnTo>
                  <a:lnTo>
                    <a:pt x="2092" y="150"/>
                  </a:lnTo>
                  <a:lnTo>
                    <a:pt x="1942" y="76"/>
                  </a:lnTo>
                  <a:lnTo>
                    <a:pt x="1778" y="16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4"/>
            <p:cNvSpPr/>
            <p:nvPr/>
          </p:nvSpPr>
          <p:spPr>
            <a:xfrm>
              <a:off x="7231112" y="1699142"/>
              <a:ext cx="281514" cy="885168"/>
            </a:xfrm>
            <a:custGeom>
              <a:avLst/>
              <a:gdLst/>
              <a:ahLst/>
              <a:cxnLst/>
              <a:rect l="l" t="t" r="r" b="b"/>
              <a:pathLst>
                <a:path w="10249" h="32226" extrusionOk="0">
                  <a:moveTo>
                    <a:pt x="8561" y="1"/>
                  </a:moveTo>
                  <a:lnTo>
                    <a:pt x="8471" y="16"/>
                  </a:lnTo>
                  <a:lnTo>
                    <a:pt x="8307" y="76"/>
                  </a:lnTo>
                  <a:lnTo>
                    <a:pt x="8157" y="150"/>
                  </a:lnTo>
                  <a:lnTo>
                    <a:pt x="8023" y="270"/>
                  </a:lnTo>
                  <a:lnTo>
                    <a:pt x="7918" y="389"/>
                  </a:lnTo>
                  <a:lnTo>
                    <a:pt x="7829" y="554"/>
                  </a:lnTo>
                  <a:lnTo>
                    <a:pt x="7784" y="718"/>
                  </a:lnTo>
                  <a:lnTo>
                    <a:pt x="7769" y="808"/>
                  </a:lnTo>
                  <a:lnTo>
                    <a:pt x="7769" y="897"/>
                  </a:lnTo>
                  <a:lnTo>
                    <a:pt x="7769" y="3885"/>
                  </a:lnTo>
                  <a:lnTo>
                    <a:pt x="7754" y="4259"/>
                  </a:lnTo>
                  <a:lnTo>
                    <a:pt x="7709" y="4632"/>
                  </a:lnTo>
                  <a:lnTo>
                    <a:pt x="7634" y="5006"/>
                  </a:lnTo>
                  <a:lnTo>
                    <a:pt x="7545" y="5364"/>
                  </a:lnTo>
                  <a:lnTo>
                    <a:pt x="7425" y="5723"/>
                  </a:lnTo>
                  <a:lnTo>
                    <a:pt x="7276" y="6081"/>
                  </a:lnTo>
                  <a:lnTo>
                    <a:pt x="7096" y="6440"/>
                  </a:lnTo>
                  <a:lnTo>
                    <a:pt x="6902" y="6784"/>
                  </a:lnTo>
                  <a:lnTo>
                    <a:pt x="6678" y="7112"/>
                  </a:lnTo>
                  <a:lnTo>
                    <a:pt x="6424" y="7456"/>
                  </a:lnTo>
                  <a:lnTo>
                    <a:pt x="6140" y="7770"/>
                  </a:lnTo>
                  <a:lnTo>
                    <a:pt x="5842" y="8098"/>
                  </a:lnTo>
                  <a:lnTo>
                    <a:pt x="5528" y="8397"/>
                  </a:lnTo>
                  <a:lnTo>
                    <a:pt x="5169" y="8696"/>
                  </a:lnTo>
                  <a:lnTo>
                    <a:pt x="4811" y="8995"/>
                  </a:lnTo>
                  <a:lnTo>
                    <a:pt x="4407" y="9278"/>
                  </a:lnTo>
                  <a:lnTo>
                    <a:pt x="4123" y="9458"/>
                  </a:lnTo>
                  <a:lnTo>
                    <a:pt x="3645" y="9801"/>
                  </a:lnTo>
                  <a:lnTo>
                    <a:pt x="3197" y="10160"/>
                  </a:lnTo>
                  <a:lnTo>
                    <a:pt x="2779" y="10533"/>
                  </a:lnTo>
                  <a:lnTo>
                    <a:pt x="2376" y="10922"/>
                  </a:lnTo>
                  <a:lnTo>
                    <a:pt x="2002" y="11325"/>
                  </a:lnTo>
                  <a:lnTo>
                    <a:pt x="1673" y="11743"/>
                  </a:lnTo>
                  <a:lnTo>
                    <a:pt x="1360" y="12162"/>
                  </a:lnTo>
                  <a:lnTo>
                    <a:pt x="1076" y="12595"/>
                  </a:lnTo>
                  <a:lnTo>
                    <a:pt x="822" y="13043"/>
                  </a:lnTo>
                  <a:lnTo>
                    <a:pt x="613" y="13491"/>
                  </a:lnTo>
                  <a:lnTo>
                    <a:pt x="418" y="13954"/>
                  </a:lnTo>
                  <a:lnTo>
                    <a:pt x="269" y="14418"/>
                  </a:lnTo>
                  <a:lnTo>
                    <a:pt x="150" y="14896"/>
                  </a:lnTo>
                  <a:lnTo>
                    <a:pt x="60" y="15374"/>
                  </a:lnTo>
                  <a:lnTo>
                    <a:pt x="15" y="15852"/>
                  </a:lnTo>
                  <a:lnTo>
                    <a:pt x="0" y="16330"/>
                  </a:lnTo>
                  <a:lnTo>
                    <a:pt x="15" y="16823"/>
                  </a:lnTo>
                  <a:lnTo>
                    <a:pt x="60" y="17301"/>
                  </a:lnTo>
                  <a:lnTo>
                    <a:pt x="150" y="17779"/>
                  </a:lnTo>
                  <a:lnTo>
                    <a:pt x="269" y="18242"/>
                  </a:lnTo>
                  <a:lnTo>
                    <a:pt x="418" y="18720"/>
                  </a:lnTo>
                  <a:lnTo>
                    <a:pt x="613" y="19168"/>
                  </a:lnTo>
                  <a:lnTo>
                    <a:pt x="822" y="19631"/>
                  </a:lnTo>
                  <a:lnTo>
                    <a:pt x="1076" y="20065"/>
                  </a:lnTo>
                  <a:lnTo>
                    <a:pt x="1360" y="20513"/>
                  </a:lnTo>
                  <a:lnTo>
                    <a:pt x="1673" y="20931"/>
                  </a:lnTo>
                  <a:lnTo>
                    <a:pt x="2002" y="21350"/>
                  </a:lnTo>
                  <a:lnTo>
                    <a:pt x="2376" y="21753"/>
                  </a:lnTo>
                  <a:lnTo>
                    <a:pt x="2779" y="22126"/>
                  </a:lnTo>
                  <a:lnTo>
                    <a:pt x="3197" y="22500"/>
                  </a:lnTo>
                  <a:lnTo>
                    <a:pt x="3645" y="22858"/>
                  </a:lnTo>
                  <a:lnTo>
                    <a:pt x="4123" y="23202"/>
                  </a:lnTo>
                  <a:lnTo>
                    <a:pt x="5095" y="23874"/>
                  </a:lnTo>
                  <a:lnTo>
                    <a:pt x="5498" y="24143"/>
                  </a:lnTo>
                  <a:lnTo>
                    <a:pt x="5871" y="24442"/>
                  </a:lnTo>
                  <a:lnTo>
                    <a:pt x="6215" y="24741"/>
                  </a:lnTo>
                  <a:lnTo>
                    <a:pt x="6544" y="25040"/>
                  </a:lnTo>
                  <a:lnTo>
                    <a:pt x="6843" y="25368"/>
                  </a:lnTo>
                  <a:lnTo>
                    <a:pt x="7111" y="25682"/>
                  </a:lnTo>
                  <a:lnTo>
                    <a:pt x="7365" y="26026"/>
                  </a:lnTo>
                  <a:lnTo>
                    <a:pt x="7589" y="26354"/>
                  </a:lnTo>
                  <a:lnTo>
                    <a:pt x="7784" y="26698"/>
                  </a:lnTo>
                  <a:lnTo>
                    <a:pt x="7963" y="27056"/>
                  </a:lnTo>
                  <a:lnTo>
                    <a:pt x="8112" y="27415"/>
                  </a:lnTo>
                  <a:lnTo>
                    <a:pt x="8232" y="27774"/>
                  </a:lnTo>
                  <a:lnTo>
                    <a:pt x="8322" y="28132"/>
                  </a:lnTo>
                  <a:lnTo>
                    <a:pt x="8396" y="28506"/>
                  </a:lnTo>
                  <a:lnTo>
                    <a:pt x="8441" y="28879"/>
                  </a:lnTo>
                  <a:lnTo>
                    <a:pt x="8456" y="29253"/>
                  </a:lnTo>
                  <a:lnTo>
                    <a:pt x="8456" y="31329"/>
                  </a:lnTo>
                  <a:lnTo>
                    <a:pt x="8456" y="31419"/>
                  </a:lnTo>
                  <a:lnTo>
                    <a:pt x="8471" y="31508"/>
                  </a:lnTo>
                  <a:lnTo>
                    <a:pt x="8516" y="31673"/>
                  </a:lnTo>
                  <a:lnTo>
                    <a:pt x="8605" y="31837"/>
                  </a:lnTo>
                  <a:lnTo>
                    <a:pt x="8710" y="31957"/>
                  </a:lnTo>
                  <a:lnTo>
                    <a:pt x="8844" y="32076"/>
                  </a:lnTo>
                  <a:lnTo>
                    <a:pt x="8994" y="32151"/>
                  </a:lnTo>
                  <a:lnTo>
                    <a:pt x="9173" y="32211"/>
                  </a:lnTo>
                  <a:lnTo>
                    <a:pt x="9263" y="32226"/>
                  </a:lnTo>
                  <a:lnTo>
                    <a:pt x="9442" y="32226"/>
                  </a:lnTo>
                  <a:lnTo>
                    <a:pt x="9532" y="32211"/>
                  </a:lnTo>
                  <a:lnTo>
                    <a:pt x="9696" y="32151"/>
                  </a:lnTo>
                  <a:lnTo>
                    <a:pt x="9845" y="32076"/>
                  </a:lnTo>
                  <a:lnTo>
                    <a:pt x="9980" y="31957"/>
                  </a:lnTo>
                  <a:lnTo>
                    <a:pt x="10099" y="31837"/>
                  </a:lnTo>
                  <a:lnTo>
                    <a:pt x="10174" y="31673"/>
                  </a:lnTo>
                  <a:lnTo>
                    <a:pt x="10234" y="31508"/>
                  </a:lnTo>
                  <a:lnTo>
                    <a:pt x="10234" y="31419"/>
                  </a:lnTo>
                  <a:lnTo>
                    <a:pt x="10249" y="31329"/>
                  </a:lnTo>
                  <a:lnTo>
                    <a:pt x="10249" y="29253"/>
                  </a:lnTo>
                  <a:lnTo>
                    <a:pt x="10234" y="28774"/>
                  </a:lnTo>
                  <a:lnTo>
                    <a:pt x="10174" y="28296"/>
                  </a:lnTo>
                  <a:lnTo>
                    <a:pt x="10084" y="27818"/>
                  </a:lnTo>
                  <a:lnTo>
                    <a:pt x="9965" y="27340"/>
                  </a:lnTo>
                  <a:lnTo>
                    <a:pt x="9815" y="26877"/>
                  </a:lnTo>
                  <a:lnTo>
                    <a:pt x="9636" y="26414"/>
                  </a:lnTo>
                  <a:lnTo>
                    <a:pt x="9412" y="25966"/>
                  </a:lnTo>
                  <a:lnTo>
                    <a:pt x="9158" y="25518"/>
                  </a:lnTo>
                  <a:lnTo>
                    <a:pt x="8889" y="25084"/>
                  </a:lnTo>
                  <a:lnTo>
                    <a:pt x="8576" y="24666"/>
                  </a:lnTo>
                  <a:lnTo>
                    <a:pt x="8232" y="24248"/>
                  </a:lnTo>
                  <a:lnTo>
                    <a:pt x="7858" y="23844"/>
                  </a:lnTo>
                  <a:lnTo>
                    <a:pt x="7470" y="23456"/>
                  </a:lnTo>
                  <a:lnTo>
                    <a:pt x="7037" y="23083"/>
                  </a:lnTo>
                  <a:lnTo>
                    <a:pt x="6589" y="22724"/>
                  </a:lnTo>
                  <a:lnTo>
                    <a:pt x="6110" y="22380"/>
                  </a:lnTo>
                  <a:lnTo>
                    <a:pt x="5139" y="21723"/>
                  </a:lnTo>
                  <a:lnTo>
                    <a:pt x="4751" y="21439"/>
                  </a:lnTo>
                  <a:lnTo>
                    <a:pt x="4377" y="21155"/>
                  </a:lnTo>
                  <a:lnTo>
                    <a:pt x="4019" y="20857"/>
                  </a:lnTo>
                  <a:lnTo>
                    <a:pt x="3705" y="20543"/>
                  </a:lnTo>
                  <a:lnTo>
                    <a:pt x="3406" y="20229"/>
                  </a:lnTo>
                  <a:lnTo>
                    <a:pt x="3123" y="19900"/>
                  </a:lnTo>
                  <a:lnTo>
                    <a:pt x="2884" y="19572"/>
                  </a:lnTo>
                  <a:lnTo>
                    <a:pt x="2644" y="19228"/>
                  </a:lnTo>
                  <a:lnTo>
                    <a:pt x="2450" y="18885"/>
                  </a:lnTo>
                  <a:lnTo>
                    <a:pt x="2271" y="18541"/>
                  </a:lnTo>
                  <a:lnTo>
                    <a:pt x="2122" y="18182"/>
                  </a:lnTo>
                  <a:lnTo>
                    <a:pt x="2002" y="17824"/>
                  </a:lnTo>
                  <a:lnTo>
                    <a:pt x="1912" y="17450"/>
                  </a:lnTo>
                  <a:lnTo>
                    <a:pt x="1838" y="17077"/>
                  </a:lnTo>
                  <a:lnTo>
                    <a:pt x="1808" y="16703"/>
                  </a:lnTo>
                  <a:lnTo>
                    <a:pt x="1793" y="16330"/>
                  </a:lnTo>
                  <a:lnTo>
                    <a:pt x="1808" y="15956"/>
                  </a:lnTo>
                  <a:lnTo>
                    <a:pt x="1838" y="15583"/>
                  </a:lnTo>
                  <a:lnTo>
                    <a:pt x="1912" y="15224"/>
                  </a:lnTo>
                  <a:lnTo>
                    <a:pt x="2002" y="14851"/>
                  </a:lnTo>
                  <a:lnTo>
                    <a:pt x="2122" y="14492"/>
                  </a:lnTo>
                  <a:lnTo>
                    <a:pt x="2271" y="14134"/>
                  </a:lnTo>
                  <a:lnTo>
                    <a:pt x="2450" y="13775"/>
                  </a:lnTo>
                  <a:lnTo>
                    <a:pt x="2644" y="13432"/>
                  </a:lnTo>
                  <a:lnTo>
                    <a:pt x="2884" y="13103"/>
                  </a:lnTo>
                  <a:lnTo>
                    <a:pt x="3123" y="12759"/>
                  </a:lnTo>
                  <a:lnTo>
                    <a:pt x="3406" y="12446"/>
                  </a:lnTo>
                  <a:lnTo>
                    <a:pt x="3705" y="12117"/>
                  </a:lnTo>
                  <a:lnTo>
                    <a:pt x="4019" y="11818"/>
                  </a:lnTo>
                  <a:lnTo>
                    <a:pt x="4377" y="11519"/>
                  </a:lnTo>
                  <a:lnTo>
                    <a:pt x="4751" y="11221"/>
                  </a:lnTo>
                  <a:lnTo>
                    <a:pt x="5139" y="10952"/>
                  </a:lnTo>
                  <a:lnTo>
                    <a:pt x="5423" y="10757"/>
                  </a:lnTo>
                  <a:lnTo>
                    <a:pt x="5901" y="10414"/>
                  </a:lnTo>
                  <a:lnTo>
                    <a:pt x="6350" y="10055"/>
                  </a:lnTo>
                  <a:lnTo>
                    <a:pt x="6783" y="9682"/>
                  </a:lnTo>
                  <a:lnTo>
                    <a:pt x="7171" y="9293"/>
                  </a:lnTo>
                  <a:lnTo>
                    <a:pt x="7545" y="8890"/>
                  </a:lnTo>
                  <a:lnTo>
                    <a:pt x="7888" y="8472"/>
                  </a:lnTo>
                  <a:lnTo>
                    <a:pt x="8187" y="8053"/>
                  </a:lnTo>
                  <a:lnTo>
                    <a:pt x="8471" y="7620"/>
                  </a:lnTo>
                  <a:lnTo>
                    <a:pt x="8725" y="7172"/>
                  </a:lnTo>
                  <a:lnTo>
                    <a:pt x="8934" y="6724"/>
                  </a:lnTo>
                  <a:lnTo>
                    <a:pt x="9128" y="6261"/>
                  </a:lnTo>
                  <a:lnTo>
                    <a:pt x="9278" y="5797"/>
                  </a:lnTo>
                  <a:lnTo>
                    <a:pt x="9397" y="5319"/>
                  </a:lnTo>
                  <a:lnTo>
                    <a:pt x="9487" y="4841"/>
                  </a:lnTo>
                  <a:lnTo>
                    <a:pt x="9532" y="4363"/>
                  </a:lnTo>
                  <a:lnTo>
                    <a:pt x="9562" y="3885"/>
                  </a:lnTo>
                  <a:lnTo>
                    <a:pt x="9562" y="897"/>
                  </a:lnTo>
                  <a:lnTo>
                    <a:pt x="9547" y="808"/>
                  </a:lnTo>
                  <a:lnTo>
                    <a:pt x="9532" y="718"/>
                  </a:lnTo>
                  <a:lnTo>
                    <a:pt x="9487" y="554"/>
                  </a:lnTo>
                  <a:lnTo>
                    <a:pt x="9397" y="389"/>
                  </a:lnTo>
                  <a:lnTo>
                    <a:pt x="9293" y="270"/>
                  </a:lnTo>
                  <a:lnTo>
                    <a:pt x="9158" y="150"/>
                  </a:lnTo>
                  <a:lnTo>
                    <a:pt x="9009" y="76"/>
                  </a:lnTo>
                  <a:lnTo>
                    <a:pt x="8844" y="16"/>
                  </a:lnTo>
                  <a:lnTo>
                    <a:pt x="8755" y="1"/>
                  </a:lnTo>
                  <a:close/>
                </a:path>
              </a:pathLst>
            </a:custGeom>
            <a:solidFill>
              <a:srgbClr val="FA7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7206062" y="1677004"/>
              <a:ext cx="84160" cy="83721"/>
            </a:xfrm>
            <a:custGeom>
              <a:avLst/>
              <a:gdLst/>
              <a:ahLst/>
              <a:cxnLst/>
              <a:rect l="l" t="t" r="r" b="b"/>
              <a:pathLst>
                <a:path w="3064" h="3048" extrusionOk="0">
                  <a:moveTo>
                    <a:pt x="1375" y="0"/>
                  </a:moveTo>
                  <a:lnTo>
                    <a:pt x="1226" y="30"/>
                  </a:lnTo>
                  <a:lnTo>
                    <a:pt x="1076" y="60"/>
                  </a:lnTo>
                  <a:lnTo>
                    <a:pt x="942" y="120"/>
                  </a:lnTo>
                  <a:lnTo>
                    <a:pt x="808" y="179"/>
                  </a:lnTo>
                  <a:lnTo>
                    <a:pt x="673" y="254"/>
                  </a:lnTo>
                  <a:lnTo>
                    <a:pt x="554" y="344"/>
                  </a:lnTo>
                  <a:lnTo>
                    <a:pt x="449" y="448"/>
                  </a:lnTo>
                  <a:lnTo>
                    <a:pt x="344" y="553"/>
                  </a:lnTo>
                  <a:lnTo>
                    <a:pt x="270" y="673"/>
                  </a:lnTo>
                  <a:lnTo>
                    <a:pt x="180" y="792"/>
                  </a:lnTo>
                  <a:lnTo>
                    <a:pt x="120" y="926"/>
                  </a:lnTo>
                  <a:lnTo>
                    <a:pt x="76" y="1061"/>
                  </a:lnTo>
                  <a:lnTo>
                    <a:pt x="31" y="1210"/>
                  </a:lnTo>
                  <a:lnTo>
                    <a:pt x="16" y="1360"/>
                  </a:lnTo>
                  <a:lnTo>
                    <a:pt x="1" y="1524"/>
                  </a:lnTo>
                  <a:lnTo>
                    <a:pt x="16" y="1673"/>
                  </a:lnTo>
                  <a:lnTo>
                    <a:pt x="31" y="1823"/>
                  </a:lnTo>
                  <a:lnTo>
                    <a:pt x="76" y="1972"/>
                  </a:lnTo>
                  <a:lnTo>
                    <a:pt x="120" y="2122"/>
                  </a:lnTo>
                  <a:lnTo>
                    <a:pt x="180" y="2256"/>
                  </a:lnTo>
                  <a:lnTo>
                    <a:pt x="270" y="2376"/>
                  </a:lnTo>
                  <a:lnTo>
                    <a:pt x="344" y="2495"/>
                  </a:lnTo>
                  <a:lnTo>
                    <a:pt x="449" y="2600"/>
                  </a:lnTo>
                  <a:lnTo>
                    <a:pt x="554" y="2704"/>
                  </a:lnTo>
                  <a:lnTo>
                    <a:pt x="673" y="2794"/>
                  </a:lnTo>
                  <a:lnTo>
                    <a:pt x="808" y="2869"/>
                  </a:lnTo>
                  <a:lnTo>
                    <a:pt x="942" y="2928"/>
                  </a:lnTo>
                  <a:lnTo>
                    <a:pt x="1076" y="2988"/>
                  </a:lnTo>
                  <a:lnTo>
                    <a:pt x="1226" y="3018"/>
                  </a:lnTo>
                  <a:lnTo>
                    <a:pt x="1375" y="3048"/>
                  </a:lnTo>
                  <a:lnTo>
                    <a:pt x="1689" y="3048"/>
                  </a:lnTo>
                  <a:lnTo>
                    <a:pt x="1838" y="3018"/>
                  </a:lnTo>
                  <a:lnTo>
                    <a:pt x="1988" y="2988"/>
                  </a:lnTo>
                  <a:lnTo>
                    <a:pt x="2122" y="2928"/>
                  </a:lnTo>
                  <a:lnTo>
                    <a:pt x="2257" y="2869"/>
                  </a:lnTo>
                  <a:lnTo>
                    <a:pt x="2391" y="2794"/>
                  </a:lnTo>
                  <a:lnTo>
                    <a:pt x="2496" y="2704"/>
                  </a:lnTo>
                  <a:lnTo>
                    <a:pt x="2615" y="2600"/>
                  </a:lnTo>
                  <a:lnTo>
                    <a:pt x="2705" y="2495"/>
                  </a:lnTo>
                  <a:lnTo>
                    <a:pt x="2795" y="2376"/>
                  </a:lnTo>
                  <a:lnTo>
                    <a:pt x="2869" y="2256"/>
                  </a:lnTo>
                  <a:lnTo>
                    <a:pt x="2944" y="2122"/>
                  </a:lnTo>
                  <a:lnTo>
                    <a:pt x="2989" y="1972"/>
                  </a:lnTo>
                  <a:lnTo>
                    <a:pt x="3034" y="1823"/>
                  </a:lnTo>
                  <a:lnTo>
                    <a:pt x="3049" y="1673"/>
                  </a:lnTo>
                  <a:lnTo>
                    <a:pt x="3063" y="1524"/>
                  </a:lnTo>
                  <a:lnTo>
                    <a:pt x="3049" y="1360"/>
                  </a:lnTo>
                  <a:lnTo>
                    <a:pt x="3034" y="1210"/>
                  </a:lnTo>
                  <a:lnTo>
                    <a:pt x="2989" y="1061"/>
                  </a:lnTo>
                  <a:lnTo>
                    <a:pt x="2944" y="926"/>
                  </a:lnTo>
                  <a:lnTo>
                    <a:pt x="2869" y="792"/>
                  </a:lnTo>
                  <a:lnTo>
                    <a:pt x="2795" y="673"/>
                  </a:lnTo>
                  <a:lnTo>
                    <a:pt x="2705" y="553"/>
                  </a:lnTo>
                  <a:lnTo>
                    <a:pt x="2615" y="448"/>
                  </a:lnTo>
                  <a:lnTo>
                    <a:pt x="2496" y="344"/>
                  </a:lnTo>
                  <a:lnTo>
                    <a:pt x="2391" y="254"/>
                  </a:lnTo>
                  <a:lnTo>
                    <a:pt x="2257" y="179"/>
                  </a:lnTo>
                  <a:lnTo>
                    <a:pt x="2122" y="120"/>
                  </a:lnTo>
                  <a:lnTo>
                    <a:pt x="1988" y="60"/>
                  </a:lnTo>
                  <a:lnTo>
                    <a:pt x="1838" y="30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7428075" y="1677004"/>
              <a:ext cx="83721" cy="83721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375" y="0"/>
                  </a:moveTo>
                  <a:lnTo>
                    <a:pt x="1210" y="30"/>
                  </a:lnTo>
                  <a:lnTo>
                    <a:pt x="1076" y="60"/>
                  </a:lnTo>
                  <a:lnTo>
                    <a:pt x="926" y="120"/>
                  </a:lnTo>
                  <a:lnTo>
                    <a:pt x="792" y="179"/>
                  </a:lnTo>
                  <a:lnTo>
                    <a:pt x="672" y="254"/>
                  </a:lnTo>
                  <a:lnTo>
                    <a:pt x="553" y="344"/>
                  </a:lnTo>
                  <a:lnTo>
                    <a:pt x="448" y="448"/>
                  </a:lnTo>
                  <a:lnTo>
                    <a:pt x="344" y="553"/>
                  </a:lnTo>
                  <a:lnTo>
                    <a:pt x="254" y="673"/>
                  </a:lnTo>
                  <a:lnTo>
                    <a:pt x="179" y="792"/>
                  </a:lnTo>
                  <a:lnTo>
                    <a:pt x="120" y="926"/>
                  </a:lnTo>
                  <a:lnTo>
                    <a:pt x="60" y="1061"/>
                  </a:lnTo>
                  <a:lnTo>
                    <a:pt x="30" y="1210"/>
                  </a:lnTo>
                  <a:lnTo>
                    <a:pt x="0" y="1360"/>
                  </a:lnTo>
                  <a:lnTo>
                    <a:pt x="0" y="1524"/>
                  </a:lnTo>
                  <a:lnTo>
                    <a:pt x="0" y="1673"/>
                  </a:lnTo>
                  <a:lnTo>
                    <a:pt x="30" y="1823"/>
                  </a:lnTo>
                  <a:lnTo>
                    <a:pt x="60" y="1972"/>
                  </a:lnTo>
                  <a:lnTo>
                    <a:pt x="120" y="2122"/>
                  </a:lnTo>
                  <a:lnTo>
                    <a:pt x="179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8" y="2600"/>
                  </a:lnTo>
                  <a:lnTo>
                    <a:pt x="553" y="2704"/>
                  </a:lnTo>
                  <a:lnTo>
                    <a:pt x="672" y="2794"/>
                  </a:lnTo>
                  <a:lnTo>
                    <a:pt x="792" y="2869"/>
                  </a:lnTo>
                  <a:lnTo>
                    <a:pt x="926" y="2928"/>
                  </a:lnTo>
                  <a:lnTo>
                    <a:pt x="1076" y="2988"/>
                  </a:lnTo>
                  <a:lnTo>
                    <a:pt x="1210" y="3018"/>
                  </a:lnTo>
                  <a:lnTo>
                    <a:pt x="1375" y="3048"/>
                  </a:lnTo>
                  <a:lnTo>
                    <a:pt x="1688" y="3048"/>
                  </a:lnTo>
                  <a:lnTo>
                    <a:pt x="1838" y="3018"/>
                  </a:lnTo>
                  <a:lnTo>
                    <a:pt x="1987" y="2988"/>
                  </a:lnTo>
                  <a:lnTo>
                    <a:pt x="2122" y="2928"/>
                  </a:lnTo>
                  <a:lnTo>
                    <a:pt x="2256" y="2869"/>
                  </a:lnTo>
                  <a:lnTo>
                    <a:pt x="2376" y="2794"/>
                  </a:lnTo>
                  <a:lnTo>
                    <a:pt x="2495" y="2704"/>
                  </a:lnTo>
                  <a:lnTo>
                    <a:pt x="2600" y="2600"/>
                  </a:lnTo>
                  <a:lnTo>
                    <a:pt x="2704" y="2495"/>
                  </a:lnTo>
                  <a:lnTo>
                    <a:pt x="2794" y="2376"/>
                  </a:lnTo>
                  <a:lnTo>
                    <a:pt x="2869" y="2256"/>
                  </a:lnTo>
                  <a:lnTo>
                    <a:pt x="2928" y="2122"/>
                  </a:lnTo>
                  <a:lnTo>
                    <a:pt x="2988" y="1972"/>
                  </a:lnTo>
                  <a:lnTo>
                    <a:pt x="3018" y="1823"/>
                  </a:lnTo>
                  <a:lnTo>
                    <a:pt x="3048" y="1673"/>
                  </a:lnTo>
                  <a:lnTo>
                    <a:pt x="3048" y="1524"/>
                  </a:lnTo>
                  <a:lnTo>
                    <a:pt x="3048" y="1360"/>
                  </a:lnTo>
                  <a:lnTo>
                    <a:pt x="3018" y="1210"/>
                  </a:lnTo>
                  <a:lnTo>
                    <a:pt x="2988" y="1061"/>
                  </a:lnTo>
                  <a:lnTo>
                    <a:pt x="2928" y="926"/>
                  </a:lnTo>
                  <a:lnTo>
                    <a:pt x="2869" y="792"/>
                  </a:lnTo>
                  <a:lnTo>
                    <a:pt x="2794" y="673"/>
                  </a:lnTo>
                  <a:lnTo>
                    <a:pt x="2704" y="553"/>
                  </a:lnTo>
                  <a:lnTo>
                    <a:pt x="2600" y="448"/>
                  </a:lnTo>
                  <a:lnTo>
                    <a:pt x="2495" y="344"/>
                  </a:lnTo>
                  <a:lnTo>
                    <a:pt x="2376" y="254"/>
                  </a:lnTo>
                  <a:lnTo>
                    <a:pt x="2256" y="179"/>
                  </a:lnTo>
                  <a:lnTo>
                    <a:pt x="2122" y="120"/>
                  </a:lnTo>
                  <a:lnTo>
                    <a:pt x="1987" y="60"/>
                  </a:lnTo>
                  <a:lnTo>
                    <a:pt x="1838" y="30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7188429" y="2532148"/>
              <a:ext cx="83748" cy="83721"/>
            </a:xfrm>
            <a:custGeom>
              <a:avLst/>
              <a:gdLst/>
              <a:ahLst/>
              <a:cxnLst/>
              <a:rect l="l" t="t" r="r" b="b"/>
              <a:pathLst>
                <a:path w="3049" h="3048" extrusionOk="0">
                  <a:moveTo>
                    <a:pt x="1375" y="0"/>
                  </a:moveTo>
                  <a:lnTo>
                    <a:pt x="1225" y="30"/>
                  </a:lnTo>
                  <a:lnTo>
                    <a:pt x="1076" y="60"/>
                  </a:lnTo>
                  <a:lnTo>
                    <a:pt x="927" y="120"/>
                  </a:lnTo>
                  <a:lnTo>
                    <a:pt x="792" y="179"/>
                  </a:lnTo>
                  <a:lnTo>
                    <a:pt x="673" y="254"/>
                  </a:lnTo>
                  <a:lnTo>
                    <a:pt x="553" y="344"/>
                  </a:lnTo>
                  <a:lnTo>
                    <a:pt x="449" y="448"/>
                  </a:lnTo>
                  <a:lnTo>
                    <a:pt x="344" y="553"/>
                  </a:lnTo>
                  <a:lnTo>
                    <a:pt x="254" y="672"/>
                  </a:lnTo>
                  <a:lnTo>
                    <a:pt x="180" y="792"/>
                  </a:lnTo>
                  <a:lnTo>
                    <a:pt x="120" y="926"/>
                  </a:lnTo>
                  <a:lnTo>
                    <a:pt x="60" y="1076"/>
                  </a:lnTo>
                  <a:lnTo>
                    <a:pt x="30" y="1225"/>
                  </a:lnTo>
                  <a:lnTo>
                    <a:pt x="0" y="1375"/>
                  </a:lnTo>
                  <a:lnTo>
                    <a:pt x="0" y="1524"/>
                  </a:lnTo>
                  <a:lnTo>
                    <a:pt x="0" y="1688"/>
                  </a:lnTo>
                  <a:lnTo>
                    <a:pt x="30" y="1838"/>
                  </a:lnTo>
                  <a:lnTo>
                    <a:pt x="60" y="1987"/>
                  </a:lnTo>
                  <a:lnTo>
                    <a:pt x="120" y="2122"/>
                  </a:lnTo>
                  <a:lnTo>
                    <a:pt x="180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9" y="2600"/>
                  </a:lnTo>
                  <a:lnTo>
                    <a:pt x="553" y="2704"/>
                  </a:lnTo>
                  <a:lnTo>
                    <a:pt x="673" y="2794"/>
                  </a:lnTo>
                  <a:lnTo>
                    <a:pt x="792" y="2869"/>
                  </a:lnTo>
                  <a:lnTo>
                    <a:pt x="927" y="2928"/>
                  </a:lnTo>
                  <a:lnTo>
                    <a:pt x="1076" y="2988"/>
                  </a:lnTo>
                  <a:lnTo>
                    <a:pt x="1225" y="3018"/>
                  </a:lnTo>
                  <a:lnTo>
                    <a:pt x="1375" y="3048"/>
                  </a:lnTo>
                  <a:lnTo>
                    <a:pt x="1689" y="3048"/>
                  </a:lnTo>
                  <a:lnTo>
                    <a:pt x="1838" y="3018"/>
                  </a:lnTo>
                  <a:lnTo>
                    <a:pt x="1987" y="2988"/>
                  </a:lnTo>
                  <a:lnTo>
                    <a:pt x="2122" y="2928"/>
                  </a:lnTo>
                  <a:lnTo>
                    <a:pt x="2256" y="2869"/>
                  </a:lnTo>
                  <a:lnTo>
                    <a:pt x="2376" y="2794"/>
                  </a:lnTo>
                  <a:lnTo>
                    <a:pt x="2495" y="2704"/>
                  </a:lnTo>
                  <a:lnTo>
                    <a:pt x="2600" y="2600"/>
                  </a:lnTo>
                  <a:lnTo>
                    <a:pt x="2705" y="2495"/>
                  </a:lnTo>
                  <a:lnTo>
                    <a:pt x="2794" y="2376"/>
                  </a:lnTo>
                  <a:lnTo>
                    <a:pt x="2869" y="2256"/>
                  </a:lnTo>
                  <a:lnTo>
                    <a:pt x="2929" y="2122"/>
                  </a:lnTo>
                  <a:lnTo>
                    <a:pt x="2988" y="1987"/>
                  </a:lnTo>
                  <a:lnTo>
                    <a:pt x="3018" y="1838"/>
                  </a:lnTo>
                  <a:lnTo>
                    <a:pt x="3048" y="1688"/>
                  </a:lnTo>
                  <a:lnTo>
                    <a:pt x="3048" y="1524"/>
                  </a:lnTo>
                  <a:lnTo>
                    <a:pt x="3048" y="1375"/>
                  </a:lnTo>
                  <a:lnTo>
                    <a:pt x="3018" y="1225"/>
                  </a:lnTo>
                  <a:lnTo>
                    <a:pt x="2988" y="1076"/>
                  </a:lnTo>
                  <a:lnTo>
                    <a:pt x="2929" y="926"/>
                  </a:lnTo>
                  <a:lnTo>
                    <a:pt x="2869" y="792"/>
                  </a:lnTo>
                  <a:lnTo>
                    <a:pt x="2794" y="672"/>
                  </a:lnTo>
                  <a:lnTo>
                    <a:pt x="2705" y="553"/>
                  </a:lnTo>
                  <a:lnTo>
                    <a:pt x="2600" y="448"/>
                  </a:lnTo>
                  <a:lnTo>
                    <a:pt x="2495" y="344"/>
                  </a:lnTo>
                  <a:lnTo>
                    <a:pt x="2376" y="254"/>
                  </a:lnTo>
                  <a:lnTo>
                    <a:pt x="2256" y="179"/>
                  </a:lnTo>
                  <a:lnTo>
                    <a:pt x="2122" y="120"/>
                  </a:lnTo>
                  <a:lnTo>
                    <a:pt x="1987" y="60"/>
                  </a:lnTo>
                  <a:lnTo>
                    <a:pt x="1838" y="30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7442852" y="2532148"/>
              <a:ext cx="83721" cy="83721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374" y="0"/>
                  </a:moveTo>
                  <a:lnTo>
                    <a:pt x="1210" y="30"/>
                  </a:lnTo>
                  <a:lnTo>
                    <a:pt x="1076" y="60"/>
                  </a:lnTo>
                  <a:lnTo>
                    <a:pt x="926" y="120"/>
                  </a:lnTo>
                  <a:lnTo>
                    <a:pt x="792" y="179"/>
                  </a:lnTo>
                  <a:lnTo>
                    <a:pt x="672" y="254"/>
                  </a:lnTo>
                  <a:lnTo>
                    <a:pt x="553" y="344"/>
                  </a:lnTo>
                  <a:lnTo>
                    <a:pt x="448" y="448"/>
                  </a:lnTo>
                  <a:lnTo>
                    <a:pt x="344" y="553"/>
                  </a:lnTo>
                  <a:lnTo>
                    <a:pt x="254" y="672"/>
                  </a:lnTo>
                  <a:lnTo>
                    <a:pt x="179" y="792"/>
                  </a:lnTo>
                  <a:lnTo>
                    <a:pt x="120" y="926"/>
                  </a:lnTo>
                  <a:lnTo>
                    <a:pt x="60" y="1076"/>
                  </a:lnTo>
                  <a:lnTo>
                    <a:pt x="30" y="1225"/>
                  </a:lnTo>
                  <a:lnTo>
                    <a:pt x="0" y="1375"/>
                  </a:lnTo>
                  <a:lnTo>
                    <a:pt x="0" y="1524"/>
                  </a:lnTo>
                  <a:lnTo>
                    <a:pt x="0" y="1688"/>
                  </a:lnTo>
                  <a:lnTo>
                    <a:pt x="30" y="1838"/>
                  </a:lnTo>
                  <a:lnTo>
                    <a:pt x="60" y="1987"/>
                  </a:lnTo>
                  <a:lnTo>
                    <a:pt x="120" y="2122"/>
                  </a:lnTo>
                  <a:lnTo>
                    <a:pt x="179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8" y="2600"/>
                  </a:lnTo>
                  <a:lnTo>
                    <a:pt x="553" y="2704"/>
                  </a:lnTo>
                  <a:lnTo>
                    <a:pt x="672" y="2794"/>
                  </a:lnTo>
                  <a:lnTo>
                    <a:pt x="792" y="2869"/>
                  </a:lnTo>
                  <a:lnTo>
                    <a:pt x="926" y="2928"/>
                  </a:lnTo>
                  <a:lnTo>
                    <a:pt x="1076" y="2988"/>
                  </a:lnTo>
                  <a:lnTo>
                    <a:pt x="1210" y="3018"/>
                  </a:lnTo>
                  <a:lnTo>
                    <a:pt x="1374" y="3048"/>
                  </a:lnTo>
                  <a:lnTo>
                    <a:pt x="1688" y="3048"/>
                  </a:lnTo>
                  <a:lnTo>
                    <a:pt x="1838" y="3018"/>
                  </a:lnTo>
                  <a:lnTo>
                    <a:pt x="1972" y="2988"/>
                  </a:lnTo>
                  <a:lnTo>
                    <a:pt x="2121" y="2928"/>
                  </a:lnTo>
                  <a:lnTo>
                    <a:pt x="2256" y="2869"/>
                  </a:lnTo>
                  <a:lnTo>
                    <a:pt x="2375" y="2794"/>
                  </a:lnTo>
                  <a:lnTo>
                    <a:pt x="2495" y="2704"/>
                  </a:lnTo>
                  <a:lnTo>
                    <a:pt x="2599" y="2600"/>
                  </a:lnTo>
                  <a:lnTo>
                    <a:pt x="2704" y="2495"/>
                  </a:lnTo>
                  <a:lnTo>
                    <a:pt x="2794" y="2376"/>
                  </a:lnTo>
                  <a:lnTo>
                    <a:pt x="2868" y="2256"/>
                  </a:lnTo>
                  <a:lnTo>
                    <a:pt x="2928" y="2122"/>
                  </a:lnTo>
                  <a:lnTo>
                    <a:pt x="2988" y="1987"/>
                  </a:lnTo>
                  <a:lnTo>
                    <a:pt x="3018" y="1838"/>
                  </a:lnTo>
                  <a:lnTo>
                    <a:pt x="3048" y="1688"/>
                  </a:lnTo>
                  <a:lnTo>
                    <a:pt x="3048" y="1524"/>
                  </a:lnTo>
                  <a:lnTo>
                    <a:pt x="3048" y="1375"/>
                  </a:lnTo>
                  <a:lnTo>
                    <a:pt x="3018" y="1225"/>
                  </a:lnTo>
                  <a:lnTo>
                    <a:pt x="2988" y="1076"/>
                  </a:lnTo>
                  <a:lnTo>
                    <a:pt x="2928" y="926"/>
                  </a:lnTo>
                  <a:lnTo>
                    <a:pt x="2868" y="792"/>
                  </a:lnTo>
                  <a:lnTo>
                    <a:pt x="2794" y="672"/>
                  </a:lnTo>
                  <a:lnTo>
                    <a:pt x="2704" y="553"/>
                  </a:lnTo>
                  <a:lnTo>
                    <a:pt x="2599" y="448"/>
                  </a:lnTo>
                  <a:lnTo>
                    <a:pt x="2495" y="344"/>
                  </a:lnTo>
                  <a:lnTo>
                    <a:pt x="2375" y="254"/>
                  </a:lnTo>
                  <a:lnTo>
                    <a:pt x="2256" y="179"/>
                  </a:lnTo>
                  <a:lnTo>
                    <a:pt x="2121" y="120"/>
                  </a:lnTo>
                  <a:lnTo>
                    <a:pt x="1972" y="60"/>
                  </a:lnTo>
                  <a:lnTo>
                    <a:pt x="1838" y="30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7636932" y="1744709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0"/>
                  </a:moveTo>
                  <a:lnTo>
                    <a:pt x="703" y="15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54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688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688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4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7636932" y="1744709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0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54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688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688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4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0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7636932" y="1898165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882" y="1"/>
                  </a:moveTo>
                  <a:lnTo>
                    <a:pt x="792" y="16"/>
                  </a:lnTo>
                  <a:lnTo>
                    <a:pt x="703" y="31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70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18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704"/>
                  </a:lnTo>
                  <a:lnTo>
                    <a:pt x="703" y="1749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9"/>
                  </a:lnTo>
                  <a:lnTo>
                    <a:pt x="19138" y="1704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18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70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1"/>
                  </a:lnTo>
                  <a:lnTo>
                    <a:pt x="18884" y="16"/>
                  </a:lnTo>
                  <a:lnTo>
                    <a:pt x="1879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7636932" y="1898165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6"/>
                  </a:lnTo>
                  <a:lnTo>
                    <a:pt x="703" y="31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70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18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704"/>
                  </a:lnTo>
                  <a:lnTo>
                    <a:pt x="703" y="1749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9"/>
                  </a:lnTo>
                  <a:lnTo>
                    <a:pt x="19138" y="1704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18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70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1"/>
                  </a:lnTo>
                  <a:lnTo>
                    <a:pt x="18884" y="16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4"/>
            <p:cNvSpPr/>
            <p:nvPr/>
          </p:nvSpPr>
          <p:spPr>
            <a:xfrm>
              <a:off x="7636932" y="2052033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1"/>
                  </a:moveTo>
                  <a:lnTo>
                    <a:pt x="703" y="16"/>
                  </a:lnTo>
                  <a:lnTo>
                    <a:pt x="538" y="61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9"/>
                  </a:lnTo>
                  <a:lnTo>
                    <a:pt x="15" y="703"/>
                  </a:lnTo>
                  <a:lnTo>
                    <a:pt x="0" y="793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2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2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3"/>
                  </a:lnTo>
                  <a:lnTo>
                    <a:pt x="19661" y="703"/>
                  </a:lnTo>
                  <a:lnTo>
                    <a:pt x="19601" y="539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1"/>
                  </a:lnTo>
                  <a:lnTo>
                    <a:pt x="18974" y="16"/>
                  </a:lnTo>
                  <a:lnTo>
                    <a:pt x="1888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4"/>
            <p:cNvSpPr/>
            <p:nvPr/>
          </p:nvSpPr>
          <p:spPr>
            <a:xfrm>
              <a:off x="7636932" y="2052033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"/>
                  </a:lnTo>
                  <a:lnTo>
                    <a:pt x="703" y="16"/>
                  </a:lnTo>
                  <a:lnTo>
                    <a:pt x="538" y="61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9"/>
                  </a:lnTo>
                  <a:lnTo>
                    <a:pt x="15" y="703"/>
                  </a:lnTo>
                  <a:lnTo>
                    <a:pt x="0" y="793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2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882" y="1764"/>
                  </a:lnTo>
                  <a:lnTo>
                    <a:pt x="18794" y="1764"/>
                  </a:lnTo>
                  <a:lnTo>
                    <a:pt x="18794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2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3"/>
                  </a:lnTo>
                  <a:lnTo>
                    <a:pt x="19661" y="703"/>
                  </a:lnTo>
                  <a:lnTo>
                    <a:pt x="19601" y="539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1"/>
                  </a:lnTo>
                  <a:lnTo>
                    <a:pt x="18974" y="16"/>
                  </a:lnTo>
                  <a:lnTo>
                    <a:pt x="18884" y="1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7636932" y="2205516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882" y="0"/>
                  </a:moveTo>
                  <a:lnTo>
                    <a:pt x="792" y="15"/>
                  </a:lnTo>
                  <a:lnTo>
                    <a:pt x="703" y="30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69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69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0"/>
                  </a:lnTo>
                  <a:lnTo>
                    <a:pt x="18884" y="15"/>
                  </a:lnTo>
                  <a:lnTo>
                    <a:pt x="1879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7636932" y="2205516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15"/>
                  </a:lnTo>
                  <a:lnTo>
                    <a:pt x="703" y="30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69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69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0"/>
                  </a:lnTo>
                  <a:lnTo>
                    <a:pt x="18884" y="15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4"/>
            <p:cNvSpPr/>
            <p:nvPr/>
          </p:nvSpPr>
          <p:spPr>
            <a:xfrm>
              <a:off x="7636932" y="2359384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1"/>
                  </a:moveTo>
                  <a:lnTo>
                    <a:pt x="703" y="16"/>
                  </a:lnTo>
                  <a:lnTo>
                    <a:pt x="538" y="60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3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3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0"/>
                  </a:lnTo>
                  <a:lnTo>
                    <a:pt x="18974" y="16"/>
                  </a:lnTo>
                  <a:lnTo>
                    <a:pt x="1888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7636932" y="2359384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"/>
                  </a:lnTo>
                  <a:lnTo>
                    <a:pt x="703" y="16"/>
                  </a:lnTo>
                  <a:lnTo>
                    <a:pt x="538" y="60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3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882" y="1764"/>
                  </a:lnTo>
                  <a:lnTo>
                    <a:pt x="18794" y="1764"/>
                  </a:lnTo>
                  <a:lnTo>
                    <a:pt x="18794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3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0"/>
                  </a:lnTo>
                  <a:lnTo>
                    <a:pt x="18974" y="16"/>
                  </a:lnTo>
                  <a:lnTo>
                    <a:pt x="18884" y="1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7636932" y="2512867"/>
              <a:ext cx="540451" cy="48425"/>
            </a:xfrm>
            <a:custGeom>
              <a:avLst/>
              <a:gdLst/>
              <a:ahLst/>
              <a:cxnLst/>
              <a:rect l="l" t="t" r="r" b="b"/>
              <a:pathLst>
                <a:path w="19676" h="1763" extrusionOk="0">
                  <a:moveTo>
                    <a:pt x="882" y="0"/>
                  </a:moveTo>
                  <a:lnTo>
                    <a:pt x="792" y="15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49"/>
                  </a:lnTo>
                  <a:lnTo>
                    <a:pt x="254" y="269"/>
                  </a:lnTo>
                  <a:lnTo>
                    <a:pt x="150" y="388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1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4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4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1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8"/>
                  </a:lnTo>
                  <a:lnTo>
                    <a:pt x="19407" y="269"/>
                  </a:lnTo>
                  <a:lnTo>
                    <a:pt x="19287" y="149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15"/>
                  </a:lnTo>
                  <a:lnTo>
                    <a:pt x="1879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7636932" y="2512867"/>
              <a:ext cx="540451" cy="48425"/>
            </a:xfrm>
            <a:custGeom>
              <a:avLst/>
              <a:gdLst/>
              <a:ahLst/>
              <a:cxnLst/>
              <a:rect l="l" t="t" r="r" b="b"/>
              <a:pathLst>
                <a:path w="19676" h="1763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15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49"/>
                  </a:lnTo>
                  <a:lnTo>
                    <a:pt x="254" y="269"/>
                  </a:lnTo>
                  <a:lnTo>
                    <a:pt x="150" y="388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1"/>
                  </a:lnTo>
                  <a:lnTo>
                    <a:pt x="0" y="881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4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4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1"/>
                  </a:lnTo>
                  <a:lnTo>
                    <a:pt x="19676" y="881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8"/>
                  </a:lnTo>
                  <a:lnTo>
                    <a:pt x="19407" y="269"/>
                  </a:lnTo>
                  <a:lnTo>
                    <a:pt x="19287" y="149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15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6441610" y="4590385"/>
              <a:ext cx="1040277" cy="129290"/>
            </a:xfrm>
            <a:custGeom>
              <a:avLst/>
              <a:gdLst/>
              <a:ahLst/>
              <a:cxnLst/>
              <a:rect l="l" t="t" r="r" b="b"/>
              <a:pathLst>
                <a:path w="37873" h="4707" extrusionOk="0">
                  <a:moveTo>
                    <a:pt x="18944" y="1"/>
                  </a:moveTo>
                  <a:lnTo>
                    <a:pt x="17002" y="16"/>
                  </a:lnTo>
                  <a:lnTo>
                    <a:pt x="15119" y="46"/>
                  </a:lnTo>
                  <a:lnTo>
                    <a:pt x="13312" y="105"/>
                  </a:lnTo>
                  <a:lnTo>
                    <a:pt x="11564" y="180"/>
                  </a:lnTo>
                  <a:lnTo>
                    <a:pt x="9920" y="285"/>
                  </a:lnTo>
                  <a:lnTo>
                    <a:pt x="8352" y="404"/>
                  </a:lnTo>
                  <a:lnTo>
                    <a:pt x="6902" y="539"/>
                  </a:lnTo>
                  <a:lnTo>
                    <a:pt x="5558" y="688"/>
                  </a:lnTo>
                  <a:lnTo>
                    <a:pt x="4333" y="852"/>
                  </a:lnTo>
                  <a:lnTo>
                    <a:pt x="3242" y="1032"/>
                  </a:lnTo>
                  <a:lnTo>
                    <a:pt x="2749" y="1136"/>
                  </a:lnTo>
                  <a:lnTo>
                    <a:pt x="2286" y="1226"/>
                  </a:lnTo>
                  <a:lnTo>
                    <a:pt x="1868" y="1330"/>
                  </a:lnTo>
                  <a:lnTo>
                    <a:pt x="1494" y="1435"/>
                  </a:lnTo>
                  <a:lnTo>
                    <a:pt x="1151" y="1540"/>
                  </a:lnTo>
                  <a:lnTo>
                    <a:pt x="852" y="1659"/>
                  </a:lnTo>
                  <a:lnTo>
                    <a:pt x="598" y="1764"/>
                  </a:lnTo>
                  <a:lnTo>
                    <a:pt x="389" y="1883"/>
                  </a:lnTo>
                  <a:lnTo>
                    <a:pt x="224" y="1988"/>
                  </a:lnTo>
                  <a:lnTo>
                    <a:pt x="105" y="2107"/>
                  </a:lnTo>
                  <a:lnTo>
                    <a:pt x="60" y="2167"/>
                  </a:lnTo>
                  <a:lnTo>
                    <a:pt x="30" y="2227"/>
                  </a:lnTo>
                  <a:lnTo>
                    <a:pt x="15" y="2287"/>
                  </a:lnTo>
                  <a:lnTo>
                    <a:pt x="0" y="2346"/>
                  </a:lnTo>
                  <a:lnTo>
                    <a:pt x="15" y="2406"/>
                  </a:lnTo>
                  <a:lnTo>
                    <a:pt x="30" y="2466"/>
                  </a:lnTo>
                  <a:lnTo>
                    <a:pt x="60" y="2526"/>
                  </a:lnTo>
                  <a:lnTo>
                    <a:pt x="105" y="2585"/>
                  </a:lnTo>
                  <a:lnTo>
                    <a:pt x="224" y="2705"/>
                  </a:lnTo>
                  <a:lnTo>
                    <a:pt x="389" y="2824"/>
                  </a:lnTo>
                  <a:lnTo>
                    <a:pt x="598" y="2944"/>
                  </a:lnTo>
                  <a:lnTo>
                    <a:pt x="852" y="3049"/>
                  </a:lnTo>
                  <a:lnTo>
                    <a:pt x="1151" y="3153"/>
                  </a:lnTo>
                  <a:lnTo>
                    <a:pt x="1494" y="3273"/>
                  </a:lnTo>
                  <a:lnTo>
                    <a:pt x="1868" y="3377"/>
                  </a:lnTo>
                  <a:lnTo>
                    <a:pt x="2286" y="3467"/>
                  </a:lnTo>
                  <a:lnTo>
                    <a:pt x="2749" y="3571"/>
                  </a:lnTo>
                  <a:lnTo>
                    <a:pt x="3242" y="3661"/>
                  </a:lnTo>
                  <a:lnTo>
                    <a:pt x="4333" y="3840"/>
                  </a:lnTo>
                  <a:lnTo>
                    <a:pt x="5558" y="4020"/>
                  </a:lnTo>
                  <a:lnTo>
                    <a:pt x="6902" y="4169"/>
                  </a:lnTo>
                  <a:lnTo>
                    <a:pt x="8352" y="4303"/>
                  </a:lnTo>
                  <a:lnTo>
                    <a:pt x="9920" y="4423"/>
                  </a:lnTo>
                  <a:lnTo>
                    <a:pt x="11564" y="4513"/>
                  </a:lnTo>
                  <a:lnTo>
                    <a:pt x="13312" y="4602"/>
                  </a:lnTo>
                  <a:lnTo>
                    <a:pt x="15119" y="4647"/>
                  </a:lnTo>
                  <a:lnTo>
                    <a:pt x="17002" y="4692"/>
                  </a:lnTo>
                  <a:lnTo>
                    <a:pt x="18944" y="4707"/>
                  </a:lnTo>
                  <a:lnTo>
                    <a:pt x="20871" y="4692"/>
                  </a:lnTo>
                  <a:lnTo>
                    <a:pt x="22753" y="4647"/>
                  </a:lnTo>
                  <a:lnTo>
                    <a:pt x="24576" y="4602"/>
                  </a:lnTo>
                  <a:lnTo>
                    <a:pt x="26309" y="4513"/>
                  </a:lnTo>
                  <a:lnTo>
                    <a:pt x="27967" y="4423"/>
                  </a:lnTo>
                  <a:lnTo>
                    <a:pt x="29521" y="4303"/>
                  </a:lnTo>
                  <a:lnTo>
                    <a:pt x="30985" y="4169"/>
                  </a:lnTo>
                  <a:lnTo>
                    <a:pt x="32330" y="4020"/>
                  </a:lnTo>
                  <a:lnTo>
                    <a:pt x="33555" y="3840"/>
                  </a:lnTo>
                  <a:lnTo>
                    <a:pt x="34645" y="3661"/>
                  </a:lnTo>
                  <a:lnTo>
                    <a:pt x="35138" y="3571"/>
                  </a:lnTo>
                  <a:lnTo>
                    <a:pt x="35587" y="3467"/>
                  </a:lnTo>
                  <a:lnTo>
                    <a:pt x="36005" y="3377"/>
                  </a:lnTo>
                  <a:lnTo>
                    <a:pt x="36393" y="3273"/>
                  </a:lnTo>
                  <a:lnTo>
                    <a:pt x="36722" y="3153"/>
                  </a:lnTo>
                  <a:lnTo>
                    <a:pt x="37021" y="3049"/>
                  </a:lnTo>
                  <a:lnTo>
                    <a:pt x="37275" y="2944"/>
                  </a:lnTo>
                  <a:lnTo>
                    <a:pt x="37499" y="2824"/>
                  </a:lnTo>
                  <a:lnTo>
                    <a:pt x="37663" y="2705"/>
                  </a:lnTo>
                  <a:lnTo>
                    <a:pt x="37783" y="2585"/>
                  </a:lnTo>
                  <a:lnTo>
                    <a:pt x="37827" y="2526"/>
                  </a:lnTo>
                  <a:lnTo>
                    <a:pt x="37857" y="2466"/>
                  </a:lnTo>
                  <a:lnTo>
                    <a:pt x="37872" y="2406"/>
                  </a:lnTo>
                  <a:lnTo>
                    <a:pt x="37872" y="2346"/>
                  </a:lnTo>
                  <a:lnTo>
                    <a:pt x="37872" y="2287"/>
                  </a:lnTo>
                  <a:lnTo>
                    <a:pt x="37857" y="2227"/>
                  </a:lnTo>
                  <a:lnTo>
                    <a:pt x="37827" y="2167"/>
                  </a:lnTo>
                  <a:lnTo>
                    <a:pt x="37783" y="2107"/>
                  </a:lnTo>
                  <a:lnTo>
                    <a:pt x="37663" y="1988"/>
                  </a:lnTo>
                  <a:lnTo>
                    <a:pt x="37499" y="1883"/>
                  </a:lnTo>
                  <a:lnTo>
                    <a:pt x="37275" y="1764"/>
                  </a:lnTo>
                  <a:lnTo>
                    <a:pt x="37021" y="1659"/>
                  </a:lnTo>
                  <a:lnTo>
                    <a:pt x="36722" y="1540"/>
                  </a:lnTo>
                  <a:lnTo>
                    <a:pt x="36393" y="1435"/>
                  </a:lnTo>
                  <a:lnTo>
                    <a:pt x="36005" y="1330"/>
                  </a:lnTo>
                  <a:lnTo>
                    <a:pt x="35587" y="1226"/>
                  </a:lnTo>
                  <a:lnTo>
                    <a:pt x="35138" y="1136"/>
                  </a:lnTo>
                  <a:lnTo>
                    <a:pt x="34645" y="1032"/>
                  </a:lnTo>
                  <a:lnTo>
                    <a:pt x="33555" y="852"/>
                  </a:lnTo>
                  <a:lnTo>
                    <a:pt x="32330" y="688"/>
                  </a:lnTo>
                  <a:lnTo>
                    <a:pt x="30985" y="539"/>
                  </a:lnTo>
                  <a:lnTo>
                    <a:pt x="29521" y="404"/>
                  </a:lnTo>
                  <a:lnTo>
                    <a:pt x="27967" y="285"/>
                  </a:lnTo>
                  <a:lnTo>
                    <a:pt x="26309" y="180"/>
                  </a:lnTo>
                  <a:lnTo>
                    <a:pt x="24576" y="105"/>
                  </a:lnTo>
                  <a:lnTo>
                    <a:pt x="22753" y="46"/>
                  </a:lnTo>
                  <a:lnTo>
                    <a:pt x="20871" y="16"/>
                  </a:lnTo>
                  <a:lnTo>
                    <a:pt x="189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6105940" y="1989683"/>
              <a:ext cx="701328" cy="492849"/>
            </a:xfrm>
            <a:custGeom>
              <a:avLst/>
              <a:gdLst/>
              <a:ahLst/>
              <a:cxnLst/>
              <a:rect l="l" t="t" r="r" b="b"/>
              <a:pathLst>
                <a:path w="25533" h="17943" extrusionOk="0">
                  <a:moveTo>
                    <a:pt x="21574" y="0"/>
                  </a:moveTo>
                  <a:lnTo>
                    <a:pt x="21215" y="30"/>
                  </a:lnTo>
                  <a:lnTo>
                    <a:pt x="20871" y="105"/>
                  </a:lnTo>
                  <a:lnTo>
                    <a:pt x="20513" y="209"/>
                  </a:lnTo>
                  <a:lnTo>
                    <a:pt x="20184" y="344"/>
                  </a:lnTo>
                  <a:lnTo>
                    <a:pt x="19855" y="508"/>
                  </a:lnTo>
                  <a:lnTo>
                    <a:pt x="19706" y="613"/>
                  </a:lnTo>
                  <a:lnTo>
                    <a:pt x="19557" y="717"/>
                  </a:lnTo>
                  <a:lnTo>
                    <a:pt x="19407" y="822"/>
                  </a:lnTo>
                  <a:lnTo>
                    <a:pt x="19258" y="956"/>
                  </a:lnTo>
                  <a:lnTo>
                    <a:pt x="19123" y="1076"/>
                  </a:lnTo>
                  <a:lnTo>
                    <a:pt x="18989" y="1210"/>
                  </a:lnTo>
                  <a:lnTo>
                    <a:pt x="18869" y="1360"/>
                  </a:lnTo>
                  <a:lnTo>
                    <a:pt x="18750" y="1509"/>
                  </a:lnTo>
                  <a:lnTo>
                    <a:pt x="18615" y="1718"/>
                  </a:lnTo>
                  <a:lnTo>
                    <a:pt x="18481" y="1912"/>
                  </a:lnTo>
                  <a:lnTo>
                    <a:pt x="12819" y="12026"/>
                  </a:lnTo>
                  <a:lnTo>
                    <a:pt x="12311" y="11982"/>
                  </a:lnTo>
                  <a:lnTo>
                    <a:pt x="11818" y="11937"/>
                  </a:lnTo>
                  <a:lnTo>
                    <a:pt x="11310" y="11877"/>
                  </a:lnTo>
                  <a:lnTo>
                    <a:pt x="10802" y="11802"/>
                  </a:lnTo>
                  <a:lnTo>
                    <a:pt x="10309" y="11728"/>
                  </a:lnTo>
                  <a:lnTo>
                    <a:pt x="9801" y="11638"/>
                  </a:lnTo>
                  <a:lnTo>
                    <a:pt x="9308" y="11533"/>
                  </a:lnTo>
                  <a:lnTo>
                    <a:pt x="8800" y="11429"/>
                  </a:lnTo>
                  <a:lnTo>
                    <a:pt x="8068" y="11250"/>
                  </a:lnTo>
                  <a:lnTo>
                    <a:pt x="7351" y="11055"/>
                  </a:lnTo>
                  <a:lnTo>
                    <a:pt x="6619" y="10846"/>
                  </a:lnTo>
                  <a:lnTo>
                    <a:pt x="5902" y="10607"/>
                  </a:lnTo>
                  <a:lnTo>
                    <a:pt x="5185" y="10353"/>
                  </a:lnTo>
                  <a:lnTo>
                    <a:pt x="4468" y="10084"/>
                  </a:lnTo>
                  <a:lnTo>
                    <a:pt x="3751" y="9786"/>
                  </a:lnTo>
                  <a:lnTo>
                    <a:pt x="3048" y="9487"/>
                  </a:lnTo>
                  <a:lnTo>
                    <a:pt x="3033" y="9487"/>
                  </a:lnTo>
                  <a:lnTo>
                    <a:pt x="2824" y="9397"/>
                  </a:lnTo>
                  <a:lnTo>
                    <a:pt x="2615" y="9337"/>
                  </a:lnTo>
                  <a:lnTo>
                    <a:pt x="2406" y="9307"/>
                  </a:lnTo>
                  <a:lnTo>
                    <a:pt x="2197" y="9293"/>
                  </a:lnTo>
                  <a:lnTo>
                    <a:pt x="1988" y="9307"/>
                  </a:lnTo>
                  <a:lnTo>
                    <a:pt x="1779" y="9322"/>
                  </a:lnTo>
                  <a:lnTo>
                    <a:pt x="1584" y="9382"/>
                  </a:lnTo>
                  <a:lnTo>
                    <a:pt x="1375" y="9442"/>
                  </a:lnTo>
                  <a:lnTo>
                    <a:pt x="1196" y="9532"/>
                  </a:lnTo>
                  <a:lnTo>
                    <a:pt x="1017" y="9621"/>
                  </a:lnTo>
                  <a:lnTo>
                    <a:pt x="837" y="9741"/>
                  </a:lnTo>
                  <a:lnTo>
                    <a:pt x="673" y="9875"/>
                  </a:lnTo>
                  <a:lnTo>
                    <a:pt x="539" y="10040"/>
                  </a:lnTo>
                  <a:lnTo>
                    <a:pt x="404" y="10204"/>
                  </a:lnTo>
                  <a:lnTo>
                    <a:pt x="285" y="10383"/>
                  </a:lnTo>
                  <a:lnTo>
                    <a:pt x="180" y="10577"/>
                  </a:lnTo>
                  <a:lnTo>
                    <a:pt x="105" y="10772"/>
                  </a:lnTo>
                  <a:lnTo>
                    <a:pt x="60" y="10966"/>
                  </a:lnTo>
                  <a:lnTo>
                    <a:pt x="16" y="11160"/>
                  </a:lnTo>
                  <a:lnTo>
                    <a:pt x="1" y="11354"/>
                  </a:lnTo>
                  <a:lnTo>
                    <a:pt x="1" y="11548"/>
                  </a:lnTo>
                  <a:lnTo>
                    <a:pt x="16" y="11743"/>
                  </a:lnTo>
                  <a:lnTo>
                    <a:pt x="60" y="11937"/>
                  </a:lnTo>
                  <a:lnTo>
                    <a:pt x="105" y="12116"/>
                  </a:lnTo>
                  <a:lnTo>
                    <a:pt x="180" y="12295"/>
                  </a:lnTo>
                  <a:lnTo>
                    <a:pt x="255" y="12475"/>
                  </a:lnTo>
                  <a:lnTo>
                    <a:pt x="359" y="12639"/>
                  </a:lnTo>
                  <a:lnTo>
                    <a:pt x="464" y="12803"/>
                  </a:lnTo>
                  <a:lnTo>
                    <a:pt x="598" y="12938"/>
                  </a:lnTo>
                  <a:lnTo>
                    <a:pt x="733" y="13087"/>
                  </a:lnTo>
                  <a:lnTo>
                    <a:pt x="897" y="13207"/>
                  </a:lnTo>
                  <a:lnTo>
                    <a:pt x="1061" y="13311"/>
                  </a:lnTo>
                  <a:lnTo>
                    <a:pt x="1808" y="13745"/>
                  </a:lnTo>
                  <a:lnTo>
                    <a:pt x="2570" y="14163"/>
                  </a:lnTo>
                  <a:lnTo>
                    <a:pt x="3332" y="14566"/>
                  </a:lnTo>
                  <a:lnTo>
                    <a:pt x="4109" y="14940"/>
                  </a:lnTo>
                  <a:lnTo>
                    <a:pt x="4916" y="15313"/>
                  </a:lnTo>
                  <a:lnTo>
                    <a:pt x="5708" y="15657"/>
                  </a:lnTo>
                  <a:lnTo>
                    <a:pt x="6529" y="15985"/>
                  </a:lnTo>
                  <a:lnTo>
                    <a:pt x="7366" y="16299"/>
                  </a:lnTo>
                  <a:lnTo>
                    <a:pt x="8203" y="16583"/>
                  </a:lnTo>
                  <a:lnTo>
                    <a:pt x="9054" y="16852"/>
                  </a:lnTo>
                  <a:lnTo>
                    <a:pt x="9906" y="17091"/>
                  </a:lnTo>
                  <a:lnTo>
                    <a:pt x="10772" y="17300"/>
                  </a:lnTo>
                  <a:lnTo>
                    <a:pt x="11639" y="17494"/>
                  </a:lnTo>
                  <a:lnTo>
                    <a:pt x="12520" y="17659"/>
                  </a:lnTo>
                  <a:lnTo>
                    <a:pt x="13402" y="17808"/>
                  </a:lnTo>
                  <a:lnTo>
                    <a:pt x="14298" y="17928"/>
                  </a:lnTo>
                  <a:lnTo>
                    <a:pt x="14477" y="17943"/>
                  </a:lnTo>
                  <a:lnTo>
                    <a:pt x="14836" y="17943"/>
                  </a:lnTo>
                  <a:lnTo>
                    <a:pt x="15015" y="17913"/>
                  </a:lnTo>
                  <a:lnTo>
                    <a:pt x="15179" y="17883"/>
                  </a:lnTo>
                  <a:lnTo>
                    <a:pt x="15344" y="17838"/>
                  </a:lnTo>
                  <a:lnTo>
                    <a:pt x="15508" y="17793"/>
                  </a:lnTo>
                  <a:lnTo>
                    <a:pt x="15672" y="17718"/>
                  </a:lnTo>
                  <a:lnTo>
                    <a:pt x="15822" y="17644"/>
                  </a:lnTo>
                  <a:lnTo>
                    <a:pt x="15971" y="17569"/>
                  </a:lnTo>
                  <a:lnTo>
                    <a:pt x="16121" y="17464"/>
                  </a:lnTo>
                  <a:lnTo>
                    <a:pt x="16255" y="17375"/>
                  </a:lnTo>
                  <a:lnTo>
                    <a:pt x="16389" y="17255"/>
                  </a:lnTo>
                  <a:lnTo>
                    <a:pt x="16509" y="17136"/>
                  </a:lnTo>
                  <a:lnTo>
                    <a:pt x="16629" y="17016"/>
                  </a:lnTo>
                  <a:lnTo>
                    <a:pt x="16733" y="16882"/>
                  </a:lnTo>
                  <a:lnTo>
                    <a:pt x="16942" y="16598"/>
                  </a:lnTo>
                  <a:lnTo>
                    <a:pt x="24800" y="5991"/>
                  </a:lnTo>
                  <a:lnTo>
                    <a:pt x="24905" y="5841"/>
                  </a:lnTo>
                  <a:lnTo>
                    <a:pt x="25010" y="5677"/>
                  </a:lnTo>
                  <a:lnTo>
                    <a:pt x="25099" y="5513"/>
                  </a:lnTo>
                  <a:lnTo>
                    <a:pt x="25189" y="5348"/>
                  </a:lnTo>
                  <a:lnTo>
                    <a:pt x="25264" y="5169"/>
                  </a:lnTo>
                  <a:lnTo>
                    <a:pt x="25323" y="5005"/>
                  </a:lnTo>
                  <a:lnTo>
                    <a:pt x="25383" y="4826"/>
                  </a:lnTo>
                  <a:lnTo>
                    <a:pt x="25428" y="4646"/>
                  </a:lnTo>
                  <a:lnTo>
                    <a:pt x="25503" y="4288"/>
                  </a:lnTo>
                  <a:lnTo>
                    <a:pt x="25533" y="3929"/>
                  </a:lnTo>
                  <a:lnTo>
                    <a:pt x="25533" y="3556"/>
                  </a:lnTo>
                  <a:lnTo>
                    <a:pt x="25503" y="3197"/>
                  </a:lnTo>
                  <a:lnTo>
                    <a:pt x="25428" y="2854"/>
                  </a:lnTo>
                  <a:lnTo>
                    <a:pt x="25323" y="2495"/>
                  </a:lnTo>
                  <a:lnTo>
                    <a:pt x="25189" y="2166"/>
                  </a:lnTo>
                  <a:lnTo>
                    <a:pt x="25010" y="1838"/>
                  </a:lnTo>
                  <a:lnTo>
                    <a:pt x="24920" y="1688"/>
                  </a:lnTo>
                  <a:lnTo>
                    <a:pt x="24815" y="1539"/>
                  </a:lnTo>
                  <a:lnTo>
                    <a:pt x="24696" y="1390"/>
                  </a:lnTo>
                  <a:lnTo>
                    <a:pt x="24576" y="1240"/>
                  </a:lnTo>
                  <a:lnTo>
                    <a:pt x="24442" y="1106"/>
                  </a:lnTo>
                  <a:lnTo>
                    <a:pt x="24307" y="971"/>
                  </a:lnTo>
                  <a:lnTo>
                    <a:pt x="24173" y="852"/>
                  </a:lnTo>
                  <a:lnTo>
                    <a:pt x="24009" y="732"/>
                  </a:lnTo>
                  <a:lnTo>
                    <a:pt x="23859" y="613"/>
                  </a:lnTo>
                  <a:lnTo>
                    <a:pt x="23695" y="523"/>
                  </a:lnTo>
                  <a:lnTo>
                    <a:pt x="23531" y="418"/>
                  </a:lnTo>
                  <a:lnTo>
                    <a:pt x="23351" y="344"/>
                  </a:lnTo>
                  <a:lnTo>
                    <a:pt x="23187" y="269"/>
                  </a:lnTo>
                  <a:lnTo>
                    <a:pt x="23008" y="194"/>
                  </a:lnTo>
                  <a:lnTo>
                    <a:pt x="22843" y="150"/>
                  </a:lnTo>
                  <a:lnTo>
                    <a:pt x="22664" y="90"/>
                  </a:lnTo>
                  <a:lnTo>
                    <a:pt x="22306" y="30"/>
                  </a:lnTo>
                  <a:lnTo>
                    <a:pt x="21947" y="0"/>
                  </a:lnTo>
                  <a:close/>
                </a:path>
              </a:pathLst>
            </a:custGeom>
            <a:solidFill>
              <a:srgbClr val="1AC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5997199" y="2155032"/>
              <a:ext cx="196173" cy="192492"/>
            </a:xfrm>
            <a:custGeom>
              <a:avLst/>
              <a:gdLst/>
              <a:ahLst/>
              <a:cxnLst/>
              <a:rect l="l" t="t" r="r" b="b"/>
              <a:pathLst>
                <a:path w="7142" h="7008" extrusionOk="0">
                  <a:moveTo>
                    <a:pt x="60" y="1"/>
                  </a:moveTo>
                  <a:lnTo>
                    <a:pt x="31" y="31"/>
                  </a:lnTo>
                  <a:lnTo>
                    <a:pt x="1" y="61"/>
                  </a:lnTo>
                  <a:lnTo>
                    <a:pt x="1" y="105"/>
                  </a:lnTo>
                  <a:lnTo>
                    <a:pt x="31" y="150"/>
                  </a:lnTo>
                  <a:lnTo>
                    <a:pt x="105" y="285"/>
                  </a:lnTo>
                  <a:lnTo>
                    <a:pt x="240" y="449"/>
                  </a:lnTo>
                  <a:lnTo>
                    <a:pt x="404" y="643"/>
                  </a:lnTo>
                  <a:lnTo>
                    <a:pt x="628" y="837"/>
                  </a:lnTo>
                  <a:lnTo>
                    <a:pt x="1106" y="1271"/>
                  </a:lnTo>
                  <a:lnTo>
                    <a:pt x="1629" y="1704"/>
                  </a:lnTo>
                  <a:lnTo>
                    <a:pt x="2092" y="2077"/>
                  </a:lnTo>
                  <a:lnTo>
                    <a:pt x="2540" y="2436"/>
                  </a:lnTo>
                  <a:lnTo>
                    <a:pt x="2526" y="2436"/>
                  </a:lnTo>
                  <a:lnTo>
                    <a:pt x="2466" y="2451"/>
                  </a:lnTo>
                  <a:lnTo>
                    <a:pt x="2376" y="2511"/>
                  </a:lnTo>
                  <a:lnTo>
                    <a:pt x="2242" y="2600"/>
                  </a:lnTo>
                  <a:lnTo>
                    <a:pt x="2107" y="2765"/>
                  </a:lnTo>
                  <a:lnTo>
                    <a:pt x="1928" y="2989"/>
                  </a:lnTo>
                  <a:lnTo>
                    <a:pt x="1853" y="3123"/>
                  </a:lnTo>
                  <a:lnTo>
                    <a:pt x="1749" y="3287"/>
                  </a:lnTo>
                  <a:lnTo>
                    <a:pt x="1659" y="3482"/>
                  </a:lnTo>
                  <a:lnTo>
                    <a:pt x="1569" y="3691"/>
                  </a:lnTo>
                  <a:lnTo>
                    <a:pt x="1480" y="3915"/>
                  </a:lnTo>
                  <a:lnTo>
                    <a:pt x="1420" y="4154"/>
                  </a:lnTo>
                  <a:lnTo>
                    <a:pt x="1360" y="4378"/>
                  </a:lnTo>
                  <a:lnTo>
                    <a:pt x="1330" y="4602"/>
                  </a:lnTo>
                  <a:lnTo>
                    <a:pt x="1330" y="4826"/>
                  </a:lnTo>
                  <a:lnTo>
                    <a:pt x="1330" y="5050"/>
                  </a:lnTo>
                  <a:lnTo>
                    <a:pt x="1375" y="5245"/>
                  </a:lnTo>
                  <a:lnTo>
                    <a:pt x="1420" y="5439"/>
                  </a:lnTo>
                  <a:lnTo>
                    <a:pt x="1495" y="5618"/>
                  </a:lnTo>
                  <a:lnTo>
                    <a:pt x="1599" y="5767"/>
                  </a:lnTo>
                  <a:lnTo>
                    <a:pt x="1734" y="5902"/>
                  </a:lnTo>
                  <a:lnTo>
                    <a:pt x="1793" y="5962"/>
                  </a:lnTo>
                  <a:lnTo>
                    <a:pt x="1883" y="6006"/>
                  </a:lnTo>
                  <a:lnTo>
                    <a:pt x="1958" y="6051"/>
                  </a:lnTo>
                  <a:lnTo>
                    <a:pt x="2062" y="6081"/>
                  </a:lnTo>
                  <a:lnTo>
                    <a:pt x="2152" y="6111"/>
                  </a:lnTo>
                  <a:lnTo>
                    <a:pt x="2257" y="6141"/>
                  </a:lnTo>
                  <a:lnTo>
                    <a:pt x="2376" y="6156"/>
                  </a:lnTo>
                  <a:lnTo>
                    <a:pt x="2496" y="6156"/>
                  </a:lnTo>
                  <a:lnTo>
                    <a:pt x="2765" y="6141"/>
                  </a:lnTo>
                  <a:lnTo>
                    <a:pt x="2854" y="6126"/>
                  </a:lnTo>
                  <a:lnTo>
                    <a:pt x="3004" y="6245"/>
                  </a:lnTo>
                  <a:lnTo>
                    <a:pt x="3243" y="6395"/>
                  </a:lnTo>
                  <a:lnTo>
                    <a:pt x="3556" y="6574"/>
                  </a:lnTo>
                  <a:lnTo>
                    <a:pt x="3736" y="6664"/>
                  </a:lnTo>
                  <a:lnTo>
                    <a:pt x="3915" y="6753"/>
                  </a:lnTo>
                  <a:lnTo>
                    <a:pt x="4124" y="6843"/>
                  </a:lnTo>
                  <a:lnTo>
                    <a:pt x="4333" y="6903"/>
                  </a:lnTo>
                  <a:lnTo>
                    <a:pt x="4542" y="6963"/>
                  </a:lnTo>
                  <a:lnTo>
                    <a:pt x="4766" y="6992"/>
                  </a:lnTo>
                  <a:lnTo>
                    <a:pt x="4976" y="7007"/>
                  </a:lnTo>
                  <a:lnTo>
                    <a:pt x="5200" y="6992"/>
                  </a:lnTo>
                  <a:lnTo>
                    <a:pt x="5409" y="6948"/>
                  </a:lnTo>
                  <a:lnTo>
                    <a:pt x="5513" y="6918"/>
                  </a:lnTo>
                  <a:lnTo>
                    <a:pt x="5618" y="6873"/>
                  </a:lnTo>
                  <a:lnTo>
                    <a:pt x="5723" y="6828"/>
                  </a:lnTo>
                  <a:lnTo>
                    <a:pt x="5812" y="6753"/>
                  </a:lnTo>
                  <a:lnTo>
                    <a:pt x="5917" y="6694"/>
                  </a:lnTo>
                  <a:lnTo>
                    <a:pt x="6006" y="6604"/>
                  </a:lnTo>
                  <a:lnTo>
                    <a:pt x="6216" y="6380"/>
                  </a:lnTo>
                  <a:lnTo>
                    <a:pt x="6425" y="6126"/>
                  </a:lnTo>
                  <a:lnTo>
                    <a:pt x="6559" y="5932"/>
                  </a:lnTo>
                  <a:lnTo>
                    <a:pt x="6664" y="5723"/>
                  </a:lnTo>
                  <a:lnTo>
                    <a:pt x="6768" y="5528"/>
                  </a:lnTo>
                  <a:lnTo>
                    <a:pt x="6858" y="5319"/>
                  </a:lnTo>
                  <a:lnTo>
                    <a:pt x="6918" y="5125"/>
                  </a:lnTo>
                  <a:lnTo>
                    <a:pt x="6978" y="4946"/>
                  </a:lnTo>
                  <a:lnTo>
                    <a:pt x="7067" y="4587"/>
                  </a:lnTo>
                  <a:lnTo>
                    <a:pt x="7112" y="4288"/>
                  </a:lnTo>
                  <a:lnTo>
                    <a:pt x="7142" y="4064"/>
                  </a:lnTo>
                  <a:lnTo>
                    <a:pt x="7142" y="3855"/>
                  </a:lnTo>
                  <a:lnTo>
                    <a:pt x="7112" y="3751"/>
                  </a:lnTo>
                  <a:lnTo>
                    <a:pt x="7022" y="3467"/>
                  </a:lnTo>
                  <a:lnTo>
                    <a:pt x="6858" y="3063"/>
                  </a:lnTo>
                  <a:lnTo>
                    <a:pt x="6753" y="2824"/>
                  </a:lnTo>
                  <a:lnTo>
                    <a:pt x="6649" y="2585"/>
                  </a:lnTo>
                  <a:lnTo>
                    <a:pt x="6514" y="2346"/>
                  </a:lnTo>
                  <a:lnTo>
                    <a:pt x="6380" y="2122"/>
                  </a:lnTo>
                  <a:lnTo>
                    <a:pt x="6216" y="1898"/>
                  </a:lnTo>
                  <a:lnTo>
                    <a:pt x="6051" y="1689"/>
                  </a:lnTo>
                  <a:lnTo>
                    <a:pt x="5872" y="1510"/>
                  </a:lnTo>
                  <a:lnTo>
                    <a:pt x="5782" y="1435"/>
                  </a:lnTo>
                  <a:lnTo>
                    <a:pt x="5678" y="1360"/>
                  </a:lnTo>
                  <a:lnTo>
                    <a:pt x="5573" y="1301"/>
                  </a:lnTo>
                  <a:lnTo>
                    <a:pt x="5469" y="1256"/>
                  </a:lnTo>
                  <a:lnTo>
                    <a:pt x="5364" y="1226"/>
                  </a:lnTo>
                  <a:lnTo>
                    <a:pt x="5259" y="1196"/>
                  </a:lnTo>
                  <a:lnTo>
                    <a:pt x="5020" y="1181"/>
                  </a:lnTo>
                  <a:lnTo>
                    <a:pt x="4811" y="1181"/>
                  </a:lnTo>
                  <a:lnTo>
                    <a:pt x="4632" y="1211"/>
                  </a:lnTo>
                  <a:lnTo>
                    <a:pt x="4498" y="1256"/>
                  </a:lnTo>
                  <a:lnTo>
                    <a:pt x="4378" y="1301"/>
                  </a:lnTo>
                  <a:lnTo>
                    <a:pt x="4288" y="1375"/>
                  </a:lnTo>
                  <a:lnTo>
                    <a:pt x="4214" y="1450"/>
                  </a:lnTo>
                  <a:lnTo>
                    <a:pt x="4169" y="1525"/>
                  </a:lnTo>
                  <a:lnTo>
                    <a:pt x="4109" y="1644"/>
                  </a:lnTo>
                  <a:lnTo>
                    <a:pt x="4094" y="1734"/>
                  </a:lnTo>
                  <a:lnTo>
                    <a:pt x="4079" y="1823"/>
                  </a:lnTo>
                  <a:lnTo>
                    <a:pt x="3870" y="1704"/>
                  </a:lnTo>
                  <a:lnTo>
                    <a:pt x="3019" y="1241"/>
                  </a:lnTo>
                  <a:lnTo>
                    <a:pt x="2451" y="942"/>
                  </a:lnTo>
                  <a:lnTo>
                    <a:pt x="1838" y="643"/>
                  </a:lnTo>
                  <a:lnTo>
                    <a:pt x="1256" y="374"/>
                  </a:lnTo>
                  <a:lnTo>
                    <a:pt x="733" y="150"/>
                  </a:lnTo>
                  <a:lnTo>
                    <a:pt x="509" y="75"/>
                  </a:lnTo>
                  <a:lnTo>
                    <a:pt x="329" y="3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6063284" y="2255175"/>
              <a:ext cx="37356" cy="18898"/>
            </a:xfrm>
            <a:custGeom>
              <a:avLst/>
              <a:gdLst/>
              <a:ahLst/>
              <a:cxnLst/>
              <a:rect l="l" t="t" r="r" b="b"/>
              <a:pathLst>
                <a:path w="1360" h="688" extrusionOk="0">
                  <a:moveTo>
                    <a:pt x="105" y="0"/>
                  </a:moveTo>
                  <a:lnTo>
                    <a:pt x="60" y="15"/>
                  </a:lnTo>
                  <a:lnTo>
                    <a:pt x="15" y="45"/>
                  </a:lnTo>
                  <a:lnTo>
                    <a:pt x="0" y="90"/>
                  </a:lnTo>
                  <a:lnTo>
                    <a:pt x="0" y="149"/>
                  </a:lnTo>
                  <a:lnTo>
                    <a:pt x="15" y="194"/>
                  </a:lnTo>
                  <a:lnTo>
                    <a:pt x="45" y="239"/>
                  </a:lnTo>
                  <a:lnTo>
                    <a:pt x="299" y="418"/>
                  </a:lnTo>
                  <a:lnTo>
                    <a:pt x="538" y="538"/>
                  </a:lnTo>
                  <a:lnTo>
                    <a:pt x="732" y="613"/>
                  </a:lnTo>
                  <a:lnTo>
                    <a:pt x="911" y="657"/>
                  </a:lnTo>
                  <a:lnTo>
                    <a:pt x="1046" y="687"/>
                  </a:lnTo>
                  <a:lnTo>
                    <a:pt x="1150" y="687"/>
                  </a:lnTo>
                  <a:lnTo>
                    <a:pt x="1255" y="672"/>
                  </a:lnTo>
                  <a:lnTo>
                    <a:pt x="1270" y="672"/>
                  </a:lnTo>
                  <a:lnTo>
                    <a:pt x="1315" y="642"/>
                  </a:lnTo>
                  <a:lnTo>
                    <a:pt x="1345" y="613"/>
                  </a:lnTo>
                  <a:lnTo>
                    <a:pt x="1360" y="568"/>
                  </a:lnTo>
                  <a:lnTo>
                    <a:pt x="1345" y="523"/>
                  </a:lnTo>
                  <a:lnTo>
                    <a:pt x="1330" y="463"/>
                  </a:lnTo>
                  <a:lnTo>
                    <a:pt x="1285" y="433"/>
                  </a:lnTo>
                  <a:lnTo>
                    <a:pt x="1240" y="418"/>
                  </a:lnTo>
                  <a:lnTo>
                    <a:pt x="1031" y="418"/>
                  </a:lnTo>
                  <a:lnTo>
                    <a:pt x="926" y="388"/>
                  </a:lnTo>
                  <a:lnTo>
                    <a:pt x="777" y="359"/>
                  </a:lnTo>
                  <a:lnTo>
                    <a:pt x="613" y="284"/>
                  </a:lnTo>
                  <a:lnTo>
                    <a:pt x="418" y="179"/>
                  </a:lnTo>
                  <a:lnTo>
                    <a:pt x="209" y="30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6052599" y="2283054"/>
              <a:ext cx="42300" cy="19337"/>
            </a:xfrm>
            <a:custGeom>
              <a:avLst/>
              <a:gdLst/>
              <a:ahLst/>
              <a:cxnLst/>
              <a:rect l="l" t="t" r="r" b="b"/>
              <a:pathLst>
                <a:path w="1540" h="704" extrusionOk="0">
                  <a:moveTo>
                    <a:pt x="135" y="1"/>
                  </a:moveTo>
                  <a:lnTo>
                    <a:pt x="90" y="16"/>
                  </a:lnTo>
                  <a:lnTo>
                    <a:pt x="45" y="46"/>
                  </a:lnTo>
                  <a:lnTo>
                    <a:pt x="16" y="91"/>
                  </a:lnTo>
                  <a:lnTo>
                    <a:pt x="1" y="135"/>
                  </a:lnTo>
                  <a:lnTo>
                    <a:pt x="16" y="195"/>
                  </a:lnTo>
                  <a:lnTo>
                    <a:pt x="45" y="240"/>
                  </a:lnTo>
                  <a:lnTo>
                    <a:pt x="150" y="330"/>
                  </a:lnTo>
                  <a:lnTo>
                    <a:pt x="269" y="404"/>
                  </a:lnTo>
                  <a:lnTo>
                    <a:pt x="374" y="479"/>
                  </a:lnTo>
                  <a:lnTo>
                    <a:pt x="494" y="539"/>
                  </a:lnTo>
                  <a:lnTo>
                    <a:pt x="718" y="613"/>
                  </a:lnTo>
                  <a:lnTo>
                    <a:pt x="927" y="673"/>
                  </a:lnTo>
                  <a:lnTo>
                    <a:pt x="1121" y="688"/>
                  </a:lnTo>
                  <a:lnTo>
                    <a:pt x="1270" y="703"/>
                  </a:lnTo>
                  <a:lnTo>
                    <a:pt x="1420" y="688"/>
                  </a:lnTo>
                  <a:lnTo>
                    <a:pt x="1450" y="688"/>
                  </a:lnTo>
                  <a:lnTo>
                    <a:pt x="1495" y="658"/>
                  </a:lnTo>
                  <a:lnTo>
                    <a:pt x="1524" y="628"/>
                  </a:lnTo>
                  <a:lnTo>
                    <a:pt x="1539" y="584"/>
                  </a:lnTo>
                  <a:lnTo>
                    <a:pt x="1539" y="539"/>
                  </a:lnTo>
                  <a:lnTo>
                    <a:pt x="1524" y="494"/>
                  </a:lnTo>
                  <a:lnTo>
                    <a:pt x="1480" y="449"/>
                  </a:lnTo>
                  <a:lnTo>
                    <a:pt x="1435" y="434"/>
                  </a:lnTo>
                  <a:lnTo>
                    <a:pt x="1270" y="434"/>
                  </a:lnTo>
                  <a:lnTo>
                    <a:pt x="1136" y="419"/>
                  </a:lnTo>
                  <a:lnTo>
                    <a:pt x="987" y="404"/>
                  </a:lnTo>
                  <a:lnTo>
                    <a:pt x="807" y="359"/>
                  </a:lnTo>
                  <a:lnTo>
                    <a:pt x="613" y="300"/>
                  </a:lnTo>
                  <a:lnTo>
                    <a:pt x="509" y="255"/>
                  </a:lnTo>
                  <a:lnTo>
                    <a:pt x="419" y="195"/>
                  </a:lnTo>
                  <a:lnTo>
                    <a:pt x="314" y="120"/>
                  </a:lnTo>
                  <a:lnTo>
                    <a:pt x="225" y="46"/>
                  </a:lnTo>
                  <a:lnTo>
                    <a:pt x="180" y="1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6098963" y="2196891"/>
              <a:ext cx="61994" cy="50925"/>
            </a:xfrm>
            <a:custGeom>
              <a:avLst/>
              <a:gdLst/>
              <a:ahLst/>
              <a:cxnLst/>
              <a:rect l="l" t="t" r="r" b="b"/>
              <a:pathLst>
                <a:path w="2257" h="1854" extrusionOk="0">
                  <a:moveTo>
                    <a:pt x="464" y="1"/>
                  </a:moveTo>
                  <a:lnTo>
                    <a:pt x="404" y="120"/>
                  </a:lnTo>
                  <a:lnTo>
                    <a:pt x="389" y="210"/>
                  </a:lnTo>
                  <a:lnTo>
                    <a:pt x="374" y="299"/>
                  </a:lnTo>
                  <a:lnTo>
                    <a:pt x="165" y="180"/>
                  </a:lnTo>
                  <a:lnTo>
                    <a:pt x="31" y="987"/>
                  </a:lnTo>
                  <a:lnTo>
                    <a:pt x="16" y="1151"/>
                  </a:lnTo>
                  <a:lnTo>
                    <a:pt x="1" y="1270"/>
                  </a:lnTo>
                  <a:lnTo>
                    <a:pt x="1" y="1390"/>
                  </a:lnTo>
                  <a:lnTo>
                    <a:pt x="31" y="1509"/>
                  </a:lnTo>
                  <a:lnTo>
                    <a:pt x="61" y="1629"/>
                  </a:lnTo>
                  <a:lnTo>
                    <a:pt x="90" y="1674"/>
                  </a:lnTo>
                  <a:lnTo>
                    <a:pt x="135" y="1734"/>
                  </a:lnTo>
                  <a:lnTo>
                    <a:pt x="180" y="1763"/>
                  </a:lnTo>
                  <a:lnTo>
                    <a:pt x="225" y="1808"/>
                  </a:lnTo>
                  <a:lnTo>
                    <a:pt x="285" y="1823"/>
                  </a:lnTo>
                  <a:lnTo>
                    <a:pt x="359" y="1853"/>
                  </a:lnTo>
                  <a:lnTo>
                    <a:pt x="494" y="1853"/>
                  </a:lnTo>
                  <a:lnTo>
                    <a:pt x="658" y="1823"/>
                  </a:lnTo>
                  <a:lnTo>
                    <a:pt x="822" y="1763"/>
                  </a:lnTo>
                  <a:lnTo>
                    <a:pt x="1047" y="1659"/>
                  </a:lnTo>
                  <a:lnTo>
                    <a:pt x="1256" y="1524"/>
                  </a:lnTo>
                  <a:lnTo>
                    <a:pt x="1465" y="1390"/>
                  </a:lnTo>
                  <a:lnTo>
                    <a:pt x="1674" y="1241"/>
                  </a:lnTo>
                  <a:lnTo>
                    <a:pt x="2003" y="972"/>
                  </a:lnTo>
                  <a:lnTo>
                    <a:pt x="2212" y="777"/>
                  </a:lnTo>
                  <a:lnTo>
                    <a:pt x="2242" y="733"/>
                  </a:lnTo>
                  <a:lnTo>
                    <a:pt x="2257" y="688"/>
                  </a:lnTo>
                  <a:lnTo>
                    <a:pt x="2257" y="643"/>
                  </a:lnTo>
                  <a:lnTo>
                    <a:pt x="2227" y="598"/>
                  </a:lnTo>
                  <a:lnTo>
                    <a:pt x="2182" y="553"/>
                  </a:lnTo>
                  <a:lnTo>
                    <a:pt x="2077" y="553"/>
                  </a:lnTo>
                  <a:lnTo>
                    <a:pt x="2033" y="583"/>
                  </a:lnTo>
                  <a:lnTo>
                    <a:pt x="1823" y="777"/>
                  </a:lnTo>
                  <a:lnTo>
                    <a:pt x="1584" y="957"/>
                  </a:lnTo>
                  <a:lnTo>
                    <a:pt x="1345" y="1151"/>
                  </a:lnTo>
                  <a:lnTo>
                    <a:pt x="1106" y="1315"/>
                  </a:lnTo>
                  <a:lnTo>
                    <a:pt x="867" y="1450"/>
                  </a:lnTo>
                  <a:lnTo>
                    <a:pt x="658" y="1539"/>
                  </a:lnTo>
                  <a:lnTo>
                    <a:pt x="568" y="1569"/>
                  </a:lnTo>
                  <a:lnTo>
                    <a:pt x="479" y="1584"/>
                  </a:lnTo>
                  <a:lnTo>
                    <a:pt x="419" y="1584"/>
                  </a:lnTo>
                  <a:lnTo>
                    <a:pt x="359" y="1569"/>
                  </a:lnTo>
                  <a:lnTo>
                    <a:pt x="329" y="1539"/>
                  </a:lnTo>
                  <a:lnTo>
                    <a:pt x="300" y="1509"/>
                  </a:lnTo>
                  <a:lnTo>
                    <a:pt x="285" y="1450"/>
                  </a:lnTo>
                  <a:lnTo>
                    <a:pt x="270" y="1390"/>
                  </a:lnTo>
                  <a:lnTo>
                    <a:pt x="270" y="1226"/>
                  </a:lnTo>
                  <a:lnTo>
                    <a:pt x="300" y="1031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6073117" y="2228093"/>
              <a:ext cx="27934" cy="98498"/>
            </a:xfrm>
            <a:custGeom>
              <a:avLst/>
              <a:gdLst/>
              <a:ahLst/>
              <a:cxnLst/>
              <a:rect l="l" t="t" r="r" b="b"/>
              <a:pathLst>
                <a:path w="1017" h="3586" extrusionOk="0">
                  <a:moveTo>
                    <a:pt x="419" y="0"/>
                  </a:moveTo>
                  <a:lnTo>
                    <a:pt x="374" y="15"/>
                  </a:lnTo>
                  <a:lnTo>
                    <a:pt x="329" y="45"/>
                  </a:lnTo>
                  <a:lnTo>
                    <a:pt x="299" y="75"/>
                  </a:lnTo>
                  <a:lnTo>
                    <a:pt x="284" y="134"/>
                  </a:lnTo>
                  <a:lnTo>
                    <a:pt x="284" y="179"/>
                  </a:lnTo>
                  <a:lnTo>
                    <a:pt x="314" y="224"/>
                  </a:lnTo>
                  <a:lnTo>
                    <a:pt x="374" y="299"/>
                  </a:lnTo>
                  <a:lnTo>
                    <a:pt x="494" y="493"/>
                  </a:lnTo>
                  <a:lnTo>
                    <a:pt x="553" y="627"/>
                  </a:lnTo>
                  <a:lnTo>
                    <a:pt x="628" y="792"/>
                  </a:lnTo>
                  <a:lnTo>
                    <a:pt x="673" y="971"/>
                  </a:lnTo>
                  <a:lnTo>
                    <a:pt x="718" y="1165"/>
                  </a:lnTo>
                  <a:lnTo>
                    <a:pt x="748" y="1389"/>
                  </a:lnTo>
                  <a:lnTo>
                    <a:pt x="748" y="1643"/>
                  </a:lnTo>
                  <a:lnTo>
                    <a:pt x="733" y="1897"/>
                  </a:lnTo>
                  <a:lnTo>
                    <a:pt x="673" y="2181"/>
                  </a:lnTo>
                  <a:lnTo>
                    <a:pt x="568" y="2480"/>
                  </a:lnTo>
                  <a:lnTo>
                    <a:pt x="509" y="2644"/>
                  </a:lnTo>
                  <a:lnTo>
                    <a:pt x="434" y="2794"/>
                  </a:lnTo>
                  <a:lnTo>
                    <a:pt x="344" y="2958"/>
                  </a:lnTo>
                  <a:lnTo>
                    <a:pt x="240" y="3137"/>
                  </a:lnTo>
                  <a:lnTo>
                    <a:pt x="120" y="3302"/>
                  </a:lnTo>
                  <a:lnTo>
                    <a:pt x="1" y="3481"/>
                  </a:lnTo>
                  <a:lnTo>
                    <a:pt x="90" y="3466"/>
                  </a:lnTo>
                  <a:lnTo>
                    <a:pt x="240" y="3585"/>
                  </a:lnTo>
                  <a:lnTo>
                    <a:pt x="374" y="3391"/>
                  </a:lnTo>
                  <a:lnTo>
                    <a:pt x="509" y="3212"/>
                  </a:lnTo>
                  <a:lnTo>
                    <a:pt x="613" y="3033"/>
                  </a:lnTo>
                  <a:lnTo>
                    <a:pt x="703" y="2853"/>
                  </a:lnTo>
                  <a:lnTo>
                    <a:pt x="777" y="2674"/>
                  </a:lnTo>
                  <a:lnTo>
                    <a:pt x="837" y="2510"/>
                  </a:lnTo>
                  <a:lnTo>
                    <a:pt x="897" y="2346"/>
                  </a:lnTo>
                  <a:lnTo>
                    <a:pt x="942" y="2181"/>
                  </a:lnTo>
                  <a:lnTo>
                    <a:pt x="972" y="2017"/>
                  </a:lnTo>
                  <a:lnTo>
                    <a:pt x="987" y="1867"/>
                  </a:lnTo>
                  <a:lnTo>
                    <a:pt x="1016" y="1584"/>
                  </a:lnTo>
                  <a:lnTo>
                    <a:pt x="1002" y="1315"/>
                  </a:lnTo>
                  <a:lnTo>
                    <a:pt x="957" y="1061"/>
                  </a:lnTo>
                  <a:lnTo>
                    <a:pt x="912" y="837"/>
                  </a:lnTo>
                  <a:lnTo>
                    <a:pt x="837" y="642"/>
                  </a:lnTo>
                  <a:lnTo>
                    <a:pt x="762" y="463"/>
                  </a:lnTo>
                  <a:lnTo>
                    <a:pt x="703" y="329"/>
                  </a:lnTo>
                  <a:lnTo>
                    <a:pt x="568" y="120"/>
                  </a:lnTo>
                  <a:lnTo>
                    <a:pt x="523" y="45"/>
                  </a:lnTo>
                  <a:lnTo>
                    <a:pt x="479" y="15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6604103" y="2954365"/>
              <a:ext cx="406684" cy="1483877"/>
            </a:xfrm>
            <a:custGeom>
              <a:avLst/>
              <a:gdLst/>
              <a:ahLst/>
              <a:cxnLst/>
              <a:rect l="l" t="t" r="r" b="b"/>
              <a:pathLst>
                <a:path w="14806" h="54023" extrusionOk="0">
                  <a:moveTo>
                    <a:pt x="0" y="1"/>
                  </a:moveTo>
                  <a:lnTo>
                    <a:pt x="4647" y="28580"/>
                  </a:lnTo>
                  <a:lnTo>
                    <a:pt x="10115" y="53738"/>
                  </a:lnTo>
                  <a:lnTo>
                    <a:pt x="14806" y="54022"/>
                  </a:lnTo>
                  <a:lnTo>
                    <a:pt x="11952" y="10952"/>
                  </a:lnTo>
                  <a:lnTo>
                    <a:pt x="11011" y="3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6893794" y="4421328"/>
              <a:ext cx="116984" cy="135854"/>
            </a:xfrm>
            <a:custGeom>
              <a:avLst/>
              <a:gdLst/>
              <a:ahLst/>
              <a:cxnLst/>
              <a:rect l="l" t="t" r="r" b="b"/>
              <a:pathLst>
                <a:path w="4259" h="4946" extrusionOk="0">
                  <a:moveTo>
                    <a:pt x="1" y="1"/>
                  </a:moveTo>
                  <a:lnTo>
                    <a:pt x="673" y="4841"/>
                  </a:lnTo>
                  <a:lnTo>
                    <a:pt x="1076" y="4901"/>
                  </a:lnTo>
                  <a:lnTo>
                    <a:pt x="1450" y="4931"/>
                  </a:lnTo>
                  <a:lnTo>
                    <a:pt x="1808" y="4946"/>
                  </a:lnTo>
                  <a:lnTo>
                    <a:pt x="2152" y="4931"/>
                  </a:lnTo>
                  <a:lnTo>
                    <a:pt x="2466" y="4916"/>
                  </a:lnTo>
                  <a:lnTo>
                    <a:pt x="2765" y="4871"/>
                  </a:lnTo>
                  <a:lnTo>
                    <a:pt x="3034" y="4826"/>
                  </a:lnTo>
                  <a:lnTo>
                    <a:pt x="3273" y="4766"/>
                  </a:lnTo>
                  <a:lnTo>
                    <a:pt x="3497" y="4707"/>
                  </a:lnTo>
                  <a:lnTo>
                    <a:pt x="3691" y="4647"/>
                  </a:lnTo>
                  <a:lnTo>
                    <a:pt x="4005" y="4527"/>
                  </a:lnTo>
                  <a:lnTo>
                    <a:pt x="4184" y="4438"/>
                  </a:lnTo>
                  <a:lnTo>
                    <a:pt x="4259" y="4408"/>
                  </a:lnTo>
                  <a:lnTo>
                    <a:pt x="3930" y="3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6861795" y="4400398"/>
              <a:ext cx="166618" cy="74712"/>
            </a:xfrm>
            <a:custGeom>
              <a:avLst/>
              <a:gdLst/>
              <a:ahLst/>
              <a:cxnLst/>
              <a:rect l="l" t="t" r="r" b="b"/>
              <a:pathLst>
                <a:path w="6066" h="2720" extrusionOk="0">
                  <a:moveTo>
                    <a:pt x="5976" y="1"/>
                  </a:moveTo>
                  <a:lnTo>
                    <a:pt x="120" y="210"/>
                  </a:lnTo>
                  <a:lnTo>
                    <a:pt x="45" y="539"/>
                  </a:lnTo>
                  <a:lnTo>
                    <a:pt x="15" y="852"/>
                  </a:lnTo>
                  <a:lnTo>
                    <a:pt x="1" y="1181"/>
                  </a:lnTo>
                  <a:lnTo>
                    <a:pt x="15" y="1495"/>
                  </a:lnTo>
                  <a:lnTo>
                    <a:pt x="60" y="1794"/>
                  </a:lnTo>
                  <a:lnTo>
                    <a:pt x="120" y="2107"/>
                  </a:lnTo>
                  <a:lnTo>
                    <a:pt x="210" y="2421"/>
                  </a:lnTo>
                  <a:lnTo>
                    <a:pt x="314" y="2720"/>
                  </a:lnTo>
                  <a:lnTo>
                    <a:pt x="5917" y="2466"/>
                  </a:lnTo>
                  <a:lnTo>
                    <a:pt x="5976" y="2152"/>
                  </a:lnTo>
                  <a:lnTo>
                    <a:pt x="6021" y="1838"/>
                  </a:lnTo>
                  <a:lnTo>
                    <a:pt x="6051" y="1540"/>
                  </a:lnTo>
                  <a:lnTo>
                    <a:pt x="6066" y="1226"/>
                  </a:lnTo>
                  <a:lnTo>
                    <a:pt x="6066" y="927"/>
                  </a:lnTo>
                  <a:lnTo>
                    <a:pt x="6051" y="613"/>
                  </a:lnTo>
                  <a:lnTo>
                    <a:pt x="6021" y="300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6637749" y="4493977"/>
              <a:ext cx="386578" cy="185076"/>
            </a:xfrm>
            <a:custGeom>
              <a:avLst/>
              <a:gdLst/>
              <a:ahLst/>
              <a:cxnLst/>
              <a:rect l="l" t="t" r="r" b="b"/>
              <a:pathLst>
                <a:path w="14074" h="6738" extrusionOk="0">
                  <a:moveTo>
                    <a:pt x="8755" y="0"/>
                  </a:moveTo>
                  <a:lnTo>
                    <a:pt x="8636" y="30"/>
                  </a:lnTo>
                  <a:lnTo>
                    <a:pt x="8471" y="105"/>
                  </a:lnTo>
                  <a:lnTo>
                    <a:pt x="8247" y="224"/>
                  </a:lnTo>
                  <a:lnTo>
                    <a:pt x="7993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07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8" y="2779"/>
                  </a:lnTo>
                  <a:lnTo>
                    <a:pt x="3392" y="3302"/>
                  </a:lnTo>
                  <a:lnTo>
                    <a:pt x="2988" y="3526"/>
                  </a:lnTo>
                  <a:lnTo>
                    <a:pt x="2600" y="3735"/>
                  </a:lnTo>
                  <a:lnTo>
                    <a:pt x="2241" y="3914"/>
                  </a:lnTo>
                  <a:lnTo>
                    <a:pt x="1898" y="4064"/>
                  </a:lnTo>
                  <a:lnTo>
                    <a:pt x="1599" y="4168"/>
                  </a:lnTo>
                  <a:lnTo>
                    <a:pt x="1345" y="4243"/>
                  </a:lnTo>
                  <a:lnTo>
                    <a:pt x="1046" y="4303"/>
                  </a:lnTo>
                  <a:lnTo>
                    <a:pt x="792" y="4392"/>
                  </a:lnTo>
                  <a:lnTo>
                    <a:pt x="568" y="4497"/>
                  </a:lnTo>
                  <a:lnTo>
                    <a:pt x="404" y="4616"/>
                  </a:lnTo>
                  <a:lnTo>
                    <a:pt x="254" y="4751"/>
                  </a:lnTo>
                  <a:lnTo>
                    <a:pt x="150" y="4900"/>
                  </a:lnTo>
                  <a:lnTo>
                    <a:pt x="75" y="5065"/>
                  </a:lnTo>
                  <a:lnTo>
                    <a:pt x="30" y="5214"/>
                  </a:lnTo>
                  <a:lnTo>
                    <a:pt x="0" y="5378"/>
                  </a:lnTo>
                  <a:lnTo>
                    <a:pt x="0" y="5543"/>
                  </a:lnTo>
                  <a:lnTo>
                    <a:pt x="15" y="5722"/>
                  </a:lnTo>
                  <a:lnTo>
                    <a:pt x="45" y="5871"/>
                  </a:lnTo>
                  <a:lnTo>
                    <a:pt x="75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69" y="6484"/>
                  </a:lnTo>
                  <a:lnTo>
                    <a:pt x="299" y="6514"/>
                  </a:lnTo>
                  <a:lnTo>
                    <a:pt x="449" y="6559"/>
                  </a:lnTo>
                  <a:lnTo>
                    <a:pt x="643" y="6603"/>
                  </a:lnTo>
                  <a:lnTo>
                    <a:pt x="912" y="6633"/>
                  </a:lnTo>
                  <a:lnTo>
                    <a:pt x="1240" y="6663"/>
                  </a:lnTo>
                  <a:lnTo>
                    <a:pt x="1614" y="6693"/>
                  </a:lnTo>
                  <a:lnTo>
                    <a:pt x="2495" y="6723"/>
                  </a:lnTo>
                  <a:lnTo>
                    <a:pt x="3541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71" y="6678"/>
                  </a:lnTo>
                  <a:lnTo>
                    <a:pt x="9651" y="6588"/>
                  </a:lnTo>
                  <a:lnTo>
                    <a:pt x="11803" y="6514"/>
                  </a:lnTo>
                  <a:lnTo>
                    <a:pt x="13894" y="6409"/>
                  </a:lnTo>
                  <a:lnTo>
                    <a:pt x="13954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44" y="2151"/>
                  </a:lnTo>
                  <a:lnTo>
                    <a:pt x="14014" y="1793"/>
                  </a:lnTo>
                  <a:lnTo>
                    <a:pt x="13969" y="1479"/>
                  </a:lnTo>
                  <a:lnTo>
                    <a:pt x="13894" y="1225"/>
                  </a:lnTo>
                  <a:lnTo>
                    <a:pt x="13849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0" y="882"/>
                  </a:lnTo>
                  <a:lnTo>
                    <a:pt x="13596" y="822"/>
                  </a:lnTo>
                  <a:lnTo>
                    <a:pt x="13506" y="792"/>
                  </a:lnTo>
                  <a:lnTo>
                    <a:pt x="13416" y="747"/>
                  </a:lnTo>
                  <a:lnTo>
                    <a:pt x="13327" y="732"/>
                  </a:lnTo>
                  <a:lnTo>
                    <a:pt x="13117" y="717"/>
                  </a:lnTo>
                  <a:lnTo>
                    <a:pt x="12893" y="717"/>
                  </a:lnTo>
                  <a:lnTo>
                    <a:pt x="12654" y="762"/>
                  </a:lnTo>
                  <a:lnTo>
                    <a:pt x="12385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6" y="1091"/>
                  </a:lnTo>
                  <a:lnTo>
                    <a:pt x="10727" y="1121"/>
                  </a:lnTo>
                  <a:lnTo>
                    <a:pt x="10458" y="1106"/>
                  </a:lnTo>
                  <a:lnTo>
                    <a:pt x="10324" y="1091"/>
                  </a:lnTo>
                  <a:lnTo>
                    <a:pt x="10204" y="1076"/>
                  </a:lnTo>
                  <a:lnTo>
                    <a:pt x="10055" y="896"/>
                  </a:lnTo>
                  <a:lnTo>
                    <a:pt x="9905" y="717"/>
                  </a:lnTo>
                  <a:lnTo>
                    <a:pt x="9711" y="523"/>
                  </a:lnTo>
                  <a:lnTo>
                    <a:pt x="9487" y="329"/>
                  </a:lnTo>
                  <a:lnTo>
                    <a:pt x="9368" y="239"/>
                  </a:lnTo>
                  <a:lnTo>
                    <a:pt x="9248" y="149"/>
                  </a:lnTo>
                  <a:lnTo>
                    <a:pt x="9129" y="90"/>
                  </a:lnTo>
                  <a:lnTo>
                    <a:pt x="8994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6777253" y="4544433"/>
              <a:ext cx="60758" cy="49689"/>
            </a:xfrm>
            <a:custGeom>
              <a:avLst/>
              <a:gdLst/>
              <a:ahLst/>
              <a:cxnLst/>
              <a:rect l="l" t="t" r="r" b="b"/>
              <a:pathLst>
                <a:path w="2212" h="1809" extrusionOk="0">
                  <a:moveTo>
                    <a:pt x="628" y="1"/>
                  </a:moveTo>
                  <a:lnTo>
                    <a:pt x="389" y="45"/>
                  </a:lnTo>
                  <a:lnTo>
                    <a:pt x="285" y="75"/>
                  </a:lnTo>
                  <a:lnTo>
                    <a:pt x="180" y="105"/>
                  </a:lnTo>
                  <a:lnTo>
                    <a:pt x="106" y="165"/>
                  </a:lnTo>
                  <a:lnTo>
                    <a:pt x="46" y="225"/>
                  </a:lnTo>
                  <a:lnTo>
                    <a:pt x="16" y="314"/>
                  </a:lnTo>
                  <a:lnTo>
                    <a:pt x="1" y="419"/>
                  </a:lnTo>
                  <a:lnTo>
                    <a:pt x="165" y="404"/>
                  </a:lnTo>
                  <a:lnTo>
                    <a:pt x="345" y="434"/>
                  </a:lnTo>
                  <a:lnTo>
                    <a:pt x="524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8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6" y="1046"/>
                  </a:lnTo>
                  <a:lnTo>
                    <a:pt x="1465" y="1226"/>
                  </a:lnTo>
                  <a:lnTo>
                    <a:pt x="1585" y="1405"/>
                  </a:lnTo>
                  <a:lnTo>
                    <a:pt x="1674" y="1554"/>
                  </a:lnTo>
                  <a:lnTo>
                    <a:pt x="1764" y="1689"/>
                  </a:lnTo>
                  <a:lnTo>
                    <a:pt x="1794" y="1719"/>
                  </a:lnTo>
                  <a:lnTo>
                    <a:pt x="1824" y="1764"/>
                  </a:lnTo>
                  <a:lnTo>
                    <a:pt x="1898" y="1793"/>
                  </a:lnTo>
                  <a:lnTo>
                    <a:pt x="1943" y="1808"/>
                  </a:lnTo>
                  <a:lnTo>
                    <a:pt x="2003" y="1808"/>
                  </a:lnTo>
                  <a:lnTo>
                    <a:pt x="2048" y="1793"/>
                  </a:lnTo>
                  <a:lnTo>
                    <a:pt x="2092" y="1778"/>
                  </a:lnTo>
                  <a:lnTo>
                    <a:pt x="2122" y="1749"/>
                  </a:lnTo>
                  <a:lnTo>
                    <a:pt x="2167" y="1719"/>
                  </a:lnTo>
                  <a:lnTo>
                    <a:pt x="2182" y="1674"/>
                  </a:lnTo>
                  <a:lnTo>
                    <a:pt x="2197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197" y="1495"/>
                  </a:lnTo>
                  <a:lnTo>
                    <a:pt x="2182" y="1450"/>
                  </a:lnTo>
                  <a:lnTo>
                    <a:pt x="2078" y="1285"/>
                  </a:lnTo>
                  <a:lnTo>
                    <a:pt x="1973" y="1121"/>
                  </a:lnTo>
                  <a:lnTo>
                    <a:pt x="1824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1" y="389"/>
                  </a:lnTo>
                  <a:lnTo>
                    <a:pt x="1211" y="299"/>
                  </a:lnTo>
                  <a:lnTo>
                    <a:pt x="1077" y="210"/>
                  </a:lnTo>
                  <a:lnTo>
                    <a:pt x="957" y="135"/>
                  </a:lnTo>
                  <a:lnTo>
                    <a:pt x="793" y="6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6805159" y="4528036"/>
              <a:ext cx="52573" cy="48013"/>
            </a:xfrm>
            <a:custGeom>
              <a:avLst/>
              <a:gdLst/>
              <a:ahLst/>
              <a:cxnLst/>
              <a:rect l="l" t="t" r="r" b="b"/>
              <a:pathLst>
                <a:path w="1914" h="1748" extrusionOk="0">
                  <a:moveTo>
                    <a:pt x="524" y="0"/>
                  </a:moveTo>
                  <a:lnTo>
                    <a:pt x="359" y="15"/>
                  </a:lnTo>
                  <a:lnTo>
                    <a:pt x="270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6" y="164"/>
                  </a:lnTo>
                  <a:lnTo>
                    <a:pt x="31" y="239"/>
                  </a:lnTo>
                  <a:lnTo>
                    <a:pt x="1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30" y="433"/>
                  </a:lnTo>
                  <a:lnTo>
                    <a:pt x="434" y="493"/>
                  </a:lnTo>
                  <a:lnTo>
                    <a:pt x="554" y="553"/>
                  </a:lnTo>
                  <a:lnTo>
                    <a:pt x="643" y="628"/>
                  </a:lnTo>
                  <a:lnTo>
                    <a:pt x="837" y="792"/>
                  </a:lnTo>
                  <a:lnTo>
                    <a:pt x="1017" y="986"/>
                  </a:lnTo>
                  <a:lnTo>
                    <a:pt x="1166" y="1165"/>
                  </a:lnTo>
                  <a:lnTo>
                    <a:pt x="1301" y="1345"/>
                  </a:lnTo>
                  <a:lnTo>
                    <a:pt x="1390" y="1479"/>
                  </a:lnTo>
                  <a:lnTo>
                    <a:pt x="1465" y="1614"/>
                  </a:lnTo>
                  <a:lnTo>
                    <a:pt x="1495" y="1658"/>
                  </a:lnTo>
                  <a:lnTo>
                    <a:pt x="1525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4" y="1748"/>
                  </a:lnTo>
                  <a:lnTo>
                    <a:pt x="1749" y="1733"/>
                  </a:lnTo>
                  <a:lnTo>
                    <a:pt x="1794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13" y="1524"/>
                  </a:lnTo>
                  <a:lnTo>
                    <a:pt x="1913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4" y="1210"/>
                  </a:lnTo>
                  <a:lnTo>
                    <a:pt x="1674" y="1046"/>
                  </a:lnTo>
                  <a:lnTo>
                    <a:pt x="1525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2" y="329"/>
                  </a:lnTo>
                  <a:lnTo>
                    <a:pt x="912" y="224"/>
                  </a:lnTo>
                  <a:lnTo>
                    <a:pt x="793" y="149"/>
                  </a:lnTo>
                  <a:lnTo>
                    <a:pt x="658" y="7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6754702" y="4560034"/>
              <a:ext cx="56638" cy="48865"/>
            </a:xfrm>
            <a:custGeom>
              <a:avLst/>
              <a:gdLst/>
              <a:ahLst/>
              <a:cxnLst/>
              <a:rect l="l" t="t" r="r" b="b"/>
              <a:pathLst>
                <a:path w="2062" h="1779" extrusionOk="0">
                  <a:moveTo>
                    <a:pt x="329" y="0"/>
                  </a:moveTo>
                  <a:lnTo>
                    <a:pt x="224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0" y="374"/>
                  </a:lnTo>
                  <a:lnTo>
                    <a:pt x="135" y="389"/>
                  </a:lnTo>
                  <a:lnTo>
                    <a:pt x="269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7" y="583"/>
                  </a:lnTo>
                  <a:lnTo>
                    <a:pt x="792" y="658"/>
                  </a:lnTo>
                  <a:lnTo>
                    <a:pt x="986" y="822"/>
                  </a:lnTo>
                  <a:lnTo>
                    <a:pt x="1151" y="1016"/>
                  </a:lnTo>
                  <a:lnTo>
                    <a:pt x="1300" y="1196"/>
                  </a:lnTo>
                  <a:lnTo>
                    <a:pt x="1434" y="1375"/>
                  </a:lnTo>
                  <a:lnTo>
                    <a:pt x="1524" y="1509"/>
                  </a:lnTo>
                  <a:lnTo>
                    <a:pt x="1614" y="1659"/>
                  </a:lnTo>
                  <a:lnTo>
                    <a:pt x="1629" y="1689"/>
                  </a:lnTo>
                  <a:lnTo>
                    <a:pt x="1674" y="1718"/>
                  </a:lnTo>
                  <a:lnTo>
                    <a:pt x="1748" y="1763"/>
                  </a:lnTo>
                  <a:lnTo>
                    <a:pt x="1793" y="1778"/>
                  </a:lnTo>
                  <a:lnTo>
                    <a:pt x="1838" y="1778"/>
                  </a:lnTo>
                  <a:lnTo>
                    <a:pt x="1883" y="1763"/>
                  </a:lnTo>
                  <a:lnTo>
                    <a:pt x="1927" y="1748"/>
                  </a:lnTo>
                  <a:lnTo>
                    <a:pt x="1972" y="1718"/>
                  </a:lnTo>
                  <a:lnTo>
                    <a:pt x="2002" y="1689"/>
                  </a:lnTo>
                  <a:lnTo>
                    <a:pt x="2047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7" y="1464"/>
                  </a:lnTo>
                  <a:lnTo>
                    <a:pt x="2032" y="1420"/>
                  </a:lnTo>
                  <a:lnTo>
                    <a:pt x="1927" y="1255"/>
                  </a:lnTo>
                  <a:lnTo>
                    <a:pt x="1808" y="1076"/>
                  </a:lnTo>
                  <a:lnTo>
                    <a:pt x="1674" y="882"/>
                  </a:lnTo>
                  <a:lnTo>
                    <a:pt x="1494" y="673"/>
                  </a:lnTo>
                  <a:lnTo>
                    <a:pt x="1285" y="463"/>
                  </a:lnTo>
                  <a:lnTo>
                    <a:pt x="1166" y="359"/>
                  </a:lnTo>
                  <a:lnTo>
                    <a:pt x="1046" y="269"/>
                  </a:lnTo>
                  <a:lnTo>
                    <a:pt x="927" y="180"/>
                  </a:lnTo>
                  <a:lnTo>
                    <a:pt x="807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6818288" y="2926898"/>
              <a:ext cx="463734" cy="1521178"/>
            </a:xfrm>
            <a:custGeom>
              <a:avLst/>
              <a:gdLst/>
              <a:ahLst/>
              <a:cxnLst/>
              <a:rect l="l" t="t" r="r" b="b"/>
              <a:pathLst>
                <a:path w="16883" h="55381" extrusionOk="0">
                  <a:moveTo>
                    <a:pt x="11878" y="0"/>
                  </a:moveTo>
                  <a:lnTo>
                    <a:pt x="10205" y="329"/>
                  </a:lnTo>
                  <a:lnTo>
                    <a:pt x="10190" y="329"/>
                  </a:lnTo>
                  <a:lnTo>
                    <a:pt x="9682" y="448"/>
                  </a:lnTo>
                  <a:lnTo>
                    <a:pt x="9592" y="478"/>
                  </a:lnTo>
                  <a:lnTo>
                    <a:pt x="1" y="1569"/>
                  </a:lnTo>
                  <a:lnTo>
                    <a:pt x="2048" y="30133"/>
                  </a:lnTo>
                  <a:lnTo>
                    <a:pt x="12729" y="55381"/>
                  </a:lnTo>
                  <a:lnTo>
                    <a:pt x="16883" y="55187"/>
                  </a:lnTo>
                  <a:lnTo>
                    <a:pt x="16524" y="53035"/>
                  </a:lnTo>
                  <a:lnTo>
                    <a:pt x="16121" y="50720"/>
                  </a:lnTo>
                  <a:lnTo>
                    <a:pt x="15628" y="47911"/>
                  </a:lnTo>
                  <a:lnTo>
                    <a:pt x="15060" y="44878"/>
                  </a:lnTo>
                  <a:lnTo>
                    <a:pt x="14761" y="43340"/>
                  </a:lnTo>
                  <a:lnTo>
                    <a:pt x="14462" y="41846"/>
                  </a:lnTo>
                  <a:lnTo>
                    <a:pt x="14149" y="40411"/>
                  </a:lnTo>
                  <a:lnTo>
                    <a:pt x="13850" y="39082"/>
                  </a:lnTo>
                  <a:lnTo>
                    <a:pt x="13566" y="37872"/>
                  </a:lnTo>
                  <a:lnTo>
                    <a:pt x="13297" y="36841"/>
                  </a:lnTo>
                  <a:lnTo>
                    <a:pt x="13013" y="35900"/>
                  </a:lnTo>
                  <a:lnTo>
                    <a:pt x="12744" y="34973"/>
                  </a:lnTo>
                  <a:lnTo>
                    <a:pt x="12461" y="34092"/>
                  </a:lnTo>
                  <a:lnTo>
                    <a:pt x="12192" y="33226"/>
                  </a:lnTo>
                  <a:lnTo>
                    <a:pt x="11639" y="31642"/>
                  </a:lnTo>
                  <a:lnTo>
                    <a:pt x="11146" y="30253"/>
                  </a:lnTo>
                  <a:lnTo>
                    <a:pt x="10713" y="29102"/>
                  </a:lnTo>
                  <a:lnTo>
                    <a:pt x="10384" y="28236"/>
                  </a:lnTo>
                  <a:lnTo>
                    <a:pt x="10070" y="27489"/>
                  </a:lnTo>
                  <a:lnTo>
                    <a:pt x="10249" y="24023"/>
                  </a:lnTo>
                  <a:lnTo>
                    <a:pt x="10459" y="20333"/>
                  </a:lnTo>
                  <a:lnTo>
                    <a:pt x="10713" y="15940"/>
                  </a:lnTo>
                  <a:lnTo>
                    <a:pt x="10996" y="11264"/>
                  </a:lnTo>
                  <a:lnTo>
                    <a:pt x="11295" y="6753"/>
                  </a:lnTo>
                  <a:lnTo>
                    <a:pt x="11445" y="4706"/>
                  </a:lnTo>
                  <a:lnTo>
                    <a:pt x="11594" y="2853"/>
                  </a:lnTo>
                  <a:lnTo>
                    <a:pt x="11729" y="1270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7167911" y="4420092"/>
              <a:ext cx="131350" cy="137090"/>
            </a:xfrm>
            <a:custGeom>
              <a:avLst/>
              <a:gdLst/>
              <a:ahLst/>
              <a:cxnLst/>
              <a:rect l="l" t="t" r="r" b="b"/>
              <a:pathLst>
                <a:path w="4782" h="4991" extrusionOk="0">
                  <a:moveTo>
                    <a:pt x="0" y="1"/>
                  </a:moveTo>
                  <a:lnTo>
                    <a:pt x="1196" y="4886"/>
                  </a:lnTo>
                  <a:lnTo>
                    <a:pt x="1599" y="4946"/>
                  </a:lnTo>
                  <a:lnTo>
                    <a:pt x="1972" y="4976"/>
                  </a:lnTo>
                  <a:lnTo>
                    <a:pt x="2331" y="4991"/>
                  </a:lnTo>
                  <a:lnTo>
                    <a:pt x="2675" y="4976"/>
                  </a:lnTo>
                  <a:lnTo>
                    <a:pt x="2988" y="4961"/>
                  </a:lnTo>
                  <a:lnTo>
                    <a:pt x="3272" y="4916"/>
                  </a:lnTo>
                  <a:lnTo>
                    <a:pt x="3556" y="4871"/>
                  </a:lnTo>
                  <a:lnTo>
                    <a:pt x="3795" y="4811"/>
                  </a:lnTo>
                  <a:lnTo>
                    <a:pt x="4019" y="4752"/>
                  </a:lnTo>
                  <a:lnTo>
                    <a:pt x="4213" y="4692"/>
                  </a:lnTo>
                  <a:lnTo>
                    <a:pt x="4512" y="4572"/>
                  </a:lnTo>
                  <a:lnTo>
                    <a:pt x="4706" y="4483"/>
                  </a:lnTo>
                  <a:lnTo>
                    <a:pt x="4781" y="4453"/>
                  </a:lnTo>
                  <a:lnTo>
                    <a:pt x="3571" y="2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7133440" y="4405342"/>
              <a:ext cx="183455" cy="74712"/>
            </a:xfrm>
            <a:custGeom>
              <a:avLst/>
              <a:gdLst/>
              <a:ahLst/>
              <a:cxnLst/>
              <a:rect l="l" t="t" r="r" b="b"/>
              <a:pathLst>
                <a:path w="6679" h="2720" extrusionOk="0">
                  <a:moveTo>
                    <a:pt x="6380" y="0"/>
                  </a:moveTo>
                  <a:lnTo>
                    <a:pt x="105" y="374"/>
                  </a:lnTo>
                  <a:lnTo>
                    <a:pt x="45" y="732"/>
                  </a:lnTo>
                  <a:lnTo>
                    <a:pt x="15" y="1076"/>
                  </a:lnTo>
                  <a:lnTo>
                    <a:pt x="1" y="1240"/>
                  </a:lnTo>
                  <a:lnTo>
                    <a:pt x="15" y="1404"/>
                  </a:lnTo>
                  <a:lnTo>
                    <a:pt x="30" y="1554"/>
                  </a:lnTo>
                  <a:lnTo>
                    <a:pt x="45" y="1703"/>
                  </a:lnTo>
                  <a:lnTo>
                    <a:pt x="90" y="1838"/>
                  </a:lnTo>
                  <a:lnTo>
                    <a:pt x="135" y="1972"/>
                  </a:lnTo>
                  <a:lnTo>
                    <a:pt x="195" y="2107"/>
                  </a:lnTo>
                  <a:lnTo>
                    <a:pt x="269" y="2241"/>
                  </a:lnTo>
                  <a:lnTo>
                    <a:pt x="359" y="2376"/>
                  </a:lnTo>
                  <a:lnTo>
                    <a:pt x="464" y="2495"/>
                  </a:lnTo>
                  <a:lnTo>
                    <a:pt x="583" y="2615"/>
                  </a:lnTo>
                  <a:lnTo>
                    <a:pt x="718" y="2719"/>
                  </a:lnTo>
                  <a:lnTo>
                    <a:pt x="6589" y="2390"/>
                  </a:lnTo>
                  <a:lnTo>
                    <a:pt x="6634" y="2077"/>
                  </a:lnTo>
                  <a:lnTo>
                    <a:pt x="6679" y="1778"/>
                  </a:lnTo>
                  <a:lnTo>
                    <a:pt x="6679" y="1464"/>
                  </a:lnTo>
                  <a:lnTo>
                    <a:pt x="6664" y="1165"/>
                  </a:lnTo>
                  <a:lnTo>
                    <a:pt x="6634" y="867"/>
                  </a:lnTo>
                  <a:lnTo>
                    <a:pt x="6574" y="583"/>
                  </a:lnTo>
                  <a:lnTo>
                    <a:pt x="6484" y="284"/>
                  </a:lnTo>
                  <a:lnTo>
                    <a:pt x="6380" y="0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6933181" y="4493977"/>
              <a:ext cx="386605" cy="185076"/>
            </a:xfrm>
            <a:custGeom>
              <a:avLst/>
              <a:gdLst/>
              <a:ahLst/>
              <a:cxnLst/>
              <a:rect l="l" t="t" r="r" b="b"/>
              <a:pathLst>
                <a:path w="14075" h="6738" extrusionOk="0">
                  <a:moveTo>
                    <a:pt x="8756" y="0"/>
                  </a:moveTo>
                  <a:lnTo>
                    <a:pt x="8636" y="30"/>
                  </a:lnTo>
                  <a:lnTo>
                    <a:pt x="8472" y="105"/>
                  </a:lnTo>
                  <a:lnTo>
                    <a:pt x="8248" y="224"/>
                  </a:lnTo>
                  <a:lnTo>
                    <a:pt x="7994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23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9" y="2779"/>
                  </a:lnTo>
                  <a:lnTo>
                    <a:pt x="3407" y="3302"/>
                  </a:lnTo>
                  <a:lnTo>
                    <a:pt x="2989" y="3526"/>
                  </a:lnTo>
                  <a:lnTo>
                    <a:pt x="2600" y="3735"/>
                  </a:lnTo>
                  <a:lnTo>
                    <a:pt x="2242" y="3914"/>
                  </a:lnTo>
                  <a:lnTo>
                    <a:pt x="1898" y="4064"/>
                  </a:lnTo>
                  <a:lnTo>
                    <a:pt x="1600" y="4168"/>
                  </a:lnTo>
                  <a:lnTo>
                    <a:pt x="1346" y="4243"/>
                  </a:lnTo>
                  <a:lnTo>
                    <a:pt x="1047" y="4303"/>
                  </a:lnTo>
                  <a:lnTo>
                    <a:pt x="793" y="4392"/>
                  </a:lnTo>
                  <a:lnTo>
                    <a:pt x="584" y="4497"/>
                  </a:lnTo>
                  <a:lnTo>
                    <a:pt x="404" y="4616"/>
                  </a:lnTo>
                  <a:lnTo>
                    <a:pt x="270" y="4751"/>
                  </a:lnTo>
                  <a:lnTo>
                    <a:pt x="165" y="4900"/>
                  </a:lnTo>
                  <a:lnTo>
                    <a:pt x="91" y="5065"/>
                  </a:lnTo>
                  <a:lnTo>
                    <a:pt x="31" y="5214"/>
                  </a:lnTo>
                  <a:lnTo>
                    <a:pt x="16" y="5378"/>
                  </a:lnTo>
                  <a:lnTo>
                    <a:pt x="1" y="5543"/>
                  </a:lnTo>
                  <a:lnTo>
                    <a:pt x="16" y="5722"/>
                  </a:lnTo>
                  <a:lnTo>
                    <a:pt x="46" y="5871"/>
                  </a:lnTo>
                  <a:lnTo>
                    <a:pt x="91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70" y="6484"/>
                  </a:lnTo>
                  <a:lnTo>
                    <a:pt x="315" y="6514"/>
                  </a:lnTo>
                  <a:lnTo>
                    <a:pt x="449" y="6559"/>
                  </a:lnTo>
                  <a:lnTo>
                    <a:pt x="658" y="6603"/>
                  </a:lnTo>
                  <a:lnTo>
                    <a:pt x="912" y="6633"/>
                  </a:lnTo>
                  <a:lnTo>
                    <a:pt x="1241" y="6663"/>
                  </a:lnTo>
                  <a:lnTo>
                    <a:pt x="1614" y="6693"/>
                  </a:lnTo>
                  <a:lnTo>
                    <a:pt x="2511" y="6723"/>
                  </a:lnTo>
                  <a:lnTo>
                    <a:pt x="3542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87" y="6678"/>
                  </a:lnTo>
                  <a:lnTo>
                    <a:pt x="9652" y="6588"/>
                  </a:lnTo>
                  <a:lnTo>
                    <a:pt x="11803" y="6514"/>
                  </a:lnTo>
                  <a:lnTo>
                    <a:pt x="13895" y="6409"/>
                  </a:lnTo>
                  <a:lnTo>
                    <a:pt x="13955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59" y="2151"/>
                  </a:lnTo>
                  <a:lnTo>
                    <a:pt x="14014" y="1793"/>
                  </a:lnTo>
                  <a:lnTo>
                    <a:pt x="13970" y="1479"/>
                  </a:lnTo>
                  <a:lnTo>
                    <a:pt x="13895" y="1225"/>
                  </a:lnTo>
                  <a:lnTo>
                    <a:pt x="13850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1" y="882"/>
                  </a:lnTo>
                  <a:lnTo>
                    <a:pt x="13596" y="822"/>
                  </a:lnTo>
                  <a:lnTo>
                    <a:pt x="13521" y="792"/>
                  </a:lnTo>
                  <a:lnTo>
                    <a:pt x="13432" y="747"/>
                  </a:lnTo>
                  <a:lnTo>
                    <a:pt x="13327" y="732"/>
                  </a:lnTo>
                  <a:lnTo>
                    <a:pt x="13118" y="717"/>
                  </a:lnTo>
                  <a:lnTo>
                    <a:pt x="12894" y="717"/>
                  </a:lnTo>
                  <a:lnTo>
                    <a:pt x="12655" y="762"/>
                  </a:lnTo>
                  <a:lnTo>
                    <a:pt x="12386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7" y="1091"/>
                  </a:lnTo>
                  <a:lnTo>
                    <a:pt x="10728" y="1121"/>
                  </a:lnTo>
                  <a:lnTo>
                    <a:pt x="10459" y="1106"/>
                  </a:lnTo>
                  <a:lnTo>
                    <a:pt x="10324" y="1091"/>
                  </a:lnTo>
                  <a:lnTo>
                    <a:pt x="10205" y="1076"/>
                  </a:lnTo>
                  <a:lnTo>
                    <a:pt x="10070" y="896"/>
                  </a:lnTo>
                  <a:lnTo>
                    <a:pt x="9921" y="717"/>
                  </a:lnTo>
                  <a:lnTo>
                    <a:pt x="9727" y="523"/>
                  </a:lnTo>
                  <a:lnTo>
                    <a:pt x="9503" y="329"/>
                  </a:lnTo>
                  <a:lnTo>
                    <a:pt x="9383" y="239"/>
                  </a:lnTo>
                  <a:lnTo>
                    <a:pt x="9249" y="149"/>
                  </a:lnTo>
                  <a:lnTo>
                    <a:pt x="9129" y="90"/>
                  </a:lnTo>
                  <a:lnTo>
                    <a:pt x="8995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7072711" y="4544433"/>
              <a:ext cx="60758" cy="49689"/>
            </a:xfrm>
            <a:custGeom>
              <a:avLst/>
              <a:gdLst/>
              <a:ahLst/>
              <a:cxnLst/>
              <a:rect l="l" t="t" r="r" b="b"/>
              <a:pathLst>
                <a:path w="2212" h="1809" extrusionOk="0">
                  <a:moveTo>
                    <a:pt x="643" y="1"/>
                  </a:moveTo>
                  <a:lnTo>
                    <a:pt x="389" y="45"/>
                  </a:lnTo>
                  <a:lnTo>
                    <a:pt x="284" y="75"/>
                  </a:lnTo>
                  <a:lnTo>
                    <a:pt x="180" y="105"/>
                  </a:lnTo>
                  <a:lnTo>
                    <a:pt x="105" y="165"/>
                  </a:lnTo>
                  <a:lnTo>
                    <a:pt x="45" y="225"/>
                  </a:lnTo>
                  <a:lnTo>
                    <a:pt x="15" y="314"/>
                  </a:lnTo>
                  <a:lnTo>
                    <a:pt x="0" y="419"/>
                  </a:lnTo>
                  <a:lnTo>
                    <a:pt x="0" y="419"/>
                  </a:lnTo>
                  <a:lnTo>
                    <a:pt x="165" y="404"/>
                  </a:lnTo>
                  <a:lnTo>
                    <a:pt x="344" y="434"/>
                  </a:lnTo>
                  <a:lnTo>
                    <a:pt x="538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7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5" y="1046"/>
                  </a:lnTo>
                  <a:lnTo>
                    <a:pt x="1465" y="1226"/>
                  </a:lnTo>
                  <a:lnTo>
                    <a:pt x="1584" y="1405"/>
                  </a:lnTo>
                  <a:lnTo>
                    <a:pt x="1689" y="1554"/>
                  </a:lnTo>
                  <a:lnTo>
                    <a:pt x="1763" y="1689"/>
                  </a:lnTo>
                  <a:lnTo>
                    <a:pt x="1793" y="1719"/>
                  </a:lnTo>
                  <a:lnTo>
                    <a:pt x="1823" y="1764"/>
                  </a:lnTo>
                  <a:lnTo>
                    <a:pt x="1898" y="1793"/>
                  </a:lnTo>
                  <a:lnTo>
                    <a:pt x="1958" y="1808"/>
                  </a:lnTo>
                  <a:lnTo>
                    <a:pt x="2002" y="1808"/>
                  </a:lnTo>
                  <a:lnTo>
                    <a:pt x="2047" y="1793"/>
                  </a:lnTo>
                  <a:lnTo>
                    <a:pt x="2092" y="1778"/>
                  </a:lnTo>
                  <a:lnTo>
                    <a:pt x="2137" y="1749"/>
                  </a:lnTo>
                  <a:lnTo>
                    <a:pt x="2167" y="1719"/>
                  </a:lnTo>
                  <a:lnTo>
                    <a:pt x="2197" y="1674"/>
                  </a:lnTo>
                  <a:lnTo>
                    <a:pt x="2212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212" y="1495"/>
                  </a:lnTo>
                  <a:lnTo>
                    <a:pt x="2182" y="1450"/>
                  </a:lnTo>
                  <a:lnTo>
                    <a:pt x="2077" y="1285"/>
                  </a:lnTo>
                  <a:lnTo>
                    <a:pt x="1972" y="1121"/>
                  </a:lnTo>
                  <a:lnTo>
                    <a:pt x="1823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0" y="389"/>
                  </a:lnTo>
                  <a:lnTo>
                    <a:pt x="1211" y="299"/>
                  </a:lnTo>
                  <a:lnTo>
                    <a:pt x="1091" y="210"/>
                  </a:lnTo>
                  <a:lnTo>
                    <a:pt x="957" y="135"/>
                  </a:lnTo>
                  <a:lnTo>
                    <a:pt x="792" y="60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7100618" y="4528036"/>
              <a:ext cx="52957" cy="48013"/>
            </a:xfrm>
            <a:custGeom>
              <a:avLst/>
              <a:gdLst/>
              <a:ahLst/>
              <a:cxnLst/>
              <a:rect l="l" t="t" r="r" b="b"/>
              <a:pathLst>
                <a:path w="1928" h="1748" extrusionOk="0">
                  <a:moveTo>
                    <a:pt x="523" y="0"/>
                  </a:moveTo>
                  <a:lnTo>
                    <a:pt x="359" y="15"/>
                  </a:lnTo>
                  <a:lnTo>
                    <a:pt x="284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5" y="164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29" y="433"/>
                  </a:lnTo>
                  <a:lnTo>
                    <a:pt x="449" y="493"/>
                  </a:lnTo>
                  <a:lnTo>
                    <a:pt x="553" y="553"/>
                  </a:lnTo>
                  <a:lnTo>
                    <a:pt x="658" y="628"/>
                  </a:lnTo>
                  <a:lnTo>
                    <a:pt x="852" y="792"/>
                  </a:lnTo>
                  <a:lnTo>
                    <a:pt x="1016" y="986"/>
                  </a:lnTo>
                  <a:lnTo>
                    <a:pt x="1166" y="1165"/>
                  </a:lnTo>
                  <a:lnTo>
                    <a:pt x="1300" y="1345"/>
                  </a:lnTo>
                  <a:lnTo>
                    <a:pt x="1390" y="1479"/>
                  </a:lnTo>
                  <a:lnTo>
                    <a:pt x="1479" y="1614"/>
                  </a:lnTo>
                  <a:lnTo>
                    <a:pt x="1494" y="1658"/>
                  </a:lnTo>
                  <a:lnTo>
                    <a:pt x="1539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3" y="1748"/>
                  </a:lnTo>
                  <a:lnTo>
                    <a:pt x="1748" y="1733"/>
                  </a:lnTo>
                  <a:lnTo>
                    <a:pt x="1793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28" y="1524"/>
                  </a:lnTo>
                  <a:lnTo>
                    <a:pt x="1928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3" y="1210"/>
                  </a:lnTo>
                  <a:lnTo>
                    <a:pt x="1674" y="1046"/>
                  </a:lnTo>
                  <a:lnTo>
                    <a:pt x="1539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1" y="329"/>
                  </a:lnTo>
                  <a:lnTo>
                    <a:pt x="912" y="224"/>
                  </a:lnTo>
                  <a:lnTo>
                    <a:pt x="792" y="149"/>
                  </a:lnTo>
                  <a:lnTo>
                    <a:pt x="658" y="7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7050134" y="4560034"/>
              <a:ext cx="56665" cy="48865"/>
            </a:xfrm>
            <a:custGeom>
              <a:avLst/>
              <a:gdLst/>
              <a:ahLst/>
              <a:cxnLst/>
              <a:rect l="l" t="t" r="r" b="b"/>
              <a:pathLst>
                <a:path w="2063" h="1779" extrusionOk="0">
                  <a:moveTo>
                    <a:pt x="329" y="0"/>
                  </a:moveTo>
                  <a:lnTo>
                    <a:pt x="225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1" y="180"/>
                  </a:lnTo>
                  <a:lnTo>
                    <a:pt x="1" y="269"/>
                  </a:lnTo>
                  <a:lnTo>
                    <a:pt x="1" y="374"/>
                  </a:lnTo>
                  <a:lnTo>
                    <a:pt x="135" y="389"/>
                  </a:lnTo>
                  <a:lnTo>
                    <a:pt x="270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8" y="583"/>
                  </a:lnTo>
                  <a:lnTo>
                    <a:pt x="793" y="658"/>
                  </a:lnTo>
                  <a:lnTo>
                    <a:pt x="987" y="822"/>
                  </a:lnTo>
                  <a:lnTo>
                    <a:pt x="1151" y="1016"/>
                  </a:lnTo>
                  <a:lnTo>
                    <a:pt x="1315" y="1196"/>
                  </a:lnTo>
                  <a:lnTo>
                    <a:pt x="1435" y="1375"/>
                  </a:lnTo>
                  <a:lnTo>
                    <a:pt x="1525" y="1509"/>
                  </a:lnTo>
                  <a:lnTo>
                    <a:pt x="1614" y="1659"/>
                  </a:lnTo>
                  <a:lnTo>
                    <a:pt x="1644" y="1689"/>
                  </a:lnTo>
                  <a:lnTo>
                    <a:pt x="1674" y="1718"/>
                  </a:lnTo>
                  <a:lnTo>
                    <a:pt x="1749" y="1763"/>
                  </a:lnTo>
                  <a:lnTo>
                    <a:pt x="1794" y="1778"/>
                  </a:lnTo>
                  <a:lnTo>
                    <a:pt x="1838" y="1778"/>
                  </a:lnTo>
                  <a:lnTo>
                    <a:pt x="1898" y="1763"/>
                  </a:lnTo>
                  <a:lnTo>
                    <a:pt x="1943" y="1748"/>
                  </a:lnTo>
                  <a:lnTo>
                    <a:pt x="1973" y="1718"/>
                  </a:lnTo>
                  <a:lnTo>
                    <a:pt x="2018" y="1689"/>
                  </a:lnTo>
                  <a:lnTo>
                    <a:pt x="2048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8" y="1464"/>
                  </a:lnTo>
                  <a:lnTo>
                    <a:pt x="2033" y="1420"/>
                  </a:lnTo>
                  <a:lnTo>
                    <a:pt x="1928" y="1255"/>
                  </a:lnTo>
                  <a:lnTo>
                    <a:pt x="1823" y="1076"/>
                  </a:lnTo>
                  <a:lnTo>
                    <a:pt x="1674" y="882"/>
                  </a:lnTo>
                  <a:lnTo>
                    <a:pt x="1495" y="673"/>
                  </a:lnTo>
                  <a:lnTo>
                    <a:pt x="1286" y="463"/>
                  </a:lnTo>
                  <a:lnTo>
                    <a:pt x="1181" y="359"/>
                  </a:lnTo>
                  <a:lnTo>
                    <a:pt x="1062" y="269"/>
                  </a:lnTo>
                  <a:lnTo>
                    <a:pt x="927" y="180"/>
                  </a:lnTo>
                  <a:lnTo>
                    <a:pt x="808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6609019" y="1712683"/>
              <a:ext cx="127229" cy="219987"/>
            </a:xfrm>
            <a:custGeom>
              <a:avLst/>
              <a:gdLst/>
              <a:ahLst/>
              <a:cxnLst/>
              <a:rect l="l" t="t" r="r" b="b"/>
              <a:pathLst>
                <a:path w="4632" h="8009" extrusionOk="0">
                  <a:moveTo>
                    <a:pt x="299" y="1"/>
                  </a:moveTo>
                  <a:lnTo>
                    <a:pt x="180" y="16"/>
                  </a:lnTo>
                  <a:lnTo>
                    <a:pt x="75" y="31"/>
                  </a:lnTo>
                  <a:lnTo>
                    <a:pt x="150" y="180"/>
                  </a:lnTo>
                  <a:lnTo>
                    <a:pt x="329" y="599"/>
                  </a:lnTo>
                  <a:lnTo>
                    <a:pt x="449" y="897"/>
                  </a:lnTo>
                  <a:lnTo>
                    <a:pt x="568" y="1226"/>
                  </a:lnTo>
                  <a:lnTo>
                    <a:pt x="673" y="1614"/>
                  </a:lnTo>
                  <a:lnTo>
                    <a:pt x="778" y="2033"/>
                  </a:lnTo>
                  <a:lnTo>
                    <a:pt x="867" y="2466"/>
                  </a:lnTo>
                  <a:lnTo>
                    <a:pt x="942" y="2929"/>
                  </a:lnTo>
                  <a:lnTo>
                    <a:pt x="957" y="3168"/>
                  </a:lnTo>
                  <a:lnTo>
                    <a:pt x="972" y="3407"/>
                  </a:lnTo>
                  <a:lnTo>
                    <a:pt x="987" y="3646"/>
                  </a:lnTo>
                  <a:lnTo>
                    <a:pt x="972" y="3900"/>
                  </a:lnTo>
                  <a:lnTo>
                    <a:pt x="957" y="4139"/>
                  </a:lnTo>
                  <a:lnTo>
                    <a:pt x="927" y="4378"/>
                  </a:lnTo>
                  <a:lnTo>
                    <a:pt x="882" y="4632"/>
                  </a:lnTo>
                  <a:lnTo>
                    <a:pt x="822" y="4871"/>
                  </a:lnTo>
                  <a:lnTo>
                    <a:pt x="763" y="5110"/>
                  </a:lnTo>
                  <a:lnTo>
                    <a:pt x="673" y="5334"/>
                  </a:lnTo>
                  <a:lnTo>
                    <a:pt x="568" y="5573"/>
                  </a:lnTo>
                  <a:lnTo>
                    <a:pt x="449" y="5798"/>
                  </a:lnTo>
                  <a:lnTo>
                    <a:pt x="344" y="5992"/>
                  </a:lnTo>
                  <a:lnTo>
                    <a:pt x="240" y="6291"/>
                  </a:lnTo>
                  <a:lnTo>
                    <a:pt x="120" y="6664"/>
                  </a:lnTo>
                  <a:lnTo>
                    <a:pt x="1" y="7112"/>
                  </a:lnTo>
                  <a:lnTo>
                    <a:pt x="987" y="7336"/>
                  </a:lnTo>
                  <a:lnTo>
                    <a:pt x="1868" y="7530"/>
                  </a:lnTo>
                  <a:lnTo>
                    <a:pt x="2750" y="7695"/>
                  </a:lnTo>
                  <a:lnTo>
                    <a:pt x="3646" y="7859"/>
                  </a:lnTo>
                  <a:lnTo>
                    <a:pt x="4527" y="8009"/>
                  </a:lnTo>
                  <a:lnTo>
                    <a:pt x="4572" y="7545"/>
                  </a:lnTo>
                  <a:lnTo>
                    <a:pt x="4602" y="7112"/>
                  </a:lnTo>
                  <a:lnTo>
                    <a:pt x="4632" y="6679"/>
                  </a:lnTo>
                  <a:lnTo>
                    <a:pt x="4632" y="6276"/>
                  </a:lnTo>
                  <a:lnTo>
                    <a:pt x="4632" y="5872"/>
                  </a:lnTo>
                  <a:lnTo>
                    <a:pt x="4602" y="5499"/>
                  </a:lnTo>
                  <a:lnTo>
                    <a:pt x="4572" y="5155"/>
                  </a:lnTo>
                  <a:lnTo>
                    <a:pt x="4527" y="4811"/>
                  </a:lnTo>
                  <a:lnTo>
                    <a:pt x="4468" y="4498"/>
                  </a:lnTo>
                  <a:lnTo>
                    <a:pt x="4393" y="4199"/>
                  </a:lnTo>
                  <a:lnTo>
                    <a:pt x="4303" y="3900"/>
                  </a:lnTo>
                  <a:lnTo>
                    <a:pt x="4199" y="3616"/>
                  </a:lnTo>
                  <a:lnTo>
                    <a:pt x="4094" y="3332"/>
                  </a:lnTo>
                  <a:lnTo>
                    <a:pt x="3975" y="3079"/>
                  </a:lnTo>
                  <a:lnTo>
                    <a:pt x="3855" y="2825"/>
                  </a:lnTo>
                  <a:lnTo>
                    <a:pt x="3721" y="2571"/>
                  </a:lnTo>
                  <a:lnTo>
                    <a:pt x="3586" y="2346"/>
                  </a:lnTo>
                  <a:lnTo>
                    <a:pt x="3437" y="2122"/>
                  </a:lnTo>
                  <a:lnTo>
                    <a:pt x="3287" y="1913"/>
                  </a:lnTo>
                  <a:lnTo>
                    <a:pt x="3138" y="1719"/>
                  </a:lnTo>
                  <a:lnTo>
                    <a:pt x="2974" y="1525"/>
                  </a:lnTo>
                  <a:lnTo>
                    <a:pt x="2809" y="1346"/>
                  </a:lnTo>
                  <a:lnTo>
                    <a:pt x="2645" y="1181"/>
                  </a:lnTo>
                  <a:lnTo>
                    <a:pt x="2481" y="1017"/>
                  </a:lnTo>
                  <a:lnTo>
                    <a:pt x="2301" y="867"/>
                  </a:lnTo>
                  <a:lnTo>
                    <a:pt x="2137" y="733"/>
                  </a:lnTo>
                  <a:lnTo>
                    <a:pt x="1793" y="509"/>
                  </a:lnTo>
                  <a:lnTo>
                    <a:pt x="1465" y="315"/>
                  </a:lnTo>
                  <a:lnTo>
                    <a:pt x="1136" y="165"/>
                  </a:lnTo>
                  <a:lnTo>
                    <a:pt x="987" y="106"/>
                  </a:lnTo>
                  <a:lnTo>
                    <a:pt x="837" y="61"/>
                  </a:lnTo>
                  <a:lnTo>
                    <a:pt x="688" y="31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6587678" y="1823895"/>
              <a:ext cx="579042" cy="1208515"/>
            </a:xfrm>
            <a:custGeom>
              <a:avLst/>
              <a:gdLst/>
              <a:ahLst/>
              <a:cxnLst/>
              <a:rect l="l" t="t" r="r" b="b"/>
              <a:pathLst>
                <a:path w="21081" h="43998" extrusionOk="0">
                  <a:moveTo>
                    <a:pt x="8621" y="1"/>
                  </a:moveTo>
                  <a:lnTo>
                    <a:pt x="8292" y="16"/>
                  </a:lnTo>
                  <a:lnTo>
                    <a:pt x="7964" y="30"/>
                  </a:lnTo>
                  <a:lnTo>
                    <a:pt x="7635" y="60"/>
                  </a:lnTo>
                  <a:lnTo>
                    <a:pt x="7321" y="105"/>
                  </a:lnTo>
                  <a:lnTo>
                    <a:pt x="7097" y="150"/>
                  </a:lnTo>
                  <a:lnTo>
                    <a:pt x="6858" y="210"/>
                  </a:lnTo>
                  <a:lnTo>
                    <a:pt x="6634" y="299"/>
                  </a:lnTo>
                  <a:lnTo>
                    <a:pt x="6410" y="389"/>
                  </a:lnTo>
                  <a:lnTo>
                    <a:pt x="6186" y="509"/>
                  </a:lnTo>
                  <a:lnTo>
                    <a:pt x="5962" y="628"/>
                  </a:lnTo>
                  <a:lnTo>
                    <a:pt x="5723" y="762"/>
                  </a:lnTo>
                  <a:lnTo>
                    <a:pt x="5499" y="912"/>
                  </a:lnTo>
                  <a:lnTo>
                    <a:pt x="5275" y="1076"/>
                  </a:lnTo>
                  <a:lnTo>
                    <a:pt x="5065" y="1241"/>
                  </a:lnTo>
                  <a:lnTo>
                    <a:pt x="4632" y="1599"/>
                  </a:lnTo>
                  <a:lnTo>
                    <a:pt x="4199" y="1988"/>
                  </a:lnTo>
                  <a:lnTo>
                    <a:pt x="3810" y="2406"/>
                  </a:lnTo>
                  <a:lnTo>
                    <a:pt x="3422" y="2824"/>
                  </a:lnTo>
                  <a:lnTo>
                    <a:pt x="3078" y="3242"/>
                  </a:lnTo>
                  <a:lnTo>
                    <a:pt x="2765" y="3661"/>
                  </a:lnTo>
                  <a:lnTo>
                    <a:pt x="2466" y="4079"/>
                  </a:lnTo>
                  <a:lnTo>
                    <a:pt x="2227" y="4467"/>
                  </a:lnTo>
                  <a:lnTo>
                    <a:pt x="2018" y="4826"/>
                  </a:lnTo>
                  <a:lnTo>
                    <a:pt x="1868" y="5140"/>
                  </a:lnTo>
                  <a:lnTo>
                    <a:pt x="1764" y="5424"/>
                  </a:lnTo>
                  <a:lnTo>
                    <a:pt x="1659" y="5782"/>
                  </a:lnTo>
                  <a:lnTo>
                    <a:pt x="1555" y="6126"/>
                  </a:lnTo>
                  <a:lnTo>
                    <a:pt x="1480" y="6499"/>
                  </a:lnTo>
                  <a:lnTo>
                    <a:pt x="1405" y="6918"/>
                  </a:lnTo>
                  <a:lnTo>
                    <a:pt x="1360" y="7411"/>
                  </a:lnTo>
                  <a:lnTo>
                    <a:pt x="1316" y="7978"/>
                  </a:lnTo>
                  <a:lnTo>
                    <a:pt x="1271" y="8651"/>
                  </a:lnTo>
                  <a:lnTo>
                    <a:pt x="1256" y="9457"/>
                  </a:lnTo>
                  <a:lnTo>
                    <a:pt x="1226" y="11668"/>
                  </a:lnTo>
                  <a:lnTo>
                    <a:pt x="1226" y="12759"/>
                  </a:lnTo>
                  <a:lnTo>
                    <a:pt x="1241" y="13835"/>
                  </a:lnTo>
                  <a:lnTo>
                    <a:pt x="1286" y="14925"/>
                  </a:lnTo>
                  <a:lnTo>
                    <a:pt x="1360" y="16031"/>
                  </a:lnTo>
                  <a:lnTo>
                    <a:pt x="1405" y="16583"/>
                  </a:lnTo>
                  <a:lnTo>
                    <a:pt x="1465" y="17151"/>
                  </a:lnTo>
                  <a:lnTo>
                    <a:pt x="1540" y="17734"/>
                  </a:lnTo>
                  <a:lnTo>
                    <a:pt x="1614" y="18316"/>
                  </a:lnTo>
                  <a:lnTo>
                    <a:pt x="1659" y="18600"/>
                  </a:lnTo>
                  <a:lnTo>
                    <a:pt x="1704" y="18899"/>
                  </a:lnTo>
                  <a:lnTo>
                    <a:pt x="1734" y="19213"/>
                  </a:lnTo>
                  <a:lnTo>
                    <a:pt x="1779" y="19885"/>
                  </a:lnTo>
                  <a:lnTo>
                    <a:pt x="1809" y="20617"/>
                  </a:lnTo>
                  <a:lnTo>
                    <a:pt x="1809" y="21424"/>
                  </a:lnTo>
                  <a:lnTo>
                    <a:pt x="1779" y="22260"/>
                  </a:lnTo>
                  <a:lnTo>
                    <a:pt x="1734" y="23142"/>
                  </a:lnTo>
                  <a:lnTo>
                    <a:pt x="1689" y="24083"/>
                  </a:lnTo>
                  <a:lnTo>
                    <a:pt x="1614" y="25039"/>
                  </a:lnTo>
                  <a:lnTo>
                    <a:pt x="1584" y="25338"/>
                  </a:lnTo>
                  <a:lnTo>
                    <a:pt x="1570" y="25487"/>
                  </a:lnTo>
                  <a:lnTo>
                    <a:pt x="1540" y="25786"/>
                  </a:lnTo>
                  <a:lnTo>
                    <a:pt x="1435" y="26966"/>
                  </a:lnTo>
                  <a:lnTo>
                    <a:pt x="1301" y="28177"/>
                  </a:lnTo>
                  <a:lnTo>
                    <a:pt x="1271" y="28565"/>
                  </a:lnTo>
                  <a:lnTo>
                    <a:pt x="1256" y="28655"/>
                  </a:lnTo>
                  <a:lnTo>
                    <a:pt x="1151" y="29611"/>
                  </a:lnTo>
                  <a:lnTo>
                    <a:pt x="1062" y="30432"/>
                  </a:lnTo>
                  <a:lnTo>
                    <a:pt x="1002" y="30881"/>
                  </a:lnTo>
                  <a:lnTo>
                    <a:pt x="987" y="31000"/>
                  </a:lnTo>
                  <a:lnTo>
                    <a:pt x="867" y="32046"/>
                  </a:lnTo>
                  <a:lnTo>
                    <a:pt x="703" y="33420"/>
                  </a:lnTo>
                  <a:lnTo>
                    <a:pt x="583" y="34466"/>
                  </a:lnTo>
                  <a:lnTo>
                    <a:pt x="419" y="35915"/>
                  </a:lnTo>
                  <a:lnTo>
                    <a:pt x="270" y="37290"/>
                  </a:lnTo>
                  <a:lnTo>
                    <a:pt x="150" y="38559"/>
                  </a:lnTo>
                  <a:lnTo>
                    <a:pt x="61" y="39725"/>
                  </a:lnTo>
                  <a:lnTo>
                    <a:pt x="31" y="40248"/>
                  </a:lnTo>
                  <a:lnTo>
                    <a:pt x="16" y="40741"/>
                  </a:lnTo>
                  <a:lnTo>
                    <a:pt x="1" y="41189"/>
                  </a:lnTo>
                  <a:lnTo>
                    <a:pt x="16" y="41592"/>
                  </a:lnTo>
                  <a:lnTo>
                    <a:pt x="31" y="41966"/>
                  </a:lnTo>
                  <a:lnTo>
                    <a:pt x="76" y="42279"/>
                  </a:lnTo>
                  <a:lnTo>
                    <a:pt x="120" y="42548"/>
                  </a:lnTo>
                  <a:lnTo>
                    <a:pt x="180" y="42758"/>
                  </a:lnTo>
                  <a:lnTo>
                    <a:pt x="240" y="42892"/>
                  </a:lnTo>
                  <a:lnTo>
                    <a:pt x="300" y="42997"/>
                  </a:lnTo>
                  <a:lnTo>
                    <a:pt x="389" y="43116"/>
                  </a:lnTo>
                  <a:lnTo>
                    <a:pt x="479" y="43221"/>
                  </a:lnTo>
                  <a:lnTo>
                    <a:pt x="569" y="43325"/>
                  </a:lnTo>
                  <a:lnTo>
                    <a:pt x="688" y="43415"/>
                  </a:lnTo>
                  <a:lnTo>
                    <a:pt x="808" y="43504"/>
                  </a:lnTo>
                  <a:lnTo>
                    <a:pt x="942" y="43579"/>
                  </a:lnTo>
                  <a:lnTo>
                    <a:pt x="1091" y="43654"/>
                  </a:lnTo>
                  <a:lnTo>
                    <a:pt x="1256" y="43729"/>
                  </a:lnTo>
                  <a:lnTo>
                    <a:pt x="1420" y="43788"/>
                  </a:lnTo>
                  <a:lnTo>
                    <a:pt x="1599" y="43833"/>
                  </a:lnTo>
                  <a:lnTo>
                    <a:pt x="1794" y="43878"/>
                  </a:lnTo>
                  <a:lnTo>
                    <a:pt x="2003" y="43923"/>
                  </a:lnTo>
                  <a:lnTo>
                    <a:pt x="2212" y="43953"/>
                  </a:lnTo>
                  <a:lnTo>
                    <a:pt x="2451" y="43983"/>
                  </a:lnTo>
                  <a:lnTo>
                    <a:pt x="2929" y="43997"/>
                  </a:lnTo>
                  <a:lnTo>
                    <a:pt x="3452" y="43997"/>
                  </a:lnTo>
                  <a:lnTo>
                    <a:pt x="4035" y="43953"/>
                  </a:lnTo>
                  <a:lnTo>
                    <a:pt x="4647" y="43863"/>
                  </a:lnTo>
                  <a:lnTo>
                    <a:pt x="5304" y="43744"/>
                  </a:lnTo>
                  <a:lnTo>
                    <a:pt x="5992" y="43594"/>
                  </a:lnTo>
                  <a:lnTo>
                    <a:pt x="6739" y="43400"/>
                  </a:lnTo>
                  <a:lnTo>
                    <a:pt x="7515" y="43161"/>
                  </a:lnTo>
                  <a:lnTo>
                    <a:pt x="7919" y="43026"/>
                  </a:lnTo>
                  <a:lnTo>
                    <a:pt x="8352" y="42922"/>
                  </a:lnTo>
                  <a:lnTo>
                    <a:pt x="8785" y="42817"/>
                  </a:lnTo>
                  <a:lnTo>
                    <a:pt x="9234" y="42713"/>
                  </a:lnTo>
                  <a:lnTo>
                    <a:pt x="9682" y="42638"/>
                  </a:lnTo>
                  <a:lnTo>
                    <a:pt x="10145" y="42563"/>
                  </a:lnTo>
                  <a:lnTo>
                    <a:pt x="11101" y="42414"/>
                  </a:lnTo>
                  <a:lnTo>
                    <a:pt x="12057" y="42309"/>
                  </a:lnTo>
                  <a:lnTo>
                    <a:pt x="13028" y="42205"/>
                  </a:lnTo>
                  <a:lnTo>
                    <a:pt x="14911" y="42025"/>
                  </a:lnTo>
                  <a:lnTo>
                    <a:pt x="15822" y="41936"/>
                  </a:lnTo>
                  <a:lnTo>
                    <a:pt x="16673" y="41831"/>
                  </a:lnTo>
                  <a:lnTo>
                    <a:pt x="17480" y="41712"/>
                  </a:lnTo>
                  <a:lnTo>
                    <a:pt x="17854" y="41637"/>
                  </a:lnTo>
                  <a:lnTo>
                    <a:pt x="18212" y="41562"/>
                  </a:lnTo>
                  <a:lnTo>
                    <a:pt x="18541" y="41488"/>
                  </a:lnTo>
                  <a:lnTo>
                    <a:pt x="18855" y="41398"/>
                  </a:lnTo>
                  <a:lnTo>
                    <a:pt x="19153" y="41293"/>
                  </a:lnTo>
                  <a:lnTo>
                    <a:pt x="19422" y="41189"/>
                  </a:lnTo>
                  <a:lnTo>
                    <a:pt x="19661" y="41069"/>
                  </a:lnTo>
                  <a:lnTo>
                    <a:pt x="19871" y="40935"/>
                  </a:lnTo>
                  <a:lnTo>
                    <a:pt x="20065" y="40785"/>
                  </a:lnTo>
                  <a:lnTo>
                    <a:pt x="20214" y="40636"/>
                  </a:lnTo>
                  <a:lnTo>
                    <a:pt x="20378" y="40427"/>
                  </a:lnTo>
                  <a:lnTo>
                    <a:pt x="20513" y="40158"/>
                  </a:lnTo>
                  <a:lnTo>
                    <a:pt x="20647" y="39859"/>
                  </a:lnTo>
                  <a:lnTo>
                    <a:pt x="20767" y="39516"/>
                  </a:lnTo>
                  <a:lnTo>
                    <a:pt x="20871" y="39142"/>
                  </a:lnTo>
                  <a:lnTo>
                    <a:pt x="20961" y="38709"/>
                  </a:lnTo>
                  <a:lnTo>
                    <a:pt x="21021" y="38246"/>
                  </a:lnTo>
                  <a:lnTo>
                    <a:pt x="21066" y="37738"/>
                  </a:lnTo>
                  <a:lnTo>
                    <a:pt x="21081" y="37200"/>
                  </a:lnTo>
                  <a:lnTo>
                    <a:pt x="21066" y="36602"/>
                  </a:lnTo>
                  <a:lnTo>
                    <a:pt x="21036" y="35990"/>
                  </a:lnTo>
                  <a:lnTo>
                    <a:pt x="20976" y="35318"/>
                  </a:lnTo>
                  <a:lnTo>
                    <a:pt x="20886" y="34615"/>
                  </a:lnTo>
                  <a:lnTo>
                    <a:pt x="20767" y="33883"/>
                  </a:lnTo>
                  <a:lnTo>
                    <a:pt x="20618" y="33092"/>
                  </a:lnTo>
                  <a:lnTo>
                    <a:pt x="20423" y="32285"/>
                  </a:lnTo>
                  <a:lnTo>
                    <a:pt x="20169" y="31254"/>
                  </a:lnTo>
                  <a:lnTo>
                    <a:pt x="19841" y="29924"/>
                  </a:lnTo>
                  <a:lnTo>
                    <a:pt x="19602" y="28909"/>
                  </a:lnTo>
                  <a:lnTo>
                    <a:pt x="19273" y="27549"/>
                  </a:lnTo>
                  <a:lnTo>
                    <a:pt x="19124" y="26877"/>
                  </a:lnTo>
                  <a:lnTo>
                    <a:pt x="19049" y="26518"/>
                  </a:lnTo>
                  <a:lnTo>
                    <a:pt x="18944" y="26055"/>
                  </a:lnTo>
                  <a:lnTo>
                    <a:pt x="18810" y="25383"/>
                  </a:lnTo>
                  <a:lnTo>
                    <a:pt x="18675" y="24740"/>
                  </a:lnTo>
                  <a:lnTo>
                    <a:pt x="18571" y="24128"/>
                  </a:lnTo>
                  <a:lnTo>
                    <a:pt x="18481" y="23530"/>
                  </a:lnTo>
                  <a:lnTo>
                    <a:pt x="18377" y="22753"/>
                  </a:lnTo>
                  <a:lnTo>
                    <a:pt x="18317" y="21977"/>
                  </a:lnTo>
                  <a:lnTo>
                    <a:pt x="18287" y="21185"/>
                  </a:lnTo>
                  <a:lnTo>
                    <a:pt x="18272" y="20408"/>
                  </a:lnTo>
                  <a:lnTo>
                    <a:pt x="18272" y="19616"/>
                  </a:lnTo>
                  <a:lnTo>
                    <a:pt x="18287" y="18809"/>
                  </a:lnTo>
                  <a:lnTo>
                    <a:pt x="18332" y="18018"/>
                  </a:lnTo>
                  <a:lnTo>
                    <a:pt x="18377" y="17226"/>
                  </a:lnTo>
                  <a:lnTo>
                    <a:pt x="18511" y="15269"/>
                  </a:lnTo>
                  <a:lnTo>
                    <a:pt x="18571" y="14298"/>
                  </a:lnTo>
                  <a:lnTo>
                    <a:pt x="18631" y="13342"/>
                  </a:lnTo>
                  <a:lnTo>
                    <a:pt x="18660" y="12415"/>
                  </a:lnTo>
                  <a:lnTo>
                    <a:pt x="18690" y="11519"/>
                  </a:lnTo>
                  <a:lnTo>
                    <a:pt x="18675" y="10638"/>
                  </a:lnTo>
                  <a:lnTo>
                    <a:pt x="18660" y="10204"/>
                  </a:lnTo>
                  <a:lnTo>
                    <a:pt x="18631" y="9786"/>
                  </a:lnTo>
                  <a:lnTo>
                    <a:pt x="18586" y="9353"/>
                  </a:lnTo>
                  <a:lnTo>
                    <a:pt x="18526" y="8919"/>
                  </a:lnTo>
                  <a:lnTo>
                    <a:pt x="18466" y="8516"/>
                  </a:lnTo>
                  <a:lnTo>
                    <a:pt x="18377" y="8113"/>
                  </a:lnTo>
                  <a:lnTo>
                    <a:pt x="18272" y="7709"/>
                  </a:lnTo>
                  <a:lnTo>
                    <a:pt x="18167" y="7336"/>
                  </a:lnTo>
                  <a:lnTo>
                    <a:pt x="18033" y="6962"/>
                  </a:lnTo>
                  <a:lnTo>
                    <a:pt x="17869" y="6604"/>
                  </a:lnTo>
                  <a:lnTo>
                    <a:pt x="17645" y="6171"/>
                  </a:lnTo>
                  <a:lnTo>
                    <a:pt x="17391" y="5737"/>
                  </a:lnTo>
                  <a:lnTo>
                    <a:pt x="17107" y="5319"/>
                  </a:lnTo>
                  <a:lnTo>
                    <a:pt x="16808" y="4916"/>
                  </a:lnTo>
                  <a:lnTo>
                    <a:pt x="16479" y="4512"/>
                  </a:lnTo>
                  <a:lnTo>
                    <a:pt x="16136" y="4139"/>
                  </a:lnTo>
                  <a:lnTo>
                    <a:pt x="15762" y="3765"/>
                  </a:lnTo>
                  <a:lnTo>
                    <a:pt x="15389" y="3407"/>
                  </a:lnTo>
                  <a:lnTo>
                    <a:pt x="15015" y="3063"/>
                  </a:lnTo>
                  <a:lnTo>
                    <a:pt x="14627" y="2735"/>
                  </a:lnTo>
                  <a:lnTo>
                    <a:pt x="14223" y="2421"/>
                  </a:lnTo>
                  <a:lnTo>
                    <a:pt x="13835" y="2137"/>
                  </a:lnTo>
                  <a:lnTo>
                    <a:pt x="13446" y="1853"/>
                  </a:lnTo>
                  <a:lnTo>
                    <a:pt x="13058" y="1584"/>
                  </a:lnTo>
                  <a:lnTo>
                    <a:pt x="12311" y="1106"/>
                  </a:lnTo>
                  <a:lnTo>
                    <a:pt x="12027" y="927"/>
                  </a:lnTo>
                  <a:lnTo>
                    <a:pt x="11743" y="777"/>
                  </a:lnTo>
                  <a:lnTo>
                    <a:pt x="11445" y="643"/>
                  </a:lnTo>
                  <a:lnTo>
                    <a:pt x="11146" y="509"/>
                  </a:lnTo>
                  <a:lnTo>
                    <a:pt x="10847" y="404"/>
                  </a:lnTo>
                  <a:lnTo>
                    <a:pt x="10533" y="299"/>
                  </a:lnTo>
                  <a:lnTo>
                    <a:pt x="10220" y="210"/>
                  </a:lnTo>
                  <a:lnTo>
                    <a:pt x="9906" y="150"/>
                  </a:lnTo>
                  <a:lnTo>
                    <a:pt x="9592" y="90"/>
                  </a:lnTo>
                  <a:lnTo>
                    <a:pt x="9263" y="45"/>
                  </a:lnTo>
                  <a:lnTo>
                    <a:pt x="8935" y="16"/>
                  </a:lnTo>
                  <a:lnTo>
                    <a:pt x="86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6677549" y="1690133"/>
              <a:ext cx="206446" cy="238033"/>
            </a:xfrm>
            <a:custGeom>
              <a:avLst/>
              <a:gdLst/>
              <a:ahLst/>
              <a:cxnLst/>
              <a:rect l="l" t="t" r="r" b="b"/>
              <a:pathLst>
                <a:path w="7516" h="8666" extrusionOk="0">
                  <a:moveTo>
                    <a:pt x="5110" y="0"/>
                  </a:moveTo>
                  <a:lnTo>
                    <a:pt x="1" y="3392"/>
                  </a:lnTo>
                  <a:lnTo>
                    <a:pt x="314" y="4019"/>
                  </a:lnTo>
                  <a:lnTo>
                    <a:pt x="344" y="4094"/>
                  </a:lnTo>
                  <a:lnTo>
                    <a:pt x="359" y="4094"/>
                  </a:lnTo>
                  <a:lnTo>
                    <a:pt x="598" y="4557"/>
                  </a:lnTo>
                  <a:lnTo>
                    <a:pt x="897" y="5095"/>
                  </a:lnTo>
                  <a:lnTo>
                    <a:pt x="1151" y="5513"/>
                  </a:lnTo>
                  <a:lnTo>
                    <a:pt x="1390" y="5916"/>
                  </a:lnTo>
                  <a:lnTo>
                    <a:pt x="1853" y="6648"/>
                  </a:lnTo>
                  <a:lnTo>
                    <a:pt x="2107" y="7007"/>
                  </a:lnTo>
                  <a:lnTo>
                    <a:pt x="2361" y="7365"/>
                  </a:lnTo>
                  <a:lnTo>
                    <a:pt x="2630" y="7724"/>
                  </a:lnTo>
                  <a:lnTo>
                    <a:pt x="2899" y="8053"/>
                  </a:lnTo>
                  <a:lnTo>
                    <a:pt x="3168" y="8366"/>
                  </a:lnTo>
                  <a:lnTo>
                    <a:pt x="3437" y="8665"/>
                  </a:lnTo>
                  <a:lnTo>
                    <a:pt x="3825" y="8516"/>
                  </a:lnTo>
                  <a:lnTo>
                    <a:pt x="4199" y="8351"/>
                  </a:lnTo>
                  <a:lnTo>
                    <a:pt x="4557" y="8187"/>
                  </a:lnTo>
                  <a:lnTo>
                    <a:pt x="4901" y="8023"/>
                  </a:lnTo>
                  <a:lnTo>
                    <a:pt x="5229" y="7844"/>
                  </a:lnTo>
                  <a:lnTo>
                    <a:pt x="5528" y="7649"/>
                  </a:lnTo>
                  <a:lnTo>
                    <a:pt x="5812" y="7470"/>
                  </a:lnTo>
                  <a:lnTo>
                    <a:pt x="6081" y="7261"/>
                  </a:lnTo>
                  <a:lnTo>
                    <a:pt x="6335" y="7067"/>
                  </a:lnTo>
                  <a:lnTo>
                    <a:pt x="6559" y="6843"/>
                  </a:lnTo>
                  <a:lnTo>
                    <a:pt x="6768" y="6633"/>
                  </a:lnTo>
                  <a:lnTo>
                    <a:pt x="6962" y="6409"/>
                  </a:lnTo>
                  <a:lnTo>
                    <a:pt x="7127" y="6170"/>
                  </a:lnTo>
                  <a:lnTo>
                    <a:pt x="7276" y="5931"/>
                  </a:lnTo>
                  <a:lnTo>
                    <a:pt x="7411" y="5677"/>
                  </a:lnTo>
                  <a:lnTo>
                    <a:pt x="7515" y="5408"/>
                  </a:lnTo>
                  <a:lnTo>
                    <a:pt x="7411" y="5289"/>
                  </a:lnTo>
                  <a:lnTo>
                    <a:pt x="7142" y="4945"/>
                  </a:lnTo>
                  <a:lnTo>
                    <a:pt x="6768" y="4393"/>
                  </a:lnTo>
                  <a:lnTo>
                    <a:pt x="6559" y="4064"/>
                  </a:lnTo>
                  <a:lnTo>
                    <a:pt x="6350" y="3690"/>
                  </a:lnTo>
                  <a:lnTo>
                    <a:pt x="6126" y="3302"/>
                  </a:lnTo>
                  <a:lnTo>
                    <a:pt x="5917" y="2869"/>
                  </a:lnTo>
                  <a:lnTo>
                    <a:pt x="5708" y="2420"/>
                  </a:lnTo>
                  <a:lnTo>
                    <a:pt x="5528" y="1957"/>
                  </a:lnTo>
                  <a:lnTo>
                    <a:pt x="5364" y="1479"/>
                  </a:lnTo>
                  <a:lnTo>
                    <a:pt x="5304" y="1240"/>
                  </a:lnTo>
                  <a:lnTo>
                    <a:pt x="5244" y="986"/>
                  </a:lnTo>
                  <a:lnTo>
                    <a:pt x="5200" y="747"/>
                  </a:lnTo>
                  <a:lnTo>
                    <a:pt x="5155" y="493"/>
                  </a:lnTo>
                  <a:lnTo>
                    <a:pt x="5125" y="254"/>
                  </a:lnTo>
                  <a:lnTo>
                    <a:pt x="5110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6686173" y="1776707"/>
              <a:ext cx="49277" cy="75948"/>
            </a:xfrm>
            <a:custGeom>
              <a:avLst/>
              <a:gdLst/>
              <a:ahLst/>
              <a:cxnLst/>
              <a:rect l="l" t="t" r="r" b="b"/>
              <a:pathLst>
                <a:path w="1794" h="2765" extrusionOk="0">
                  <a:moveTo>
                    <a:pt x="1793" y="1"/>
                  </a:moveTo>
                  <a:lnTo>
                    <a:pt x="0" y="867"/>
                  </a:lnTo>
                  <a:lnTo>
                    <a:pt x="30" y="942"/>
                  </a:lnTo>
                  <a:lnTo>
                    <a:pt x="45" y="942"/>
                  </a:lnTo>
                  <a:lnTo>
                    <a:pt x="284" y="1405"/>
                  </a:lnTo>
                  <a:lnTo>
                    <a:pt x="583" y="1943"/>
                  </a:lnTo>
                  <a:lnTo>
                    <a:pt x="837" y="2361"/>
                  </a:lnTo>
                  <a:lnTo>
                    <a:pt x="1076" y="2764"/>
                  </a:lnTo>
                  <a:lnTo>
                    <a:pt x="1181" y="2570"/>
                  </a:lnTo>
                  <a:lnTo>
                    <a:pt x="1270" y="2346"/>
                  </a:lnTo>
                  <a:lnTo>
                    <a:pt x="1345" y="2122"/>
                  </a:lnTo>
                  <a:lnTo>
                    <a:pt x="1420" y="1898"/>
                  </a:lnTo>
                  <a:lnTo>
                    <a:pt x="1539" y="1435"/>
                  </a:lnTo>
                  <a:lnTo>
                    <a:pt x="1629" y="1001"/>
                  </a:lnTo>
                  <a:lnTo>
                    <a:pt x="1703" y="613"/>
                  </a:lnTo>
                  <a:lnTo>
                    <a:pt x="1748" y="299"/>
                  </a:lnTo>
                  <a:lnTo>
                    <a:pt x="1793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6551586" y="1523108"/>
              <a:ext cx="335268" cy="314778"/>
            </a:xfrm>
            <a:custGeom>
              <a:avLst/>
              <a:gdLst/>
              <a:ahLst/>
              <a:cxnLst/>
              <a:rect l="l" t="t" r="r" b="b"/>
              <a:pathLst>
                <a:path w="12206" h="11460" extrusionOk="0">
                  <a:moveTo>
                    <a:pt x="8665" y="1"/>
                  </a:moveTo>
                  <a:lnTo>
                    <a:pt x="8277" y="16"/>
                  </a:lnTo>
                  <a:lnTo>
                    <a:pt x="7873" y="46"/>
                  </a:lnTo>
                  <a:lnTo>
                    <a:pt x="7440" y="91"/>
                  </a:lnTo>
                  <a:lnTo>
                    <a:pt x="7007" y="150"/>
                  </a:lnTo>
                  <a:lnTo>
                    <a:pt x="6559" y="240"/>
                  </a:lnTo>
                  <a:lnTo>
                    <a:pt x="6110" y="330"/>
                  </a:lnTo>
                  <a:lnTo>
                    <a:pt x="5647" y="449"/>
                  </a:lnTo>
                  <a:lnTo>
                    <a:pt x="5199" y="554"/>
                  </a:lnTo>
                  <a:lnTo>
                    <a:pt x="4348" y="808"/>
                  </a:lnTo>
                  <a:lnTo>
                    <a:pt x="3541" y="1047"/>
                  </a:lnTo>
                  <a:lnTo>
                    <a:pt x="2854" y="1286"/>
                  </a:lnTo>
                  <a:lnTo>
                    <a:pt x="2704" y="1345"/>
                  </a:lnTo>
                  <a:lnTo>
                    <a:pt x="2555" y="1405"/>
                  </a:lnTo>
                  <a:lnTo>
                    <a:pt x="2420" y="1480"/>
                  </a:lnTo>
                  <a:lnTo>
                    <a:pt x="2286" y="1570"/>
                  </a:lnTo>
                  <a:lnTo>
                    <a:pt x="2151" y="1659"/>
                  </a:lnTo>
                  <a:lnTo>
                    <a:pt x="2032" y="1764"/>
                  </a:lnTo>
                  <a:lnTo>
                    <a:pt x="1912" y="1868"/>
                  </a:lnTo>
                  <a:lnTo>
                    <a:pt x="1808" y="1973"/>
                  </a:lnTo>
                  <a:lnTo>
                    <a:pt x="1703" y="2092"/>
                  </a:lnTo>
                  <a:lnTo>
                    <a:pt x="1614" y="2212"/>
                  </a:lnTo>
                  <a:lnTo>
                    <a:pt x="1524" y="2346"/>
                  </a:lnTo>
                  <a:lnTo>
                    <a:pt x="1449" y="2481"/>
                  </a:lnTo>
                  <a:lnTo>
                    <a:pt x="1375" y="2630"/>
                  </a:lnTo>
                  <a:lnTo>
                    <a:pt x="1315" y="2765"/>
                  </a:lnTo>
                  <a:lnTo>
                    <a:pt x="1255" y="2929"/>
                  </a:lnTo>
                  <a:lnTo>
                    <a:pt x="1210" y="3078"/>
                  </a:lnTo>
                  <a:lnTo>
                    <a:pt x="1151" y="3377"/>
                  </a:lnTo>
                  <a:lnTo>
                    <a:pt x="1091" y="3676"/>
                  </a:lnTo>
                  <a:lnTo>
                    <a:pt x="1046" y="3990"/>
                  </a:lnTo>
                  <a:lnTo>
                    <a:pt x="1001" y="4318"/>
                  </a:lnTo>
                  <a:lnTo>
                    <a:pt x="941" y="4991"/>
                  </a:lnTo>
                  <a:lnTo>
                    <a:pt x="897" y="5693"/>
                  </a:lnTo>
                  <a:lnTo>
                    <a:pt x="0" y="7262"/>
                  </a:lnTo>
                  <a:lnTo>
                    <a:pt x="0" y="7306"/>
                  </a:lnTo>
                  <a:lnTo>
                    <a:pt x="0" y="7336"/>
                  </a:lnTo>
                  <a:lnTo>
                    <a:pt x="15" y="7381"/>
                  </a:lnTo>
                  <a:lnTo>
                    <a:pt x="60" y="7411"/>
                  </a:lnTo>
                  <a:lnTo>
                    <a:pt x="164" y="7471"/>
                  </a:lnTo>
                  <a:lnTo>
                    <a:pt x="314" y="7530"/>
                  </a:lnTo>
                  <a:lnTo>
                    <a:pt x="478" y="7590"/>
                  </a:lnTo>
                  <a:lnTo>
                    <a:pt x="643" y="7635"/>
                  </a:lnTo>
                  <a:lnTo>
                    <a:pt x="941" y="7695"/>
                  </a:lnTo>
                  <a:lnTo>
                    <a:pt x="986" y="8128"/>
                  </a:lnTo>
                  <a:lnTo>
                    <a:pt x="1136" y="9353"/>
                  </a:lnTo>
                  <a:lnTo>
                    <a:pt x="1255" y="9936"/>
                  </a:lnTo>
                  <a:lnTo>
                    <a:pt x="1300" y="10145"/>
                  </a:lnTo>
                  <a:lnTo>
                    <a:pt x="1360" y="10339"/>
                  </a:lnTo>
                  <a:lnTo>
                    <a:pt x="1419" y="10518"/>
                  </a:lnTo>
                  <a:lnTo>
                    <a:pt x="1479" y="10683"/>
                  </a:lnTo>
                  <a:lnTo>
                    <a:pt x="1554" y="10832"/>
                  </a:lnTo>
                  <a:lnTo>
                    <a:pt x="1629" y="10967"/>
                  </a:lnTo>
                  <a:lnTo>
                    <a:pt x="1703" y="11071"/>
                  </a:lnTo>
                  <a:lnTo>
                    <a:pt x="1793" y="11176"/>
                  </a:lnTo>
                  <a:lnTo>
                    <a:pt x="1883" y="11250"/>
                  </a:lnTo>
                  <a:lnTo>
                    <a:pt x="1987" y="11325"/>
                  </a:lnTo>
                  <a:lnTo>
                    <a:pt x="2077" y="11385"/>
                  </a:lnTo>
                  <a:lnTo>
                    <a:pt x="2196" y="11415"/>
                  </a:lnTo>
                  <a:lnTo>
                    <a:pt x="2301" y="11445"/>
                  </a:lnTo>
                  <a:lnTo>
                    <a:pt x="2420" y="11460"/>
                  </a:lnTo>
                  <a:lnTo>
                    <a:pt x="2659" y="11460"/>
                  </a:lnTo>
                  <a:lnTo>
                    <a:pt x="2794" y="11430"/>
                  </a:lnTo>
                  <a:lnTo>
                    <a:pt x="2943" y="11385"/>
                  </a:lnTo>
                  <a:lnTo>
                    <a:pt x="3302" y="11265"/>
                  </a:lnTo>
                  <a:lnTo>
                    <a:pt x="3735" y="11086"/>
                  </a:lnTo>
                  <a:lnTo>
                    <a:pt x="4243" y="10862"/>
                  </a:lnTo>
                  <a:lnTo>
                    <a:pt x="4796" y="10578"/>
                  </a:lnTo>
                  <a:lnTo>
                    <a:pt x="5393" y="10264"/>
                  </a:lnTo>
                  <a:lnTo>
                    <a:pt x="6021" y="9921"/>
                  </a:lnTo>
                  <a:lnTo>
                    <a:pt x="6663" y="9532"/>
                  </a:lnTo>
                  <a:lnTo>
                    <a:pt x="7321" y="9144"/>
                  </a:lnTo>
                  <a:lnTo>
                    <a:pt x="7978" y="8726"/>
                  </a:lnTo>
                  <a:lnTo>
                    <a:pt x="8620" y="8292"/>
                  </a:lnTo>
                  <a:lnTo>
                    <a:pt x="9233" y="7859"/>
                  </a:lnTo>
                  <a:lnTo>
                    <a:pt x="9815" y="7426"/>
                  </a:lnTo>
                  <a:lnTo>
                    <a:pt x="10368" y="6993"/>
                  </a:lnTo>
                  <a:lnTo>
                    <a:pt x="10846" y="6574"/>
                  </a:lnTo>
                  <a:lnTo>
                    <a:pt x="11070" y="6365"/>
                  </a:lnTo>
                  <a:lnTo>
                    <a:pt x="11265" y="6171"/>
                  </a:lnTo>
                  <a:lnTo>
                    <a:pt x="11444" y="5977"/>
                  </a:lnTo>
                  <a:lnTo>
                    <a:pt x="11608" y="5768"/>
                  </a:lnTo>
                  <a:lnTo>
                    <a:pt x="11743" y="5543"/>
                  </a:lnTo>
                  <a:lnTo>
                    <a:pt x="11862" y="5334"/>
                  </a:lnTo>
                  <a:lnTo>
                    <a:pt x="11967" y="5095"/>
                  </a:lnTo>
                  <a:lnTo>
                    <a:pt x="12056" y="4871"/>
                  </a:lnTo>
                  <a:lnTo>
                    <a:pt x="12116" y="4632"/>
                  </a:lnTo>
                  <a:lnTo>
                    <a:pt x="12161" y="4408"/>
                  </a:lnTo>
                  <a:lnTo>
                    <a:pt x="12191" y="4169"/>
                  </a:lnTo>
                  <a:lnTo>
                    <a:pt x="12206" y="3930"/>
                  </a:lnTo>
                  <a:lnTo>
                    <a:pt x="12206" y="3691"/>
                  </a:lnTo>
                  <a:lnTo>
                    <a:pt x="12191" y="3452"/>
                  </a:lnTo>
                  <a:lnTo>
                    <a:pt x="12146" y="3213"/>
                  </a:lnTo>
                  <a:lnTo>
                    <a:pt x="12101" y="2974"/>
                  </a:lnTo>
                  <a:lnTo>
                    <a:pt x="12041" y="2750"/>
                  </a:lnTo>
                  <a:lnTo>
                    <a:pt x="11967" y="2511"/>
                  </a:lnTo>
                  <a:lnTo>
                    <a:pt x="11877" y="2287"/>
                  </a:lnTo>
                  <a:lnTo>
                    <a:pt x="11773" y="2077"/>
                  </a:lnTo>
                  <a:lnTo>
                    <a:pt x="11668" y="1868"/>
                  </a:lnTo>
                  <a:lnTo>
                    <a:pt x="11548" y="1659"/>
                  </a:lnTo>
                  <a:lnTo>
                    <a:pt x="11414" y="1465"/>
                  </a:lnTo>
                  <a:lnTo>
                    <a:pt x="11265" y="1271"/>
                  </a:lnTo>
                  <a:lnTo>
                    <a:pt x="11115" y="1091"/>
                  </a:lnTo>
                  <a:lnTo>
                    <a:pt x="10951" y="927"/>
                  </a:lnTo>
                  <a:lnTo>
                    <a:pt x="10772" y="778"/>
                  </a:lnTo>
                  <a:lnTo>
                    <a:pt x="10592" y="628"/>
                  </a:lnTo>
                  <a:lnTo>
                    <a:pt x="10398" y="509"/>
                  </a:lnTo>
                  <a:lnTo>
                    <a:pt x="10204" y="389"/>
                  </a:lnTo>
                  <a:lnTo>
                    <a:pt x="10010" y="285"/>
                  </a:lnTo>
                  <a:lnTo>
                    <a:pt x="9801" y="195"/>
                  </a:lnTo>
                  <a:lnTo>
                    <a:pt x="9576" y="120"/>
                  </a:lnTo>
                  <a:lnTo>
                    <a:pt x="9367" y="76"/>
                  </a:lnTo>
                  <a:lnTo>
                    <a:pt x="9024" y="31"/>
                  </a:lnTo>
                  <a:lnTo>
                    <a:pt x="8665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6587266" y="1750037"/>
              <a:ext cx="36559" cy="20546"/>
            </a:xfrm>
            <a:custGeom>
              <a:avLst/>
              <a:gdLst/>
              <a:ahLst/>
              <a:cxnLst/>
              <a:rect l="l" t="t" r="r" b="b"/>
              <a:pathLst>
                <a:path w="1331" h="748" extrusionOk="0">
                  <a:moveTo>
                    <a:pt x="1181" y="0"/>
                  </a:moveTo>
                  <a:lnTo>
                    <a:pt x="1136" y="15"/>
                  </a:lnTo>
                  <a:lnTo>
                    <a:pt x="1091" y="60"/>
                  </a:lnTo>
                  <a:lnTo>
                    <a:pt x="1017" y="150"/>
                  </a:lnTo>
                  <a:lnTo>
                    <a:pt x="942" y="225"/>
                  </a:lnTo>
                  <a:lnTo>
                    <a:pt x="838" y="314"/>
                  </a:lnTo>
                  <a:lnTo>
                    <a:pt x="703" y="389"/>
                  </a:lnTo>
                  <a:lnTo>
                    <a:pt x="539" y="449"/>
                  </a:lnTo>
                  <a:lnTo>
                    <a:pt x="449" y="479"/>
                  </a:lnTo>
                  <a:lnTo>
                    <a:pt x="359" y="493"/>
                  </a:lnTo>
                  <a:lnTo>
                    <a:pt x="255" y="493"/>
                  </a:lnTo>
                  <a:lnTo>
                    <a:pt x="150" y="479"/>
                  </a:lnTo>
                  <a:lnTo>
                    <a:pt x="105" y="479"/>
                  </a:lnTo>
                  <a:lnTo>
                    <a:pt x="61" y="493"/>
                  </a:lnTo>
                  <a:lnTo>
                    <a:pt x="31" y="538"/>
                  </a:lnTo>
                  <a:lnTo>
                    <a:pt x="1" y="583"/>
                  </a:lnTo>
                  <a:lnTo>
                    <a:pt x="1" y="628"/>
                  </a:lnTo>
                  <a:lnTo>
                    <a:pt x="31" y="673"/>
                  </a:lnTo>
                  <a:lnTo>
                    <a:pt x="61" y="718"/>
                  </a:lnTo>
                  <a:lnTo>
                    <a:pt x="105" y="732"/>
                  </a:lnTo>
                  <a:lnTo>
                    <a:pt x="210" y="747"/>
                  </a:lnTo>
                  <a:lnTo>
                    <a:pt x="419" y="747"/>
                  </a:lnTo>
                  <a:lnTo>
                    <a:pt x="524" y="732"/>
                  </a:lnTo>
                  <a:lnTo>
                    <a:pt x="628" y="703"/>
                  </a:lnTo>
                  <a:lnTo>
                    <a:pt x="733" y="673"/>
                  </a:lnTo>
                  <a:lnTo>
                    <a:pt x="897" y="583"/>
                  </a:lnTo>
                  <a:lnTo>
                    <a:pt x="1032" y="479"/>
                  </a:lnTo>
                  <a:lnTo>
                    <a:pt x="1151" y="389"/>
                  </a:lnTo>
                  <a:lnTo>
                    <a:pt x="1241" y="299"/>
                  </a:lnTo>
                  <a:lnTo>
                    <a:pt x="1316" y="195"/>
                  </a:lnTo>
                  <a:lnTo>
                    <a:pt x="1331" y="150"/>
                  </a:lnTo>
                  <a:lnTo>
                    <a:pt x="1331" y="105"/>
                  </a:lnTo>
                  <a:lnTo>
                    <a:pt x="1316" y="60"/>
                  </a:lnTo>
                  <a:lnTo>
                    <a:pt x="1271" y="15"/>
                  </a:lnTo>
                  <a:lnTo>
                    <a:pt x="1226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6620912" y="1703262"/>
              <a:ext cx="56665" cy="31615"/>
            </a:xfrm>
            <a:custGeom>
              <a:avLst/>
              <a:gdLst/>
              <a:ahLst/>
              <a:cxnLst/>
              <a:rect l="l" t="t" r="r" b="b"/>
              <a:pathLst>
                <a:path w="2063" h="1151" extrusionOk="0">
                  <a:moveTo>
                    <a:pt x="1316" y="0"/>
                  </a:moveTo>
                  <a:lnTo>
                    <a:pt x="1121" y="15"/>
                  </a:lnTo>
                  <a:lnTo>
                    <a:pt x="912" y="60"/>
                  </a:lnTo>
                  <a:lnTo>
                    <a:pt x="703" y="120"/>
                  </a:lnTo>
                  <a:lnTo>
                    <a:pt x="524" y="195"/>
                  </a:lnTo>
                  <a:lnTo>
                    <a:pt x="360" y="284"/>
                  </a:lnTo>
                  <a:lnTo>
                    <a:pt x="225" y="374"/>
                  </a:lnTo>
                  <a:lnTo>
                    <a:pt x="120" y="478"/>
                  </a:lnTo>
                  <a:lnTo>
                    <a:pt x="46" y="598"/>
                  </a:lnTo>
                  <a:lnTo>
                    <a:pt x="16" y="643"/>
                  </a:lnTo>
                  <a:lnTo>
                    <a:pt x="1" y="703"/>
                  </a:lnTo>
                  <a:lnTo>
                    <a:pt x="1" y="762"/>
                  </a:lnTo>
                  <a:lnTo>
                    <a:pt x="16" y="807"/>
                  </a:lnTo>
                  <a:lnTo>
                    <a:pt x="31" y="867"/>
                  </a:lnTo>
                  <a:lnTo>
                    <a:pt x="61" y="912"/>
                  </a:lnTo>
                  <a:lnTo>
                    <a:pt x="91" y="956"/>
                  </a:lnTo>
                  <a:lnTo>
                    <a:pt x="135" y="1001"/>
                  </a:lnTo>
                  <a:lnTo>
                    <a:pt x="255" y="1061"/>
                  </a:lnTo>
                  <a:lnTo>
                    <a:pt x="389" y="1106"/>
                  </a:lnTo>
                  <a:lnTo>
                    <a:pt x="554" y="1136"/>
                  </a:lnTo>
                  <a:lnTo>
                    <a:pt x="748" y="1151"/>
                  </a:lnTo>
                  <a:lnTo>
                    <a:pt x="942" y="1136"/>
                  </a:lnTo>
                  <a:lnTo>
                    <a:pt x="1151" y="1091"/>
                  </a:lnTo>
                  <a:lnTo>
                    <a:pt x="1360" y="1046"/>
                  </a:lnTo>
                  <a:lnTo>
                    <a:pt x="1540" y="971"/>
                  </a:lnTo>
                  <a:lnTo>
                    <a:pt x="1704" y="882"/>
                  </a:lnTo>
                  <a:lnTo>
                    <a:pt x="1839" y="777"/>
                  </a:lnTo>
                  <a:lnTo>
                    <a:pt x="1943" y="673"/>
                  </a:lnTo>
                  <a:lnTo>
                    <a:pt x="2018" y="568"/>
                  </a:lnTo>
                  <a:lnTo>
                    <a:pt x="2033" y="508"/>
                  </a:lnTo>
                  <a:lnTo>
                    <a:pt x="2048" y="449"/>
                  </a:lnTo>
                  <a:lnTo>
                    <a:pt x="2063" y="404"/>
                  </a:lnTo>
                  <a:lnTo>
                    <a:pt x="2048" y="344"/>
                  </a:lnTo>
                  <a:lnTo>
                    <a:pt x="2033" y="284"/>
                  </a:lnTo>
                  <a:lnTo>
                    <a:pt x="2003" y="239"/>
                  </a:lnTo>
                  <a:lnTo>
                    <a:pt x="1973" y="195"/>
                  </a:lnTo>
                  <a:lnTo>
                    <a:pt x="1928" y="165"/>
                  </a:lnTo>
                  <a:lnTo>
                    <a:pt x="1809" y="90"/>
                  </a:lnTo>
                  <a:lnTo>
                    <a:pt x="1659" y="45"/>
                  </a:lnTo>
                  <a:lnTo>
                    <a:pt x="1495" y="15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6596302" y="1656898"/>
              <a:ext cx="13569" cy="23814"/>
            </a:xfrm>
            <a:custGeom>
              <a:avLst/>
              <a:gdLst/>
              <a:ahLst/>
              <a:cxnLst/>
              <a:rect l="l" t="t" r="r" b="b"/>
              <a:pathLst>
                <a:path w="494" h="867" extrusionOk="0">
                  <a:moveTo>
                    <a:pt x="299" y="0"/>
                  </a:moveTo>
                  <a:lnTo>
                    <a:pt x="255" y="15"/>
                  </a:lnTo>
                  <a:lnTo>
                    <a:pt x="195" y="30"/>
                  </a:lnTo>
                  <a:lnTo>
                    <a:pt x="150" y="60"/>
                  </a:lnTo>
                  <a:lnTo>
                    <a:pt x="120" y="120"/>
                  </a:lnTo>
                  <a:lnTo>
                    <a:pt x="75" y="179"/>
                  </a:lnTo>
                  <a:lnTo>
                    <a:pt x="45" y="239"/>
                  </a:lnTo>
                  <a:lnTo>
                    <a:pt x="30" y="329"/>
                  </a:lnTo>
                  <a:lnTo>
                    <a:pt x="16" y="404"/>
                  </a:lnTo>
                  <a:lnTo>
                    <a:pt x="1" y="493"/>
                  </a:lnTo>
                  <a:lnTo>
                    <a:pt x="16" y="583"/>
                  </a:lnTo>
                  <a:lnTo>
                    <a:pt x="30" y="658"/>
                  </a:lnTo>
                  <a:lnTo>
                    <a:pt x="45" y="717"/>
                  </a:lnTo>
                  <a:lnTo>
                    <a:pt x="75" y="777"/>
                  </a:lnTo>
                  <a:lnTo>
                    <a:pt x="120" y="822"/>
                  </a:lnTo>
                  <a:lnTo>
                    <a:pt x="150" y="852"/>
                  </a:lnTo>
                  <a:lnTo>
                    <a:pt x="195" y="867"/>
                  </a:lnTo>
                  <a:lnTo>
                    <a:pt x="255" y="867"/>
                  </a:lnTo>
                  <a:lnTo>
                    <a:pt x="299" y="837"/>
                  </a:lnTo>
                  <a:lnTo>
                    <a:pt x="344" y="807"/>
                  </a:lnTo>
                  <a:lnTo>
                    <a:pt x="389" y="762"/>
                  </a:lnTo>
                  <a:lnTo>
                    <a:pt x="419" y="702"/>
                  </a:lnTo>
                  <a:lnTo>
                    <a:pt x="449" y="628"/>
                  </a:lnTo>
                  <a:lnTo>
                    <a:pt x="479" y="553"/>
                  </a:lnTo>
                  <a:lnTo>
                    <a:pt x="479" y="463"/>
                  </a:lnTo>
                  <a:lnTo>
                    <a:pt x="494" y="374"/>
                  </a:lnTo>
                  <a:lnTo>
                    <a:pt x="479" y="299"/>
                  </a:lnTo>
                  <a:lnTo>
                    <a:pt x="479" y="224"/>
                  </a:lnTo>
                  <a:lnTo>
                    <a:pt x="449" y="150"/>
                  </a:lnTo>
                  <a:lnTo>
                    <a:pt x="419" y="90"/>
                  </a:lnTo>
                  <a:lnTo>
                    <a:pt x="389" y="45"/>
                  </a:lnTo>
                  <a:lnTo>
                    <a:pt x="344" y="15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6588914" y="1627344"/>
              <a:ext cx="49277" cy="29582"/>
            </a:xfrm>
            <a:custGeom>
              <a:avLst/>
              <a:gdLst/>
              <a:ahLst/>
              <a:cxnLst/>
              <a:rect l="l" t="t" r="r" b="b"/>
              <a:pathLst>
                <a:path w="1794" h="1077" extrusionOk="0">
                  <a:moveTo>
                    <a:pt x="464" y="1"/>
                  </a:moveTo>
                  <a:lnTo>
                    <a:pt x="314" y="15"/>
                  </a:lnTo>
                  <a:lnTo>
                    <a:pt x="165" y="60"/>
                  </a:lnTo>
                  <a:lnTo>
                    <a:pt x="90" y="90"/>
                  </a:lnTo>
                  <a:lnTo>
                    <a:pt x="31" y="150"/>
                  </a:lnTo>
                  <a:lnTo>
                    <a:pt x="1" y="225"/>
                  </a:lnTo>
                  <a:lnTo>
                    <a:pt x="16" y="299"/>
                  </a:lnTo>
                  <a:lnTo>
                    <a:pt x="45" y="374"/>
                  </a:lnTo>
                  <a:lnTo>
                    <a:pt x="105" y="434"/>
                  </a:lnTo>
                  <a:lnTo>
                    <a:pt x="180" y="464"/>
                  </a:lnTo>
                  <a:lnTo>
                    <a:pt x="270" y="449"/>
                  </a:lnTo>
                  <a:lnTo>
                    <a:pt x="404" y="419"/>
                  </a:lnTo>
                  <a:lnTo>
                    <a:pt x="643" y="419"/>
                  </a:lnTo>
                  <a:lnTo>
                    <a:pt x="763" y="449"/>
                  </a:lnTo>
                  <a:lnTo>
                    <a:pt x="852" y="479"/>
                  </a:lnTo>
                  <a:lnTo>
                    <a:pt x="957" y="523"/>
                  </a:lnTo>
                  <a:lnTo>
                    <a:pt x="1031" y="568"/>
                  </a:lnTo>
                  <a:lnTo>
                    <a:pt x="1106" y="628"/>
                  </a:lnTo>
                  <a:lnTo>
                    <a:pt x="1241" y="748"/>
                  </a:lnTo>
                  <a:lnTo>
                    <a:pt x="1330" y="852"/>
                  </a:lnTo>
                  <a:lnTo>
                    <a:pt x="1405" y="972"/>
                  </a:lnTo>
                  <a:lnTo>
                    <a:pt x="1450" y="1016"/>
                  </a:lnTo>
                  <a:lnTo>
                    <a:pt x="1495" y="1061"/>
                  </a:lnTo>
                  <a:lnTo>
                    <a:pt x="1539" y="1076"/>
                  </a:lnTo>
                  <a:lnTo>
                    <a:pt x="1644" y="1076"/>
                  </a:lnTo>
                  <a:lnTo>
                    <a:pt x="1689" y="1061"/>
                  </a:lnTo>
                  <a:lnTo>
                    <a:pt x="1749" y="1001"/>
                  </a:lnTo>
                  <a:lnTo>
                    <a:pt x="1793" y="942"/>
                  </a:lnTo>
                  <a:lnTo>
                    <a:pt x="1793" y="852"/>
                  </a:lnTo>
                  <a:lnTo>
                    <a:pt x="1778" y="777"/>
                  </a:lnTo>
                  <a:lnTo>
                    <a:pt x="1689" y="643"/>
                  </a:lnTo>
                  <a:lnTo>
                    <a:pt x="1554" y="479"/>
                  </a:lnTo>
                  <a:lnTo>
                    <a:pt x="1405" y="329"/>
                  </a:lnTo>
                  <a:lnTo>
                    <a:pt x="1315" y="269"/>
                  </a:lnTo>
                  <a:lnTo>
                    <a:pt x="1211" y="195"/>
                  </a:lnTo>
                  <a:lnTo>
                    <a:pt x="1106" y="135"/>
                  </a:lnTo>
                  <a:lnTo>
                    <a:pt x="987" y="90"/>
                  </a:lnTo>
                  <a:lnTo>
                    <a:pt x="867" y="45"/>
                  </a:lnTo>
                  <a:lnTo>
                    <a:pt x="748" y="15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6717348" y="1644593"/>
              <a:ext cx="33263" cy="51309"/>
            </a:xfrm>
            <a:custGeom>
              <a:avLst/>
              <a:gdLst/>
              <a:ahLst/>
              <a:cxnLst/>
              <a:rect l="l" t="t" r="r" b="b"/>
              <a:pathLst>
                <a:path w="1211" h="1868" extrusionOk="0">
                  <a:moveTo>
                    <a:pt x="1032" y="0"/>
                  </a:moveTo>
                  <a:lnTo>
                    <a:pt x="987" y="30"/>
                  </a:lnTo>
                  <a:lnTo>
                    <a:pt x="837" y="149"/>
                  </a:lnTo>
                  <a:lnTo>
                    <a:pt x="703" y="284"/>
                  </a:lnTo>
                  <a:lnTo>
                    <a:pt x="539" y="463"/>
                  </a:lnTo>
                  <a:lnTo>
                    <a:pt x="374" y="702"/>
                  </a:lnTo>
                  <a:lnTo>
                    <a:pt x="300" y="837"/>
                  </a:lnTo>
                  <a:lnTo>
                    <a:pt x="225" y="986"/>
                  </a:lnTo>
                  <a:lnTo>
                    <a:pt x="150" y="1150"/>
                  </a:lnTo>
                  <a:lnTo>
                    <a:pt x="90" y="1330"/>
                  </a:lnTo>
                  <a:lnTo>
                    <a:pt x="46" y="1509"/>
                  </a:lnTo>
                  <a:lnTo>
                    <a:pt x="1" y="1703"/>
                  </a:lnTo>
                  <a:lnTo>
                    <a:pt x="1" y="1763"/>
                  </a:lnTo>
                  <a:lnTo>
                    <a:pt x="31" y="1808"/>
                  </a:lnTo>
                  <a:lnTo>
                    <a:pt x="75" y="1853"/>
                  </a:lnTo>
                  <a:lnTo>
                    <a:pt x="120" y="1867"/>
                  </a:lnTo>
                  <a:lnTo>
                    <a:pt x="150" y="1867"/>
                  </a:lnTo>
                  <a:lnTo>
                    <a:pt x="195" y="1853"/>
                  </a:lnTo>
                  <a:lnTo>
                    <a:pt x="240" y="1838"/>
                  </a:lnTo>
                  <a:lnTo>
                    <a:pt x="270" y="1793"/>
                  </a:lnTo>
                  <a:lnTo>
                    <a:pt x="285" y="1748"/>
                  </a:lnTo>
                  <a:lnTo>
                    <a:pt x="314" y="1569"/>
                  </a:lnTo>
                  <a:lnTo>
                    <a:pt x="359" y="1404"/>
                  </a:lnTo>
                  <a:lnTo>
                    <a:pt x="419" y="1255"/>
                  </a:lnTo>
                  <a:lnTo>
                    <a:pt x="479" y="1106"/>
                  </a:lnTo>
                  <a:lnTo>
                    <a:pt x="554" y="986"/>
                  </a:lnTo>
                  <a:lnTo>
                    <a:pt x="613" y="852"/>
                  </a:lnTo>
                  <a:lnTo>
                    <a:pt x="763" y="642"/>
                  </a:lnTo>
                  <a:lnTo>
                    <a:pt x="912" y="478"/>
                  </a:lnTo>
                  <a:lnTo>
                    <a:pt x="1032" y="359"/>
                  </a:lnTo>
                  <a:lnTo>
                    <a:pt x="1151" y="269"/>
                  </a:lnTo>
                  <a:lnTo>
                    <a:pt x="1181" y="224"/>
                  </a:lnTo>
                  <a:lnTo>
                    <a:pt x="1211" y="164"/>
                  </a:lnTo>
                  <a:lnTo>
                    <a:pt x="1211" y="120"/>
                  </a:lnTo>
                  <a:lnTo>
                    <a:pt x="1181" y="60"/>
                  </a:lnTo>
                  <a:lnTo>
                    <a:pt x="1136" y="30"/>
                  </a:lnTo>
                  <a:lnTo>
                    <a:pt x="1091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6725972" y="1663875"/>
              <a:ext cx="29170" cy="11921"/>
            </a:xfrm>
            <a:custGeom>
              <a:avLst/>
              <a:gdLst/>
              <a:ahLst/>
              <a:cxnLst/>
              <a:rect l="l" t="t" r="r" b="b"/>
              <a:pathLst>
                <a:path w="1062" h="434" extrusionOk="0">
                  <a:moveTo>
                    <a:pt x="254" y="0"/>
                  </a:moveTo>
                  <a:lnTo>
                    <a:pt x="105" y="15"/>
                  </a:lnTo>
                  <a:lnTo>
                    <a:pt x="60" y="30"/>
                  </a:lnTo>
                  <a:lnTo>
                    <a:pt x="15" y="75"/>
                  </a:lnTo>
                  <a:lnTo>
                    <a:pt x="0" y="120"/>
                  </a:lnTo>
                  <a:lnTo>
                    <a:pt x="0" y="179"/>
                  </a:lnTo>
                  <a:lnTo>
                    <a:pt x="15" y="239"/>
                  </a:lnTo>
                  <a:lnTo>
                    <a:pt x="60" y="269"/>
                  </a:lnTo>
                  <a:lnTo>
                    <a:pt x="120" y="299"/>
                  </a:lnTo>
                  <a:lnTo>
                    <a:pt x="165" y="284"/>
                  </a:lnTo>
                  <a:lnTo>
                    <a:pt x="359" y="284"/>
                  </a:lnTo>
                  <a:lnTo>
                    <a:pt x="553" y="314"/>
                  </a:lnTo>
                  <a:lnTo>
                    <a:pt x="733" y="374"/>
                  </a:lnTo>
                  <a:lnTo>
                    <a:pt x="852" y="418"/>
                  </a:lnTo>
                  <a:lnTo>
                    <a:pt x="882" y="433"/>
                  </a:lnTo>
                  <a:lnTo>
                    <a:pt x="957" y="433"/>
                  </a:lnTo>
                  <a:lnTo>
                    <a:pt x="987" y="418"/>
                  </a:lnTo>
                  <a:lnTo>
                    <a:pt x="1016" y="389"/>
                  </a:lnTo>
                  <a:lnTo>
                    <a:pt x="1046" y="359"/>
                  </a:lnTo>
                  <a:lnTo>
                    <a:pt x="1061" y="299"/>
                  </a:lnTo>
                  <a:lnTo>
                    <a:pt x="1046" y="254"/>
                  </a:lnTo>
                  <a:lnTo>
                    <a:pt x="1016" y="194"/>
                  </a:lnTo>
                  <a:lnTo>
                    <a:pt x="972" y="164"/>
                  </a:lnTo>
                  <a:lnTo>
                    <a:pt x="882" y="135"/>
                  </a:lnTo>
                  <a:lnTo>
                    <a:pt x="673" y="60"/>
                  </a:lnTo>
                  <a:lnTo>
                    <a:pt x="538" y="15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6582761" y="1455403"/>
              <a:ext cx="382897" cy="381249"/>
            </a:xfrm>
            <a:custGeom>
              <a:avLst/>
              <a:gdLst/>
              <a:ahLst/>
              <a:cxnLst/>
              <a:rect l="l" t="t" r="r" b="b"/>
              <a:pathLst>
                <a:path w="13940" h="13880" extrusionOk="0">
                  <a:moveTo>
                    <a:pt x="7829" y="1"/>
                  </a:moveTo>
                  <a:lnTo>
                    <a:pt x="7321" y="16"/>
                  </a:lnTo>
                  <a:lnTo>
                    <a:pt x="6783" y="61"/>
                  </a:lnTo>
                  <a:lnTo>
                    <a:pt x="6201" y="150"/>
                  </a:lnTo>
                  <a:lnTo>
                    <a:pt x="5603" y="270"/>
                  </a:lnTo>
                  <a:lnTo>
                    <a:pt x="4961" y="419"/>
                  </a:lnTo>
                  <a:lnTo>
                    <a:pt x="4348" y="613"/>
                  </a:lnTo>
                  <a:lnTo>
                    <a:pt x="3780" y="793"/>
                  </a:lnTo>
                  <a:lnTo>
                    <a:pt x="3257" y="972"/>
                  </a:lnTo>
                  <a:lnTo>
                    <a:pt x="2794" y="1166"/>
                  </a:lnTo>
                  <a:lnTo>
                    <a:pt x="2376" y="1360"/>
                  </a:lnTo>
                  <a:lnTo>
                    <a:pt x="2002" y="1555"/>
                  </a:lnTo>
                  <a:lnTo>
                    <a:pt x="1674" y="1749"/>
                  </a:lnTo>
                  <a:lnTo>
                    <a:pt x="1375" y="1943"/>
                  </a:lnTo>
                  <a:lnTo>
                    <a:pt x="1121" y="2137"/>
                  </a:lnTo>
                  <a:lnTo>
                    <a:pt x="897" y="2331"/>
                  </a:lnTo>
                  <a:lnTo>
                    <a:pt x="718" y="2526"/>
                  </a:lnTo>
                  <a:lnTo>
                    <a:pt x="553" y="2720"/>
                  </a:lnTo>
                  <a:lnTo>
                    <a:pt x="419" y="2899"/>
                  </a:lnTo>
                  <a:lnTo>
                    <a:pt x="314" y="3093"/>
                  </a:lnTo>
                  <a:lnTo>
                    <a:pt x="240" y="3273"/>
                  </a:lnTo>
                  <a:lnTo>
                    <a:pt x="165" y="3452"/>
                  </a:lnTo>
                  <a:lnTo>
                    <a:pt x="90" y="3751"/>
                  </a:lnTo>
                  <a:lnTo>
                    <a:pt x="30" y="4020"/>
                  </a:lnTo>
                  <a:lnTo>
                    <a:pt x="1" y="4259"/>
                  </a:lnTo>
                  <a:lnTo>
                    <a:pt x="1" y="4483"/>
                  </a:lnTo>
                  <a:lnTo>
                    <a:pt x="16" y="4677"/>
                  </a:lnTo>
                  <a:lnTo>
                    <a:pt x="75" y="4856"/>
                  </a:lnTo>
                  <a:lnTo>
                    <a:pt x="135" y="4991"/>
                  </a:lnTo>
                  <a:lnTo>
                    <a:pt x="225" y="5110"/>
                  </a:lnTo>
                  <a:lnTo>
                    <a:pt x="389" y="5260"/>
                  </a:lnTo>
                  <a:lnTo>
                    <a:pt x="568" y="5424"/>
                  </a:lnTo>
                  <a:lnTo>
                    <a:pt x="777" y="5573"/>
                  </a:lnTo>
                  <a:lnTo>
                    <a:pt x="987" y="5738"/>
                  </a:lnTo>
                  <a:lnTo>
                    <a:pt x="1226" y="5887"/>
                  </a:lnTo>
                  <a:lnTo>
                    <a:pt x="1465" y="6051"/>
                  </a:lnTo>
                  <a:lnTo>
                    <a:pt x="1719" y="6186"/>
                  </a:lnTo>
                  <a:lnTo>
                    <a:pt x="1988" y="6335"/>
                  </a:lnTo>
                  <a:lnTo>
                    <a:pt x="2256" y="6470"/>
                  </a:lnTo>
                  <a:lnTo>
                    <a:pt x="2540" y="6589"/>
                  </a:lnTo>
                  <a:lnTo>
                    <a:pt x="2824" y="6694"/>
                  </a:lnTo>
                  <a:lnTo>
                    <a:pt x="3108" y="6783"/>
                  </a:lnTo>
                  <a:lnTo>
                    <a:pt x="3392" y="6858"/>
                  </a:lnTo>
                  <a:lnTo>
                    <a:pt x="3676" y="6903"/>
                  </a:lnTo>
                  <a:lnTo>
                    <a:pt x="3960" y="6948"/>
                  </a:lnTo>
                  <a:lnTo>
                    <a:pt x="4228" y="6948"/>
                  </a:lnTo>
                  <a:lnTo>
                    <a:pt x="4288" y="6873"/>
                  </a:lnTo>
                  <a:lnTo>
                    <a:pt x="4423" y="6694"/>
                  </a:lnTo>
                  <a:lnTo>
                    <a:pt x="4527" y="6574"/>
                  </a:lnTo>
                  <a:lnTo>
                    <a:pt x="4662" y="6455"/>
                  </a:lnTo>
                  <a:lnTo>
                    <a:pt x="4796" y="6320"/>
                  </a:lnTo>
                  <a:lnTo>
                    <a:pt x="4961" y="6201"/>
                  </a:lnTo>
                  <a:lnTo>
                    <a:pt x="5140" y="6096"/>
                  </a:lnTo>
                  <a:lnTo>
                    <a:pt x="5334" y="6007"/>
                  </a:lnTo>
                  <a:lnTo>
                    <a:pt x="5543" y="5947"/>
                  </a:lnTo>
                  <a:lnTo>
                    <a:pt x="5663" y="5932"/>
                  </a:lnTo>
                  <a:lnTo>
                    <a:pt x="5767" y="5917"/>
                  </a:lnTo>
                  <a:lnTo>
                    <a:pt x="5887" y="5932"/>
                  </a:lnTo>
                  <a:lnTo>
                    <a:pt x="6006" y="5932"/>
                  </a:lnTo>
                  <a:lnTo>
                    <a:pt x="6126" y="5962"/>
                  </a:lnTo>
                  <a:lnTo>
                    <a:pt x="6260" y="6007"/>
                  </a:lnTo>
                  <a:lnTo>
                    <a:pt x="6380" y="6051"/>
                  </a:lnTo>
                  <a:lnTo>
                    <a:pt x="6514" y="6111"/>
                  </a:lnTo>
                  <a:lnTo>
                    <a:pt x="6649" y="6201"/>
                  </a:lnTo>
                  <a:lnTo>
                    <a:pt x="6783" y="6290"/>
                  </a:lnTo>
                  <a:lnTo>
                    <a:pt x="6903" y="6410"/>
                  </a:lnTo>
                  <a:lnTo>
                    <a:pt x="7022" y="6515"/>
                  </a:lnTo>
                  <a:lnTo>
                    <a:pt x="7112" y="6649"/>
                  </a:lnTo>
                  <a:lnTo>
                    <a:pt x="7172" y="6783"/>
                  </a:lnTo>
                  <a:lnTo>
                    <a:pt x="7231" y="6918"/>
                  </a:lnTo>
                  <a:lnTo>
                    <a:pt x="7276" y="7052"/>
                  </a:lnTo>
                  <a:lnTo>
                    <a:pt x="7291" y="7202"/>
                  </a:lnTo>
                  <a:lnTo>
                    <a:pt x="7306" y="7351"/>
                  </a:lnTo>
                  <a:lnTo>
                    <a:pt x="7291" y="7501"/>
                  </a:lnTo>
                  <a:lnTo>
                    <a:pt x="7276" y="7650"/>
                  </a:lnTo>
                  <a:lnTo>
                    <a:pt x="7246" y="7799"/>
                  </a:lnTo>
                  <a:lnTo>
                    <a:pt x="7201" y="7964"/>
                  </a:lnTo>
                  <a:lnTo>
                    <a:pt x="7142" y="8113"/>
                  </a:lnTo>
                  <a:lnTo>
                    <a:pt x="7082" y="8262"/>
                  </a:lnTo>
                  <a:lnTo>
                    <a:pt x="7007" y="8412"/>
                  </a:lnTo>
                  <a:lnTo>
                    <a:pt x="6918" y="8546"/>
                  </a:lnTo>
                  <a:lnTo>
                    <a:pt x="6828" y="8696"/>
                  </a:lnTo>
                  <a:lnTo>
                    <a:pt x="6723" y="8830"/>
                  </a:lnTo>
                  <a:lnTo>
                    <a:pt x="6604" y="8950"/>
                  </a:lnTo>
                  <a:lnTo>
                    <a:pt x="6499" y="9069"/>
                  </a:lnTo>
                  <a:lnTo>
                    <a:pt x="6365" y="9189"/>
                  </a:lnTo>
                  <a:lnTo>
                    <a:pt x="6245" y="9293"/>
                  </a:lnTo>
                  <a:lnTo>
                    <a:pt x="6111" y="9383"/>
                  </a:lnTo>
                  <a:lnTo>
                    <a:pt x="5976" y="9473"/>
                  </a:lnTo>
                  <a:lnTo>
                    <a:pt x="5827" y="9547"/>
                  </a:lnTo>
                  <a:lnTo>
                    <a:pt x="5693" y="9607"/>
                  </a:lnTo>
                  <a:lnTo>
                    <a:pt x="5543" y="9667"/>
                  </a:lnTo>
                  <a:lnTo>
                    <a:pt x="5394" y="9697"/>
                  </a:lnTo>
                  <a:lnTo>
                    <a:pt x="5244" y="9727"/>
                  </a:lnTo>
                  <a:lnTo>
                    <a:pt x="4946" y="9727"/>
                  </a:lnTo>
                  <a:lnTo>
                    <a:pt x="4811" y="9697"/>
                  </a:lnTo>
                  <a:lnTo>
                    <a:pt x="4781" y="9786"/>
                  </a:lnTo>
                  <a:lnTo>
                    <a:pt x="4736" y="10010"/>
                  </a:lnTo>
                  <a:lnTo>
                    <a:pt x="4721" y="10175"/>
                  </a:lnTo>
                  <a:lnTo>
                    <a:pt x="4707" y="10369"/>
                  </a:lnTo>
                  <a:lnTo>
                    <a:pt x="4707" y="10593"/>
                  </a:lnTo>
                  <a:lnTo>
                    <a:pt x="4707" y="10817"/>
                  </a:lnTo>
                  <a:lnTo>
                    <a:pt x="4736" y="11071"/>
                  </a:lnTo>
                  <a:lnTo>
                    <a:pt x="4781" y="11340"/>
                  </a:lnTo>
                  <a:lnTo>
                    <a:pt x="4841" y="11624"/>
                  </a:lnTo>
                  <a:lnTo>
                    <a:pt x="4931" y="11908"/>
                  </a:lnTo>
                  <a:lnTo>
                    <a:pt x="5065" y="12206"/>
                  </a:lnTo>
                  <a:lnTo>
                    <a:pt x="5214" y="12505"/>
                  </a:lnTo>
                  <a:lnTo>
                    <a:pt x="5409" y="12804"/>
                  </a:lnTo>
                  <a:lnTo>
                    <a:pt x="5528" y="12939"/>
                  </a:lnTo>
                  <a:lnTo>
                    <a:pt x="5648" y="13088"/>
                  </a:lnTo>
                  <a:lnTo>
                    <a:pt x="5991" y="13252"/>
                  </a:lnTo>
                  <a:lnTo>
                    <a:pt x="6350" y="13402"/>
                  </a:lnTo>
                  <a:lnTo>
                    <a:pt x="6694" y="13521"/>
                  </a:lnTo>
                  <a:lnTo>
                    <a:pt x="7052" y="13626"/>
                  </a:lnTo>
                  <a:lnTo>
                    <a:pt x="7411" y="13715"/>
                  </a:lnTo>
                  <a:lnTo>
                    <a:pt x="7754" y="13775"/>
                  </a:lnTo>
                  <a:lnTo>
                    <a:pt x="8113" y="13820"/>
                  </a:lnTo>
                  <a:lnTo>
                    <a:pt x="8471" y="13865"/>
                  </a:lnTo>
                  <a:lnTo>
                    <a:pt x="8815" y="13880"/>
                  </a:lnTo>
                  <a:lnTo>
                    <a:pt x="9502" y="13880"/>
                  </a:lnTo>
                  <a:lnTo>
                    <a:pt x="9846" y="13865"/>
                  </a:lnTo>
                  <a:lnTo>
                    <a:pt x="10174" y="13835"/>
                  </a:lnTo>
                  <a:lnTo>
                    <a:pt x="10488" y="13790"/>
                  </a:lnTo>
                  <a:lnTo>
                    <a:pt x="11101" y="13700"/>
                  </a:lnTo>
                  <a:lnTo>
                    <a:pt x="11668" y="13581"/>
                  </a:lnTo>
                  <a:lnTo>
                    <a:pt x="12191" y="13446"/>
                  </a:lnTo>
                  <a:lnTo>
                    <a:pt x="12654" y="13312"/>
                  </a:lnTo>
                  <a:lnTo>
                    <a:pt x="13058" y="13178"/>
                  </a:lnTo>
                  <a:lnTo>
                    <a:pt x="13372" y="13058"/>
                  </a:lnTo>
                  <a:lnTo>
                    <a:pt x="13611" y="12968"/>
                  </a:lnTo>
                  <a:lnTo>
                    <a:pt x="13820" y="12879"/>
                  </a:lnTo>
                  <a:lnTo>
                    <a:pt x="13879" y="12341"/>
                  </a:lnTo>
                  <a:lnTo>
                    <a:pt x="13909" y="11803"/>
                  </a:lnTo>
                  <a:lnTo>
                    <a:pt x="13939" y="11280"/>
                  </a:lnTo>
                  <a:lnTo>
                    <a:pt x="13939" y="10772"/>
                  </a:lnTo>
                  <a:lnTo>
                    <a:pt x="13939" y="10264"/>
                  </a:lnTo>
                  <a:lnTo>
                    <a:pt x="13909" y="9801"/>
                  </a:lnTo>
                  <a:lnTo>
                    <a:pt x="13879" y="9353"/>
                  </a:lnTo>
                  <a:lnTo>
                    <a:pt x="13850" y="8935"/>
                  </a:lnTo>
                  <a:lnTo>
                    <a:pt x="13760" y="8188"/>
                  </a:lnTo>
                  <a:lnTo>
                    <a:pt x="13670" y="7620"/>
                  </a:lnTo>
                  <a:lnTo>
                    <a:pt x="13611" y="7232"/>
                  </a:lnTo>
                  <a:lnTo>
                    <a:pt x="13566" y="7052"/>
                  </a:lnTo>
                  <a:lnTo>
                    <a:pt x="13491" y="6365"/>
                  </a:lnTo>
                  <a:lnTo>
                    <a:pt x="13372" y="5663"/>
                  </a:lnTo>
                  <a:lnTo>
                    <a:pt x="13312" y="5304"/>
                  </a:lnTo>
                  <a:lnTo>
                    <a:pt x="13222" y="4961"/>
                  </a:lnTo>
                  <a:lnTo>
                    <a:pt x="13147" y="4602"/>
                  </a:lnTo>
                  <a:lnTo>
                    <a:pt x="13043" y="4244"/>
                  </a:lnTo>
                  <a:lnTo>
                    <a:pt x="12923" y="3900"/>
                  </a:lnTo>
                  <a:lnTo>
                    <a:pt x="12804" y="3556"/>
                  </a:lnTo>
                  <a:lnTo>
                    <a:pt x="12669" y="3213"/>
                  </a:lnTo>
                  <a:lnTo>
                    <a:pt x="12520" y="2884"/>
                  </a:lnTo>
                  <a:lnTo>
                    <a:pt x="12341" y="2570"/>
                  </a:lnTo>
                  <a:lnTo>
                    <a:pt x="12161" y="2257"/>
                  </a:lnTo>
                  <a:lnTo>
                    <a:pt x="11952" y="1973"/>
                  </a:lnTo>
                  <a:lnTo>
                    <a:pt x="11728" y="1689"/>
                  </a:lnTo>
                  <a:lnTo>
                    <a:pt x="11489" y="1420"/>
                  </a:lnTo>
                  <a:lnTo>
                    <a:pt x="11235" y="1181"/>
                  </a:lnTo>
                  <a:lnTo>
                    <a:pt x="10951" y="942"/>
                  </a:lnTo>
                  <a:lnTo>
                    <a:pt x="10653" y="748"/>
                  </a:lnTo>
                  <a:lnTo>
                    <a:pt x="10324" y="554"/>
                  </a:lnTo>
                  <a:lnTo>
                    <a:pt x="9965" y="404"/>
                  </a:lnTo>
                  <a:lnTo>
                    <a:pt x="9592" y="255"/>
                  </a:lnTo>
                  <a:lnTo>
                    <a:pt x="9188" y="150"/>
                  </a:lnTo>
                  <a:lnTo>
                    <a:pt x="8770" y="76"/>
                  </a:lnTo>
                  <a:lnTo>
                    <a:pt x="8307" y="16"/>
                  </a:lnTo>
                  <a:lnTo>
                    <a:pt x="78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6708751" y="1555958"/>
              <a:ext cx="361527" cy="400531"/>
            </a:xfrm>
            <a:custGeom>
              <a:avLst/>
              <a:gdLst/>
              <a:ahLst/>
              <a:cxnLst/>
              <a:rect l="l" t="t" r="r" b="b"/>
              <a:pathLst>
                <a:path w="13162" h="14582" extrusionOk="0">
                  <a:moveTo>
                    <a:pt x="8262" y="0"/>
                  </a:moveTo>
                  <a:lnTo>
                    <a:pt x="8157" y="254"/>
                  </a:lnTo>
                  <a:lnTo>
                    <a:pt x="8023" y="553"/>
                  </a:lnTo>
                  <a:lnTo>
                    <a:pt x="7843" y="941"/>
                  </a:lnTo>
                  <a:lnTo>
                    <a:pt x="7589" y="1389"/>
                  </a:lnTo>
                  <a:lnTo>
                    <a:pt x="7276" y="1897"/>
                  </a:lnTo>
                  <a:lnTo>
                    <a:pt x="7096" y="2166"/>
                  </a:lnTo>
                  <a:lnTo>
                    <a:pt x="6902" y="2450"/>
                  </a:lnTo>
                  <a:lnTo>
                    <a:pt x="6693" y="2719"/>
                  </a:lnTo>
                  <a:lnTo>
                    <a:pt x="6469" y="3003"/>
                  </a:lnTo>
                  <a:lnTo>
                    <a:pt x="6215" y="3287"/>
                  </a:lnTo>
                  <a:lnTo>
                    <a:pt x="5946" y="3571"/>
                  </a:lnTo>
                  <a:lnTo>
                    <a:pt x="5677" y="3840"/>
                  </a:lnTo>
                  <a:lnTo>
                    <a:pt x="5363" y="4108"/>
                  </a:lnTo>
                  <a:lnTo>
                    <a:pt x="5050" y="4377"/>
                  </a:lnTo>
                  <a:lnTo>
                    <a:pt x="4706" y="4631"/>
                  </a:lnTo>
                  <a:lnTo>
                    <a:pt x="4347" y="4855"/>
                  </a:lnTo>
                  <a:lnTo>
                    <a:pt x="3974" y="5080"/>
                  </a:lnTo>
                  <a:lnTo>
                    <a:pt x="3586" y="5289"/>
                  </a:lnTo>
                  <a:lnTo>
                    <a:pt x="3167" y="5468"/>
                  </a:lnTo>
                  <a:lnTo>
                    <a:pt x="2719" y="5632"/>
                  </a:lnTo>
                  <a:lnTo>
                    <a:pt x="2271" y="5767"/>
                  </a:lnTo>
                  <a:lnTo>
                    <a:pt x="1793" y="5886"/>
                  </a:lnTo>
                  <a:lnTo>
                    <a:pt x="1285" y="5961"/>
                  </a:lnTo>
                  <a:lnTo>
                    <a:pt x="762" y="6021"/>
                  </a:lnTo>
                  <a:lnTo>
                    <a:pt x="224" y="6036"/>
                  </a:lnTo>
                  <a:lnTo>
                    <a:pt x="179" y="6155"/>
                  </a:lnTo>
                  <a:lnTo>
                    <a:pt x="105" y="6499"/>
                  </a:lnTo>
                  <a:lnTo>
                    <a:pt x="60" y="6723"/>
                  </a:lnTo>
                  <a:lnTo>
                    <a:pt x="30" y="6992"/>
                  </a:lnTo>
                  <a:lnTo>
                    <a:pt x="0" y="7291"/>
                  </a:lnTo>
                  <a:lnTo>
                    <a:pt x="0" y="7604"/>
                  </a:lnTo>
                  <a:lnTo>
                    <a:pt x="15" y="7933"/>
                  </a:lnTo>
                  <a:lnTo>
                    <a:pt x="75" y="8292"/>
                  </a:lnTo>
                  <a:lnTo>
                    <a:pt x="105" y="8456"/>
                  </a:lnTo>
                  <a:lnTo>
                    <a:pt x="149" y="8635"/>
                  </a:lnTo>
                  <a:lnTo>
                    <a:pt x="209" y="8814"/>
                  </a:lnTo>
                  <a:lnTo>
                    <a:pt x="269" y="8994"/>
                  </a:lnTo>
                  <a:lnTo>
                    <a:pt x="344" y="9158"/>
                  </a:lnTo>
                  <a:lnTo>
                    <a:pt x="433" y="9337"/>
                  </a:lnTo>
                  <a:lnTo>
                    <a:pt x="538" y="9502"/>
                  </a:lnTo>
                  <a:lnTo>
                    <a:pt x="657" y="9666"/>
                  </a:lnTo>
                  <a:lnTo>
                    <a:pt x="792" y="9830"/>
                  </a:lnTo>
                  <a:lnTo>
                    <a:pt x="926" y="9980"/>
                  </a:lnTo>
                  <a:lnTo>
                    <a:pt x="1091" y="10129"/>
                  </a:lnTo>
                  <a:lnTo>
                    <a:pt x="1270" y="10264"/>
                  </a:lnTo>
                  <a:lnTo>
                    <a:pt x="1927" y="10757"/>
                  </a:lnTo>
                  <a:lnTo>
                    <a:pt x="2540" y="11190"/>
                  </a:lnTo>
                  <a:lnTo>
                    <a:pt x="2824" y="11414"/>
                  </a:lnTo>
                  <a:lnTo>
                    <a:pt x="3078" y="11638"/>
                  </a:lnTo>
                  <a:lnTo>
                    <a:pt x="3332" y="11862"/>
                  </a:lnTo>
                  <a:lnTo>
                    <a:pt x="3541" y="12086"/>
                  </a:lnTo>
                  <a:lnTo>
                    <a:pt x="3750" y="12325"/>
                  </a:lnTo>
                  <a:lnTo>
                    <a:pt x="3914" y="12579"/>
                  </a:lnTo>
                  <a:lnTo>
                    <a:pt x="4064" y="12848"/>
                  </a:lnTo>
                  <a:lnTo>
                    <a:pt x="4183" y="13147"/>
                  </a:lnTo>
                  <a:lnTo>
                    <a:pt x="4243" y="13296"/>
                  </a:lnTo>
                  <a:lnTo>
                    <a:pt x="4273" y="13461"/>
                  </a:lnTo>
                  <a:lnTo>
                    <a:pt x="4318" y="13625"/>
                  </a:lnTo>
                  <a:lnTo>
                    <a:pt x="4333" y="13804"/>
                  </a:lnTo>
                  <a:lnTo>
                    <a:pt x="4347" y="13983"/>
                  </a:lnTo>
                  <a:lnTo>
                    <a:pt x="4362" y="14178"/>
                  </a:lnTo>
                  <a:lnTo>
                    <a:pt x="4347" y="14581"/>
                  </a:lnTo>
                  <a:lnTo>
                    <a:pt x="4347" y="14581"/>
                  </a:lnTo>
                  <a:lnTo>
                    <a:pt x="5020" y="14521"/>
                  </a:lnTo>
                  <a:lnTo>
                    <a:pt x="5662" y="14432"/>
                  </a:lnTo>
                  <a:lnTo>
                    <a:pt x="6319" y="14327"/>
                  </a:lnTo>
                  <a:lnTo>
                    <a:pt x="6947" y="14193"/>
                  </a:lnTo>
                  <a:lnTo>
                    <a:pt x="7574" y="14043"/>
                  </a:lnTo>
                  <a:lnTo>
                    <a:pt x="8187" y="13894"/>
                  </a:lnTo>
                  <a:lnTo>
                    <a:pt x="8770" y="13715"/>
                  </a:lnTo>
                  <a:lnTo>
                    <a:pt x="9352" y="13520"/>
                  </a:lnTo>
                  <a:lnTo>
                    <a:pt x="9905" y="13311"/>
                  </a:lnTo>
                  <a:lnTo>
                    <a:pt x="10443" y="13072"/>
                  </a:lnTo>
                  <a:lnTo>
                    <a:pt x="10966" y="12833"/>
                  </a:lnTo>
                  <a:lnTo>
                    <a:pt x="11459" y="12579"/>
                  </a:lnTo>
                  <a:lnTo>
                    <a:pt x="11922" y="12310"/>
                  </a:lnTo>
                  <a:lnTo>
                    <a:pt x="12370" y="12026"/>
                  </a:lnTo>
                  <a:lnTo>
                    <a:pt x="12773" y="11743"/>
                  </a:lnTo>
                  <a:lnTo>
                    <a:pt x="13162" y="11429"/>
                  </a:lnTo>
                  <a:lnTo>
                    <a:pt x="13132" y="11339"/>
                  </a:lnTo>
                  <a:lnTo>
                    <a:pt x="13072" y="11235"/>
                  </a:lnTo>
                  <a:lnTo>
                    <a:pt x="12923" y="11025"/>
                  </a:lnTo>
                  <a:lnTo>
                    <a:pt x="12729" y="10771"/>
                  </a:lnTo>
                  <a:lnTo>
                    <a:pt x="12490" y="10473"/>
                  </a:lnTo>
                  <a:lnTo>
                    <a:pt x="11892" y="9771"/>
                  </a:lnTo>
                  <a:lnTo>
                    <a:pt x="11563" y="9352"/>
                  </a:lnTo>
                  <a:lnTo>
                    <a:pt x="11220" y="8874"/>
                  </a:lnTo>
                  <a:lnTo>
                    <a:pt x="10981" y="8516"/>
                  </a:lnTo>
                  <a:lnTo>
                    <a:pt x="10771" y="8172"/>
                  </a:lnTo>
                  <a:lnTo>
                    <a:pt x="10562" y="7798"/>
                  </a:lnTo>
                  <a:lnTo>
                    <a:pt x="10368" y="7440"/>
                  </a:lnTo>
                  <a:lnTo>
                    <a:pt x="10174" y="7066"/>
                  </a:lnTo>
                  <a:lnTo>
                    <a:pt x="9995" y="6693"/>
                  </a:lnTo>
                  <a:lnTo>
                    <a:pt x="9830" y="6319"/>
                  </a:lnTo>
                  <a:lnTo>
                    <a:pt x="9681" y="5946"/>
                  </a:lnTo>
                  <a:lnTo>
                    <a:pt x="9412" y="5199"/>
                  </a:lnTo>
                  <a:lnTo>
                    <a:pt x="9173" y="4452"/>
                  </a:lnTo>
                  <a:lnTo>
                    <a:pt x="8964" y="3750"/>
                  </a:lnTo>
                  <a:lnTo>
                    <a:pt x="8785" y="3063"/>
                  </a:lnTo>
                  <a:lnTo>
                    <a:pt x="8650" y="2420"/>
                  </a:lnTo>
                  <a:lnTo>
                    <a:pt x="8531" y="1838"/>
                  </a:lnTo>
                  <a:lnTo>
                    <a:pt x="8441" y="1315"/>
                  </a:lnTo>
                  <a:lnTo>
                    <a:pt x="8366" y="867"/>
                  </a:lnTo>
                  <a:lnTo>
                    <a:pt x="8277" y="224"/>
                  </a:lnTo>
                  <a:lnTo>
                    <a:pt x="82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6711607" y="1706530"/>
              <a:ext cx="25050" cy="25078"/>
            </a:xfrm>
            <a:custGeom>
              <a:avLst/>
              <a:gdLst/>
              <a:ahLst/>
              <a:cxnLst/>
              <a:rect l="l" t="t" r="r" b="b"/>
              <a:pathLst>
                <a:path w="912" h="913" extrusionOk="0">
                  <a:moveTo>
                    <a:pt x="449" y="1"/>
                  </a:moveTo>
                  <a:lnTo>
                    <a:pt x="359" y="16"/>
                  </a:lnTo>
                  <a:lnTo>
                    <a:pt x="284" y="31"/>
                  </a:lnTo>
                  <a:lnTo>
                    <a:pt x="195" y="76"/>
                  </a:lnTo>
                  <a:lnTo>
                    <a:pt x="135" y="135"/>
                  </a:lnTo>
                  <a:lnTo>
                    <a:pt x="75" y="210"/>
                  </a:lnTo>
                  <a:lnTo>
                    <a:pt x="30" y="285"/>
                  </a:lnTo>
                  <a:lnTo>
                    <a:pt x="1" y="359"/>
                  </a:lnTo>
                  <a:lnTo>
                    <a:pt x="1" y="464"/>
                  </a:lnTo>
                  <a:lnTo>
                    <a:pt x="1" y="554"/>
                  </a:lnTo>
                  <a:lnTo>
                    <a:pt x="30" y="643"/>
                  </a:lnTo>
                  <a:lnTo>
                    <a:pt x="75" y="718"/>
                  </a:lnTo>
                  <a:lnTo>
                    <a:pt x="135" y="778"/>
                  </a:lnTo>
                  <a:lnTo>
                    <a:pt x="195" y="837"/>
                  </a:lnTo>
                  <a:lnTo>
                    <a:pt x="284" y="882"/>
                  </a:lnTo>
                  <a:lnTo>
                    <a:pt x="359" y="912"/>
                  </a:lnTo>
                  <a:lnTo>
                    <a:pt x="553" y="912"/>
                  </a:lnTo>
                  <a:lnTo>
                    <a:pt x="628" y="882"/>
                  </a:lnTo>
                  <a:lnTo>
                    <a:pt x="718" y="837"/>
                  </a:lnTo>
                  <a:lnTo>
                    <a:pt x="777" y="778"/>
                  </a:lnTo>
                  <a:lnTo>
                    <a:pt x="837" y="718"/>
                  </a:lnTo>
                  <a:lnTo>
                    <a:pt x="882" y="643"/>
                  </a:lnTo>
                  <a:lnTo>
                    <a:pt x="912" y="554"/>
                  </a:lnTo>
                  <a:lnTo>
                    <a:pt x="912" y="464"/>
                  </a:lnTo>
                  <a:lnTo>
                    <a:pt x="912" y="359"/>
                  </a:lnTo>
                  <a:lnTo>
                    <a:pt x="882" y="285"/>
                  </a:lnTo>
                  <a:lnTo>
                    <a:pt x="837" y="210"/>
                  </a:lnTo>
                  <a:lnTo>
                    <a:pt x="777" y="135"/>
                  </a:lnTo>
                  <a:lnTo>
                    <a:pt x="718" y="76"/>
                  </a:lnTo>
                  <a:lnTo>
                    <a:pt x="628" y="31"/>
                  </a:lnTo>
                  <a:lnTo>
                    <a:pt x="553" y="16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6385386" y="1930163"/>
              <a:ext cx="750989" cy="741952"/>
            </a:xfrm>
            <a:custGeom>
              <a:avLst/>
              <a:gdLst/>
              <a:ahLst/>
              <a:cxnLst/>
              <a:rect l="l" t="t" r="r" b="b"/>
              <a:pathLst>
                <a:path w="27341" h="27012" extrusionOk="0">
                  <a:moveTo>
                    <a:pt x="21140" y="1"/>
                  </a:moveTo>
                  <a:lnTo>
                    <a:pt x="20811" y="61"/>
                  </a:lnTo>
                  <a:lnTo>
                    <a:pt x="20483" y="135"/>
                  </a:lnTo>
                  <a:lnTo>
                    <a:pt x="20154" y="255"/>
                  </a:lnTo>
                  <a:lnTo>
                    <a:pt x="19840" y="404"/>
                  </a:lnTo>
                  <a:lnTo>
                    <a:pt x="19557" y="569"/>
                  </a:lnTo>
                  <a:lnTo>
                    <a:pt x="19288" y="778"/>
                  </a:lnTo>
                  <a:lnTo>
                    <a:pt x="19034" y="1002"/>
                  </a:lnTo>
                  <a:lnTo>
                    <a:pt x="18810" y="1241"/>
                  </a:lnTo>
                  <a:lnTo>
                    <a:pt x="18615" y="1510"/>
                  </a:lnTo>
                  <a:lnTo>
                    <a:pt x="18451" y="1779"/>
                  </a:lnTo>
                  <a:lnTo>
                    <a:pt x="18317" y="2078"/>
                  </a:lnTo>
                  <a:lnTo>
                    <a:pt x="18197" y="2391"/>
                  </a:lnTo>
                  <a:lnTo>
                    <a:pt x="18122" y="2705"/>
                  </a:lnTo>
                  <a:lnTo>
                    <a:pt x="18063" y="3019"/>
                  </a:lnTo>
                  <a:lnTo>
                    <a:pt x="18048" y="3347"/>
                  </a:lnTo>
                  <a:lnTo>
                    <a:pt x="18063" y="3691"/>
                  </a:lnTo>
                  <a:lnTo>
                    <a:pt x="18107" y="4020"/>
                  </a:lnTo>
                  <a:lnTo>
                    <a:pt x="18182" y="4348"/>
                  </a:lnTo>
                  <a:lnTo>
                    <a:pt x="18302" y="4677"/>
                  </a:lnTo>
                  <a:lnTo>
                    <a:pt x="18346" y="4782"/>
                  </a:lnTo>
                  <a:lnTo>
                    <a:pt x="18436" y="4991"/>
                  </a:lnTo>
                  <a:lnTo>
                    <a:pt x="18526" y="5245"/>
                  </a:lnTo>
                  <a:lnTo>
                    <a:pt x="18735" y="5783"/>
                  </a:lnTo>
                  <a:lnTo>
                    <a:pt x="18929" y="6335"/>
                  </a:lnTo>
                  <a:lnTo>
                    <a:pt x="19108" y="6903"/>
                  </a:lnTo>
                  <a:lnTo>
                    <a:pt x="19273" y="7471"/>
                  </a:lnTo>
                  <a:lnTo>
                    <a:pt x="19437" y="8038"/>
                  </a:lnTo>
                  <a:lnTo>
                    <a:pt x="19601" y="8606"/>
                  </a:lnTo>
                  <a:lnTo>
                    <a:pt x="19736" y="9174"/>
                  </a:lnTo>
                  <a:lnTo>
                    <a:pt x="19870" y="9741"/>
                  </a:lnTo>
                  <a:lnTo>
                    <a:pt x="19990" y="10324"/>
                  </a:lnTo>
                  <a:lnTo>
                    <a:pt x="20109" y="10892"/>
                  </a:lnTo>
                  <a:lnTo>
                    <a:pt x="20199" y="11474"/>
                  </a:lnTo>
                  <a:lnTo>
                    <a:pt x="20289" y="12042"/>
                  </a:lnTo>
                  <a:lnTo>
                    <a:pt x="20363" y="12625"/>
                  </a:lnTo>
                  <a:lnTo>
                    <a:pt x="20423" y="13193"/>
                  </a:lnTo>
                  <a:lnTo>
                    <a:pt x="20483" y="13760"/>
                  </a:lnTo>
                  <a:lnTo>
                    <a:pt x="20513" y="14328"/>
                  </a:lnTo>
                  <a:lnTo>
                    <a:pt x="20543" y="14896"/>
                  </a:lnTo>
                  <a:lnTo>
                    <a:pt x="20543" y="15448"/>
                  </a:lnTo>
                  <a:lnTo>
                    <a:pt x="20528" y="16001"/>
                  </a:lnTo>
                  <a:lnTo>
                    <a:pt x="20513" y="16554"/>
                  </a:lnTo>
                  <a:lnTo>
                    <a:pt x="20468" y="17107"/>
                  </a:lnTo>
                  <a:lnTo>
                    <a:pt x="20408" y="17644"/>
                  </a:lnTo>
                  <a:lnTo>
                    <a:pt x="20348" y="18167"/>
                  </a:lnTo>
                  <a:lnTo>
                    <a:pt x="20259" y="18660"/>
                  </a:lnTo>
                  <a:lnTo>
                    <a:pt x="20154" y="19138"/>
                  </a:lnTo>
                  <a:lnTo>
                    <a:pt x="20035" y="19617"/>
                  </a:lnTo>
                  <a:lnTo>
                    <a:pt x="19900" y="20080"/>
                  </a:lnTo>
                  <a:lnTo>
                    <a:pt x="19870" y="20199"/>
                  </a:lnTo>
                  <a:lnTo>
                    <a:pt x="19766" y="20513"/>
                  </a:lnTo>
                  <a:lnTo>
                    <a:pt x="19766" y="20528"/>
                  </a:lnTo>
                  <a:lnTo>
                    <a:pt x="16867" y="20916"/>
                  </a:lnTo>
                  <a:lnTo>
                    <a:pt x="14343" y="21230"/>
                  </a:lnTo>
                  <a:lnTo>
                    <a:pt x="11833" y="21559"/>
                  </a:lnTo>
                  <a:lnTo>
                    <a:pt x="9323" y="21857"/>
                  </a:lnTo>
                  <a:lnTo>
                    <a:pt x="6813" y="22156"/>
                  </a:lnTo>
                  <a:lnTo>
                    <a:pt x="4303" y="22425"/>
                  </a:lnTo>
                  <a:lnTo>
                    <a:pt x="1793" y="22679"/>
                  </a:lnTo>
                  <a:lnTo>
                    <a:pt x="1614" y="22709"/>
                  </a:lnTo>
                  <a:lnTo>
                    <a:pt x="1435" y="22754"/>
                  </a:lnTo>
                  <a:lnTo>
                    <a:pt x="1270" y="22814"/>
                  </a:lnTo>
                  <a:lnTo>
                    <a:pt x="1106" y="22873"/>
                  </a:lnTo>
                  <a:lnTo>
                    <a:pt x="957" y="22963"/>
                  </a:lnTo>
                  <a:lnTo>
                    <a:pt x="822" y="23053"/>
                  </a:lnTo>
                  <a:lnTo>
                    <a:pt x="688" y="23157"/>
                  </a:lnTo>
                  <a:lnTo>
                    <a:pt x="553" y="23277"/>
                  </a:lnTo>
                  <a:lnTo>
                    <a:pt x="449" y="23411"/>
                  </a:lnTo>
                  <a:lnTo>
                    <a:pt x="344" y="23546"/>
                  </a:lnTo>
                  <a:lnTo>
                    <a:pt x="255" y="23695"/>
                  </a:lnTo>
                  <a:lnTo>
                    <a:pt x="180" y="23859"/>
                  </a:lnTo>
                  <a:lnTo>
                    <a:pt x="105" y="24024"/>
                  </a:lnTo>
                  <a:lnTo>
                    <a:pt x="60" y="24188"/>
                  </a:lnTo>
                  <a:lnTo>
                    <a:pt x="30" y="24367"/>
                  </a:lnTo>
                  <a:lnTo>
                    <a:pt x="16" y="24547"/>
                  </a:lnTo>
                  <a:lnTo>
                    <a:pt x="1" y="24920"/>
                  </a:lnTo>
                  <a:lnTo>
                    <a:pt x="1" y="25219"/>
                  </a:lnTo>
                  <a:lnTo>
                    <a:pt x="30" y="25473"/>
                  </a:lnTo>
                  <a:lnTo>
                    <a:pt x="45" y="25562"/>
                  </a:lnTo>
                  <a:lnTo>
                    <a:pt x="75" y="25652"/>
                  </a:lnTo>
                  <a:lnTo>
                    <a:pt x="105" y="25727"/>
                  </a:lnTo>
                  <a:lnTo>
                    <a:pt x="150" y="25801"/>
                  </a:lnTo>
                  <a:lnTo>
                    <a:pt x="195" y="25846"/>
                  </a:lnTo>
                  <a:lnTo>
                    <a:pt x="255" y="25891"/>
                  </a:lnTo>
                  <a:lnTo>
                    <a:pt x="314" y="25936"/>
                  </a:lnTo>
                  <a:lnTo>
                    <a:pt x="389" y="25966"/>
                  </a:lnTo>
                  <a:lnTo>
                    <a:pt x="568" y="26011"/>
                  </a:lnTo>
                  <a:lnTo>
                    <a:pt x="1211" y="26041"/>
                  </a:lnTo>
                  <a:lnTo>
                    <a:pt x="1898" y="26085"/>
                  </a:lnTo>
                  <a:lnTo>
                    <a:pt x="3332" y="26205"/>
                  </a:lnTo>
                  <a:lnTo>
                    <a:pt x="4826" y="26339"/>
                  </a:lnTo>
                  <a:lnTo>
                    <a:pt x="6350" y="26489"/>
                  </a:lnTo>
                  <a:lnTo>
                    <a:pt x="7874" y="26638"/>
                  </a:lnTo>
                  <a:lnTo>
                    <a:pt x="9353" y="26758"/>
                  </a:lnTo>
                  <a:lnTo>
                    <a:pt x="10787" y="26847"/>
                  </a:lnTo>
                  <a:lnTo>
                    <a:pt x="11459" y="26877"/>
                  </a:lnTo>
                  <a:lnTo>
                    <a:pt x="12117" y="26907"/>
                  </a:lnTo>
                  <a:lnTo>
                    <a:pt x="14671" y="26937"/>
                  </a:lnTo>
                  <a:lnTo>
                    <a:pt x="17226" y="26967"/>
                  </a:lnTo>
                  <a:lnTo>
                    <a:pt x="19781" y="26997"/>
                  </a:lnTo>
                  <a:lnTo>
                    <a:pt x="22335" y="27012"/>
                  </a:lnTo>
                  <a:lnTo>
                    <a:pt x="22530" y="26997"/>
                  </a:lnTo>
                  <a:lnTo>
                    <a:pt x="22724" y="26982"/>
                  </a:lnTo>
                  <a:lnTo>
                    <a:pt x="22918" y="26952"/>
                  </a:lnTo>
                  <a:lnTo>
                    <a:pt x="23097" y="26907"/>
                  </a:lnTo>
                  <a:lnTo>
                    <a:pt x="23291" y="26847"/>
                  </a:lnTo>
                  <a:lnTo>
                    <a:pt x="23471" y="26787"/>
                  </a:lnTo>
                  <a:lnTo>
                    <a:pt x="23650" y="26713"/>
                  </a:lnTo>
                  <a:lnTo>
                    <a:pt x="23814" y="26623"/>
                  </a:lnTo>
                  <a:lnTo>
                    <a:pt x="23979" y="26519"/>
                  </a:lnTo>
                  <a:lnTo>
                    <a:pt x="24143" y="26399"/>
                  </a:lnTo>
                  <a:lnTo>
                    <a:pt x="24292" y="26280"/>
                  </a:lnTo>
                  <a:lnTo>
                    <a:pt x="24442" y="26145"/>
                  </a:lnTo>
                  <a:lnTo>
                    <a:pt x="24576" y="25996"/>
                  </a:lnTo>
                  <a:lnTo>
                    <a:pt x="24711" y="25846"/>
                  </a:lnTo>
                  <a:lnTo>
                    <a:pt x="24830" y="25682"/>
                  </a:lnTo>
                  <a:lnTo>
                    <a:pt x="24935" y="25503"/>
                  </a:lnTo>
                  <a:lnTo>
                    <a:pt x="25099" y="25219"/>
                  </a:lnTo>
                  <a:lnTo>
                    <a:pt x="25458" y="24487"/>
                  </a:lnTo>
                  <a:lnTo>
                    <a:pt x="25637" y="24113"/>
                  </a:lnTo>
                  <a:lnTo>
                    <a:pt x="25786" y="23755"/>
                  </a:lnTo>
                  <a:lnTo>
                    <a:pt x="26085" y="23008"/>
                  </a:lnTo>
                  <a:lnTo>
                    <a:pt x="26220" y="22634"/>
                  </a:lnTo>
                  <a:lnTo>
                    <a:pt x="26339" y="22246"/>
                  </a:lnTo>
                  <a:lnTo>
                    <a:pt x="26563" y="21499"/>
                  </a:lnTo>
                  <a:lnTo>
                    <a:pt x="26757" y="20737"/>
                  </a:lnTo>
                  <a:lnTo>
                    <a:pt x="26922" y="19975"/>
                  </a:lnTo>
                  <a:lnTo>
                    <a:pt x="27056" y="19213"/>
                  </a:lnTo>
                  <a:lnTo>
                    <a:pt x="27161" y="18451"/>
                  </a:lnTo>
                  <a:lnTo>
                    <a:pt x="27236" y="17704"/>
                  </a:lnTo>
                  <a:lnTo>
                    <a:pt x="27295" y="16957"/>
                  </a:lnTo>
                  <a:lnTo>
                    <a:pt x="27325" y="16195"/>
                  </a:lnTo>
                  <a:lnTo>
                    <a:pt x="27340" y="15463"/>
                  </a:lnTo>
                  <a:lnTo>
                    <a:pt x="27325" y="14716"/>
                  </a:lnTo>
                  <a:lnTo>
                    <a:pt x="27295" y="13984"/>
                  </a:lnTo>
                  <a:lnTo>
                    <a:pt x="27250" y="13252"/>
                  </a:lnTo>
                  <a:lnTo>
                    <a:pt x="27191" y="12535"/>
                  </a:lnTo>
                  <a:lnTo>
                    <a:pt x="27116" y="11803"/>
                  </a:lnTo>
                  <a:lnTo>
                    <a:pt x="27011" y="11086"/>
                  </a:lnTo>
                  <a:lnTo>
                    <a:pt x="26907" y="10384"/>
                  </a:lnTo>
                  <a:lnTo>
                    <a:pt x="26787" y="9682"/>
                  </a:lnTo>
                  <a:lnTo>
                    <a:pt x="26653" y="8980"/>
                  </a:lnTo>
                  <a:lnTo>
                    <a:pt x="26503" y="8277"/>
                  </a:lnTo>
                  <a:lnTo>
                    <a:pt x="26339" y="7590"/>
                  </a:lnTo>
                  <a:lnTo>
                    <a:pt x="26175" y="6888"/>
                  </a:lnTo>
                  <a:lnTo>
                    <a:pt x="25981" y="6216"/>
                  </a:lnTo>
                  <a:lnTo>
                    <a:pt x="25786" y="5529"/>
                  </a:lnTo>
                  <a:lnTo>
                    <a:pt x="25577" y="4856"/>
                  </a:lnTo>
                  <a:lnTo>
                    <a:pt x="25353" y="4169"/>
                  </a:lnTo>
                  <a:lnTo>
                    <a:pt x="25129" y="3497"/>
                  </a:lnTo>
                  <a:lnTo>
                    <a:pt x="24875" y="2810"/>
                  </a:lnTo>
                  <a:lnTo>
                    <a:pt x="24741" y="2466"/>
                  </a:lnTo>
                  <a:lnTo>
                    <a:pt x="24666" y="2287"/>
                  </a:lnTo>
                  <a:lnTo>
                    <a:pt x="24576" y="2078"/>
                  </a:lnTo>
                  <a:lnTo>
                    <a:pt x="24427" y="1764"/>
                  </a:lnTo>
                  <a:lnTo>
                    <a:pt x="24248" y="1480"/>
                  </a:lnTo>
                  <a:lnTo>
                    <a:pt x="24053" y="1211"/>
                  </a:lnTo>
                  <a:lnTo>
                    <a:pt x="23829" y="972"/>
                  </a:lnTo>
                  <a:lnTo>
                    <a:pt x="23575" y="748"/>
                  </a:lnTo>
                  <a:lnTo>
                    <a:pt x="23321" y="554"/>
                  </a:lnTo>
                  <a:lnTo>
                    <a:pt x="23037" y="389"/>
                  </a:lnTo>
                  <a:lnTo>
                    <a:pt x="22739" y="255"/>
                  </a:lnTo>
                  <a:lnTo>
                    <a:pt x="22440" y="150"/>
                  </a:lnTo>
                  <a:lnTo>
                    <a:pt x="22126" y="61"/>
                  </a:lnTo>
                  <a:lnTo>
                    <a:pt x="21798" y="16"/>
                  </a:lnTo>
                  <a:lnTo>
                    <a:pt x="214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5894611" y="2134515"/>
              <a:ext cx="681221" cy="451016"/>
            </a:xfrm>
            <a:custGeom>
              <a:avLst/>
              <a:gdLst/>
              <a:ahLst/>
              <a:cxnLst/>
              <a:rect l="l" t="t" r="r" b="b"/>
              <a:pathLst>
                <a:path w="24801" h="16420" extrusionOk="0">
                  <a:moveTo>
                    <a:pt x="1" y="1"/>
                  </a:moveTo>
                  <a:lnTo>
                    <a:pt x="6320" y="16419"/>
                  </a:lnTo>
                  <a:lnTo>
                    <a:pt x="24801" y="16419"/>
                  </a:lnTo>
                  <a:lnTo>
                    <a:pt x="24801" y="14761"/>
                  </a:lnTo>
                  <a:lnTo>
                    <a:pt x="7366" y="14761"/>
                  </a:lnTo>
                  <a:lnTo>
                    <a:pt x="16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6251211" y="2537477"/>
              <a:ext cx="261408" cy="111628"/>
            </a:xfrm>
            <a:custGeom>
              <a:avLst/>
              <a:gdLst/>
              <a:ahLst/>
              <a:cxnLst/>
              <a:rect l="l" t="t" r="r" b="b"/>
              <a:pathLst>
                <a:path w="9517" h="4064" extrusionOk="0">
                  <a:moveTo>
                    <a:pt x="8232" y="0"/>
                  </a:moveTo>
                  <a:lnTo>
                    <a:pt x="8157" y="30"/>
                  </a:lnTo>
                  <a:lnTo>
                    <a:pt x="8113" y="75"/>
                  </a:lnTo>
                  <a:lnTo>
                    <a:pt x="8068" y="135"/>
                  </a:lnTo>
                  <a:lnTo>
                    <a:pt x="8053" y="225"/>
                  </a:lnTo>
                  <a:lnTo>
                    <a:pt x="8038" y="314"/>
                  </a:lnTo>
                  <a:lnTo>
                    <a:pt x="8053" y="419"/>
                  </a:lnTo>
                  <a:lnTo>
                    <a:pt x="8083" y="882"/>
                  </a:lnTo>
                  <a:lnTo>
                    <a:pt x="8083" y="1001"/>
                  </a:lnTo>
                  <a:lnTo>
                    <a:pt x="8083" y="1106"/>
                  </a:lnTo>
                  <a:lnTo>
                    <a:pt x="8068" y="1196"/>
                  </a:lnTo>
                  <a:lnTo>
                    <a:pt x="8038" y="1270"/>
                  </a:lnTo>
                  <a:lnTo>
                    <a:pt x="8008" y="1300"/>
                  </a:lnTo>
                  <a:lnTo>
                    <a:pt x="7963" y="1330"/>
                  </a:lnTo>
                  <a:lnTo>
                    <a:pt x="7859" y="1390"/>
                  </a:lnTo>
                  <a:lnTo>
                    <a:pt x="7694" y="1435"/>
                  </a:lnTo>
                  <a:lnTo>
                    <a:pt x="7485" y="1494"/>
                  </a:lnTo>
                  <a:lnTo>
                    <a:pt x="7246" y="1539"/>
                  </a:lnTo>
                  <a:lnTo>
                    <a:pt x="6977" y="1569"/>
                  </a:lnTo>
                  <a:lnTo>
                    <a:pt x="6365" y="1629"/>
                  </a:lnTo>
                  <a:lnTo>
                    <a:pt x="5692" y="1659"/>
                  </a:lnTo>
                  <a:lnTo>
                    <a:pt x="5005" y="1659"/>
                  </a:lnTo>
                  <a:lnTo>
                    <a:pt x="4318" y="1644"/>
                  </a:lnTo>
                  <a:lnTo>
                    <a:pt x="3705" y="1599"/>
                  </a:lnTo>
                  <a:lnTo>
                    <a:pt x="3063" y="1539"/>
                  </a:lnTo>
                  <a:lnTo>
                    <a:pt x="2421" y="1524"/>
                  </a:lnTo>
                  <a:lnTo>
                    <a:pt x="1808" y="1524"/>
                  </a:lnTo>
                  <a:lnTo>
                    <a:pt x="1240" y="1539"/>
                  </a:lnTo>
                  <a:lnTo>
                    <a:pt x="927" y="1554"/>
                  </a:lnTo>
                  <a:lnTo>
                    <a:pt x="404" y="1584"/>
                  </a:lnTo>
                  <a:lnTo>
                    <a:pt x="344" y="1584"/>
                  </a:lnTo>
                  <a:lnTo>
                    <a:pt x="284" y="1614"/>
                  </a:lnTo>
                  <a:lnTo>
                    <a:pt x="180" y="1659"/>
                  </a:lnTo>
                  <a:lnTo>
                    <a:pt x="105" y="1733"/>
                  </a:lnTo>
                  <a:lnTo>
                    <a:pt x="45" y="1823"/>
                  </a:lnTo>
                  <a:lnTo>
                    <a:pt x="15" y="1883"/>
                  </a:lnTo>
                  <a:lnTo>
                    <a:pt x="0" y="1957"/>
                  </a:lnTo>
                  <a:lnTo>
                    <a:pt x="0" y="2017"/>
                  </a:lnTo>
                  <a:lnTo>
                    <a:pt x="0" y="2092"/>
                  </a:lnTo>
                  <a:lnTo>
                    <a:pt x="15" y="2152"/>
                  </a:lnTo>
                  <a:lnTo>
                    <a:pt x="45" y="2226"/>
                  </a:lnTo>
                  <a:lnTo>
                    <a:pt x="90" y="2286"/>
                  </a:lnTo>
                  <a:lnTo>
                    <a:pt x="150" y="2346"/>
                  </a:lnTo>
                  <a:lnTo>
                    <a:pt x="284" y="2450"/>
                  </a:lnTo>
                  <a:lnTo>
                    <a:pt x="449" y="2585"/>
                  </a:lnTo>
                  <a:lnTo>
                    <a:pt x="628" y="2704"/>
                  </a:lnTo>
                  <a:lnTo>
                    <a:pt x="837" y="2839"/>
                  </a:lnTo>
                  <a:lnTo>
                    <a:pt x="1300" y="3108"/>
                  </a:lnTo>
                  <a:lnTo>
                    <a:pt x="1569" y="3242"/>
                  </a:lnTo>
                  <a:lnTo>
                    <a:pt x="1838" y="3377"/>
                  </a:lnTo>
                  <a:lnTo>
                    <a:pt x="2137" y="3496"/>
                  </a:lnTo>
                  <a:lnTo>
                    <a:pt x="2436" y="3616"/>
                  </a:lnTo>
                  <a:lnTo>
                    <a:pt x="2764" y="3735"/>
                  </a:lnTo>
                  <a:lnTo>
                    <a:pt x="3093" y="3825"/>
                  </a:lnTo>
                  <a:lnTo>
                    <a:pt x="3436" y="3915"/>
                  </a:lnTo>
                  <a:lnTo>
                    <a:pt x="3810" y="3989"/>
                  </a:lnTo>
                  <a:lnTo>
                    <a:pt x="4169" y="4034"/>
                  </a:lnTo>
                  <a:lnTo>
                    <a:pt x="4557" y="4064"/>
                  </a:lnTo>
                  <a:lnTo>
                    <a:pt x="4945" y="4064"/>
                  </a:lnTo>
                  <a:lnTo>
                    <a:pt x="5334" y="4049"/>
                  </a:lnTo>
                  <a:lnTo>
                    <a:pt x="5737" y="4004"/>
                  </a:lnTo>
                  <a:lnTo>
                    <a:pt x="6155" y="3915"/>
                  </a:lnTo>
                  <a:lnTo>
                    <a:pt x="6544" y="3810"/>
                  </a:lnTo>
                  <a:lnTo>
                    <a:pt x="6917" y="3676"/>
                  </a:lnTo>
                  <a:lnTo>
                    <a:pt x="7276" y="3526"/>
                  </a:lnTo>
                  <a:lnTo>
                    <a:pt x="7605" y="3362"/>
                  </a:lnTo>
                  <a:lnTo>
                    <a:pt x="7903" y="3183"/>
                  </a:lnTo>
                  <a:lnTo>
                    <a:pt x="8172" y="3003"/>
                  </a:lnTo>
                  <a:lnTo>
                    <a:pt x="8426" y="2809"/>
                  </a:lnTo>
                  <a:lnTo>
                    <a:pt x="8650" y="2630"/>
                  </a:lnTo>
                  <a:lnTo>
                    <a:pt x="8860" y="2450"/>
                  </a:lnTo>
                  <a:lnTo>
                    <a:pt x="9024" y="2286"/>
                  </a:lnTo>
                  <a:lnTo>
                    <a:pt x="9293" y="2002"/>
                  </a:lnTo>
                  <a:lnTo>
                    <a:pt x="9457" y="1793"/>
                  </a:lnTo>
                  <a:lnTo>
                    <a:pt x="9517" y="1718"/>
                  </a:lnTo>
                  <a:lnTo>
                    <a:pt x="9472" y="1509"/>
                  </a:lnTo>
                  <a:lnTo>
                    <a:pt x="9397" y="1270"/>
                  </a:lnTo>
                  <a:lnTo>
                    <a:pt x="9293" y="1001"/>
                  </a:lnTo>
                  <a:lnTo>
                    <a:pt x="9233" y="852"/>
                  </a:lnTo>
                  <a:lnTo>
                    <a:pt x="9158" y="703"/>
                  </a:lnTo>
                  <a:lnTo>
                    <a:pt x="9069" y="568"/>
                  </a:lnTo>
                  <a:lnTo>
                    <a:pt x="8964" y="434"/>
                  </a:lnTo>
                  <a:lnTo>
                    <a:pt x="8860" y="314"/>
                  </a:lnTo>
                  <a:lnTo>
                    <a:pt x="8725" y="195"/>
                  </a:lnTo>
                  <a:lnTo>
                    <a:pt x="8591" y="105"/>
                  </a:lnTo>
                  <a:lnTo>
                    <a:pt x="8441" y="45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6252447" y="2583017"/>
              <a:ext cx="66911" cy="39828"/>
            </a:xfrm>
            <a:custGeom>
              <a:avLst/>
              <a:gdLst/>
              <a:ahLst/>
              <a:cxnLst/>
              <a:rect l="l" t="t" r="r" b="b"/>
              <a:pathLst>
                <a:path w="2436" h="1450" extrusionOk="0">
                  <a:moveTo>
                    <a:pt x="135" y="1"/>
                  </a:moveTo>
                  <a:lnTo>
                    <a:pt x="60" y="75"/>
                  </a:lnTo>
                  <a:lnTo>
                    <a:pt x="0" y="165"/>
                  </a:lnTo>
                  <a:lnTo>
                    <a:pt x="135" y="285"/>
                  </a:lnTo>
                  <a:lnTo>
                    <a:pt x="299" y="434"/>
                  </a:lnTo>
                  <a:lnTo>
                    <a:pt x="508" y="598"/>
                  </a:lnTo>
                  <a:lnTo>
                    <a:pt x="762" y="763"/>
                  </a:lnTo>
                  <a:lnTo>
                    <a:pt x="1076" y="942"/>
                  </a:lnTo>
                  <a:lnTo>
                    <a:pt x="1419" y="1106"/>
                  </a:lnTo>
                  <a:lnTo>
                    <a:pt x="1838" y="1286"/>
                  </a:lnTo>
                  <a:lnTo>
                    <a:pt x="2301" y="1450"/>
                  </a:lnTo>
                  <a:lnTo>
                    <a:pt x="2361" y="1450"/>
                  </a:lnTo>
                  <a:lnTo>
                    <a:pt x="2391" y="1435"/>
                  </a:lnTo>
                  <a:lnTo>
                    <a:pt x="2405" y="1405"/>
                  </a:lnTo>
                  <a:lnTo>
                    <a:pt x="2420" y="1375"/>
                  </a:lnTo>
                  <a:lnTo>
                    <a:pt x="2435" y="1345"/>
                  </a:lnTo>
                  <a:lnTo>
                    <a:pt x="2420" y="1300"/>
                  </a:lnTo>
                  <a:lnTo>
                    <a:pt x="2391" y="1271"/>
                  </a:lnTo>
                  <a:lnTo>
                    <a:pt x="2361" y="1256"/>
                  </a:lnTo>
                  <a:lnTo>
                    <a:pt x="1898" y="1091"/>
                  </a:lnTo>
                  <a:lnTo>
                    <a:pt x="1509" y="927"/>
                  </a:lnTo>
                  <a:lnTo>
                    <a:pt x="1151" y="748"/>
                  </a:lnTo>
                  <a:lnTo>
                    <a:pt x="867" y="583"/>
                  </a:lnTo>
                  <a:lnTo>
                    <a:pt x="613" y="419"/>
                  </a:lnTo>
                  <a:lnTo>
                    <a:pt x="404" y="255"/>
                  </a:lnTo>
                  <a:lnTo>
                    <a:pt x="254" y="120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6276645" y="2579748"/>
              <a:ext cx="60758" cy="29967"/>
            </a:xfrm>
            <a:custGeom>
              <a:avLst/>
              <a:gdLst/>
              <a:ahLst/>
              <a:cxnLst/>
              <a:rect l="l" t="t" r="r" b="b"/>
              <a:pathLst>
                <a:path w="2212" h="1091" extrusionOk="0">
                  <a:moveTo>
                    <a:pt x="314" y="0"/>
                  </a:moveTo>
                  <a:lnTo>
                    <a:pt x="1" y="15"/>
                  </a:lnTo>
                  <a:lnTo>
                    <a:pt x="150" y="135"/>
                  </a:lnTo>
                  <a:lnTo>
                    <a:pt x="329" y="269"/>
                  </a:lnTo>
                  <a:lnTo>
                    <a:pt x="538" y="404"/>
                  </a:lnTo>
                  <a:lnTo>
                    <a:pt x="777" y="538"/>
                  </a:lnTo>
                  <a:lnTo>
                    <a:pt x="1046" y="687"/>
                  </a:lnTo>
                  <a:lnTo>
                    <a:pt x="1360" y="822"/>
                  </a:lnTo>
                  <a:lnTo>
                    <a:pt x="1704" y="956"/>
                  </a:lnTo>
                  <a:lnTo>
                    <a:pt x="2077" y="1091"/>
                  </a:lnTo>
                  <a:lnTo>
                    <a:pt x="2137" y="1091"/>
                  </a:lnTo>
                  <a:lnTo>
                    <a:pt x="2167" y="1076"/>
                  </a:lnTo>
                  <a:lnTo>
                    <a:pt x="2197" y="1061"/>
                  </a:lnTo>
                  <a:lnTo>
                    <a:pt x="2212" y="1031"/>
                  </a:lnTo>
                  <a:lnTo>
                    <a:pt x="2212" y="986"/>
                  </a:lnTo>
                  <a:lnTo>
                    <a:pt x="2197" y="956"/>
                  </a:lnTo>
                  <a:lnTo>
                    <a:pt x="2167" y="911"/>
                  </a:lnTo>
                  <a:lnTo>
                    <a:pt x="2137" y="897"/>
                  </a:lnTo>
                  <a:lnTo>
                    <a:pt x="1823" y="792"/>
                  </a:lnTo>
                  <a:lnTo>
                    <a:pt x="1539" y="687"/>
                  </a:lnTo>
                  <a:lnTo>
                    <a:pt x="1270" y="568"/>
                  </a:lnTo>
                  <a:lnTo>
                    <a:pt x="1031" y="448"/>
                  </a:lnTo>
                  <a:lnTo>
                    <a:pt x="822" y="329"/>
                  </a:lnTo>
                  <a:lnTo>
                    <a:pt x="628" y="224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1656;p34"/>
          <p:cNvSpPr txBox="1">
            <a:spLocks/>
          </p:cNvSpPr>
          <p:nvPr/>
        </p:nvSpPr>
        <p:spPr>
          <a:xfrm>
            <a:off x="673165" y="2649746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rPr lang="en-US" dirty="0" smtClean="0">
                <a:latin typeface="Freestyle Script" panose="030804020302050B0404" pitchFamily="66" charset="0"/>
              </a:rPr>
              <a:t>Happy Learning…</a:t>
            </a:r>
            <a:endParaRPr lang="en-US" dirty="0">
              <a:latin typeface="Freestyle Script" panose="030804020302050B04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357</Words>
  <Application>Microsoft Office PowerPoint</Application>
  <PresentationFormat>On-screen Show (16:9)</PresentationFormat>
  <Paragraphs>127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Roboto</vt:lpstr>
      <vt:lpstr>Fira Sans Extra Condensed SemiBold</vt:lpstr>
      <vt:lpstr>Arial</vt:lpstr>
      <vt:lpstr>Baskerville Old Face</vt:lpstr>
      <vt:lpstr>Georgia</vt:lpstr>
      <vt:lpstr>Segoe Script</vt:lpstr>
      <vt:lpstr>Fira Sans Extra Condensed</vt:lpstr>
      <vt:lpstr>Times New Roman</vt:lpstr>
      <vt:lpstr>Freestyle Script</vt:lpstr>
      <vt:lpstr>Machine Learning Infographics by Slidesgo</vt:lpstr>
      <vt:lpstr>An Approach to Recognize Sanskrit Symbol to English using Deep Learning</vt:lpstr>
      <vt:lpstr>MOTIVATION</vt:lpstr>
      <vt:lpstr>OBJECTIVES</vt:lpstr>
      <vt:lpstr>DATASET DESCRIPTION</vt:lpstr>
      <vt:lpstr>SYSTEM ARCHITECTURE</vt:lpstr>
      <vt:lpstr>MODEL ARCHITECTURE</vt:lpstr>
      <vt:lpstr>PREPROCESSING</vt:lpstr>
      <vt:lpstr>Model Architecture – Vision Transformer (ViT)</vt:lpstr>
      <vt:lpstr>Transformer Encoder Layers</vt:lpstr>
      <vt:lpstr>Training Setup</vt:lpstr>
      <vt:lpstr>MODEL EVALUATION</vt:lpstr>
      <vt:lpstr>MODEL EVALUATION</vt:lpstr>
      <vt:lpstr>MODEL EVALUATION contd.</vt:lpstr>
      <vt:lpstr>MODEL EVALUATION contd.</vt:lpstr>
      <vt:lpstr>MODEL EVALUATION contd.</vt:lpstr>
      <vt:lpstr>MODEL DEPLOYMENT</vt:lpstr>
      <vt:lpstr>MODEL DEPLOYMENT contd.</vt:lpstr>
      <vt:lpstr>MODEL DEPLOYMENT CONTD.</vt:lpstr>
      <vt:lpstr>Thank you for attendig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Recognize Sanskrit Symbol to English using Deep Learning</dc:title>
  <dc:creator>USER</dc:creator>
  <cp:lastModifiedBy>USER</cp:lastModifiedBy>
  <cp:revision>22</cp:revision>
  <dcterms:modified xsi:type="dcterms:W3CDTF">2025-10-18T09:38:45Z</dcterms:modified>
</cp:coreProperties>
</file>